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3.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theme/theme4.xml" ContentType="application/vnd.openxmlformats-officedocument.theme+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4"/>
    <p:sldMasterId id="2147483665" r:id="rId5"/>
    <p:sldMasterId id="2147483693" r:id="rId6"/>
    <p:sldMasterId id="2147483778" r:id="rId7"/>
    <p:sldMasterId id="2147483820" r:id="rId8"/>
  </p:sldMasterIdLst>
  <p:notesMasterIdLst>
    <p:notesMasterId r:id="rId15"/>
  </p:notesMasterIdLst>
  <p:handoutMasterIdLst>
    <p:handoutMasterId r:id="rId16"/>
  </p:handoutMasterIdLst>
  <p:sldIdLst>
    <p:sldId id="448" r:id="rId9"/>
    <p:sldId id="2146848146" r:id="rId10"/>
    <p:sldId id="2146848147" r:id="rId11"/>
    <p:sldId id="2146848148" r:id="rId12"/>
    <p:sldId id="2146848149" r:id="rId13"/>
    <p:sldId id="307" r:id="rId14"/>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Options" id="{EFCBC00B-4298-417E-B4F9-1928A80E2059}">
          <p14:sldIdLst/>
        </p14:section>
        <p14:section name="Dividers" id="{62751CA1-4A6D-4C22-ADBC-E129FFE3F27C}">
          <p14:sldIdLst>
            <p14:sldId id="448"/>
            <p14:sldId id="2146848146"/>
            <p14:sldId id="2146848147"/>
            <p14:sldId id="2146848148"/>
            <p14:sldId id="2146848149"/>
            <p14:sldId id="307"/>
          </p14:sldIdLst>
        </p14:section>
        <p14:section name="Generic Content" id="{BB28517A-8287-4710-A711-A7F7B86E7301}">
          <p14:sldIdLst/>
        </p14:section>
        <p14:section name="Slide Options" id="{165761D1-4DB8-425D-A283-53EE30F861EC}">
          <p14:sldIdLst/>
        </p14:section>
        <p14:section name="How to use" id="{C888E2D8-0052-403B-ADF3-92C6D26958B3}">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771F904-2948-86F1-DCF4-B4454F83C52B}" name="Lars Harms" initials="" userId="S::Lars.Harms@nomadrail.com::d941bc8c-19aa-476d-9275-e85d7052c04e" providerId="AD"/>
  <p188:author id="{0B026B09-C4ED-6DEB-41DE-888E6B94D487}" name="Bas Wolff" initials="" userId="S::bas.wolff@nomadrail.com::bb582f94-88f1-4f35-9cb5-60972b7343fb" providerId="AD"/>
  <p188:author id="{7A74962E-FD23-D2B6-BCF5-F43C06C484D5}" name="Omar Alobeed" initials="" userId="S::omar.alobeed@nomadrail.com::abc95964-1651-4a1f-acef-17f1a2850c80" providerId="AD"/>
  <p188:author id="{190AF86C-6973-DFCC-6B6B-2661FF9F1850}" name="Ann Wilkes" initials="AW" userId="S::ann.wilkes@nomadrail.com::63da3b92-580a-4bea-a93a-f0900b2de47c" providerId="AD"/>
  <p188:author id="{FF81C5A1-0725-7C26-B444-3ED4AED88065}" name="Yannick Hascoet" initials="" userId="S::yannick.hascoet@nomadrail.com::737491e6-ef57-4666-8978-2007a5676828" providerId="AD"/>
  <p188:author id="{B28B7DCC-3BA3-9BA5-9936-EE47B612B9E2}" name="Leslie Washington" initials="LW" userId="S::leslie.washington@nomadrail.com::54210b0d-1ecc-4c84-bb1b-56bbd2e350e7" providerId="AD"/>
  <p188:author id="{A8F294D7-7D62-7746-08C5-B8124EE4F44E}" name="Clemence Catoire" initials="" userId="S::clemence.catoire@nomadrail.com::85852619-4b3d-45dc-a6b6-38ed913585fd" providerId="AD"/>
  <p188:author id="{38B512D9-7CA9-70FA-129C-F7A8B8AB4AE7}" name="Lars Harms" initials="LH" userId="S::lars.harms@nomadrail.com::d941bc8c-19aa-476d-9275-e85d7052c04e" providerId="AD"/>
  <p188:author id="{0BE30EDC-4D83-0E91-2C86-9B4614D839E3}" name="Edouard Vagogne" initials="EV" userId="S::edouard.vagogne@nomadrail.com::c9a1d10d-838e-4ffc-bb96-904e736c4b42" providerId="AD"/>
  <p188:author id="{E3F111EC-1AA1-E787-C189-D0687AE2E393}" name="Derek Abdinor" initials="" userId="S::derek.abdinor@nomadrail.com::66583611-c51c-493e-89d2-a3910c316fd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emma Cronnie" initials="GC" lastIdx="3" clrIdx="0">
    <p:extLst>
      <p:ext uri="{19B8F6BF-5375-455C-9EA6-DF929625EA0E}">
        <p15:presenceInfo xmlns:p15="http://schemas.microsoft.com/office/powerpoint/2012/main" userId="3dd4dfe37549e9c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6BAB0"/>
    <a:srgbClr val="CB333B"/>
    <a:srgbClr val="99CCFF"/>
    <a:srgbClr val="FBA81C"/>
    <a:srgbClr val="74787B"/>
    <a:srgbClr val="E3E4E5"/>
    <a:srgbClr val="334EA2"/>
    <a:srgbClr val="AE2086"/>
    <a:srgbClr val="97999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0AF5C2-3F81-4A66-918E-C5E5BAB0C90D}" v="5" dt="2026-06-18T17:20:53.461"/>
    <p1510:client id="{9F788D8F-F13C-44F8-83FB-32803BA13456}" v="58" dt="2026-06-18T08:33:23.3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5.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5" Type="http://schemas.openxmlformats.org/officeDocument/2006/relationships/slideMaster" Target="slideMasters/slideMaster2.xml"/><Relationship Id="rId15" Type="http://schemas.openxmlformats.org/officeDocument/2006/relationships/notesMaster" Target="notesMasters/notesMaster1.xml"/><Relationship Id="rId23" Type="http://schemas.microsoft.com/office/2018/10/relationships/authors" Target="authors.xml"/><Relationship Id="rId10" Type="http://schemas.openxmlformats.org/officeDocument/2006/relationships/slide" Target="slides/slide2.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D551EA6-F18E-4A7A-9138-EA3A496192DE}"/>
              </a:ext>
            </a:extLst>
          </p:cNvPr>
          <p:cNvSpPr>
            <a:spLocks noGrp="1"/>
          </p:cNvSpPr>
          <p:nvPr>
            <p:ph type="hdr" sz="quarter"/>
          </p:nvPr>
        </p:nvSpPr>
        <p:spPr>
          <a:xfrm>
            <a:off x="0" y="0"/>
            <a:ext cx="3037840" cy="466434"/>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DCD265F9-30DB-42A9-ADAA-00A7DC45001F}"/>
              </a:ext>
            </a:extLst>
          </p:cNvPr>
          <p:cNvSpPr>
            <a:spLocks noGrp="1"/>
          </p:cNvSpPr>
          <p:nvPr>
            <p:ph type="dt" sz="quarter" idx="1"/>
          </p:nvPr>
        </p:nvSpPr>
        <p:spPr>
          <a:xfrm>
            <a:off x="3970938" y="0"/>
            <a:ext cx="3037840" cy="466434"/>
          </a:xfrm>
          <a:prstGeom prst="rect">
            <a:avLst/>
          </a:prstGeom>
        </p:spPr>
        <p:txBody>
          <a:bodyPr vert="horz" lIns="91440" tIns="45720" rIns="91440" bIns="45720" rtlCol="0"/>
          <a:lstStyle>
            <a:lvl1pPr algn="r">
              <a:defRPr sz="1200"/>
            </a:lvl1pPr>
          </a:lstStyle>
          <a:p>
            <a:fld id="{F82021EA-3E52-427C-B475-0CA0F9F6DE6F}" type="datetimeFigureOut">
              <a:rPr lang="en-GB" smtClean="0"/>
              <a:t>05/07/2026</a:t>
            </a:fld>
            <a:endParaRPr lang="en-GB"/>
          </a:p>
        </p:txBody>
      </p:sp>
      <p:sp>
        <p:nvSpPr>
          <p:cNvPr id="4" name="Footer Placeholder 3">
            <a:extLst>
              <a:ext uri="{FF2B5EF4-FFF2-40B4-BE49-F238E27FC236}">
                <a16:creationId xmlns:a16="http://schemas.microsoft.com/office/drawing/2014/main" id="{8FD906D5-CD04-40CC-8DEA-3396D40FA593}"/>
              </a:ext>
            </a:extLst>
          </p:cNvPr>
          <p:cNvSpPr>
            <a:spLocks noGrp="1"/>
          </p:cNvSpPr>
          <p:nvPr>
            <p:ph type="ftr" sz="quarter" idx="2"/>
          </p:nvPr>
        </p:nvSpPr>
        <p:spPr>
          <a:xfrm>
            <a:off x="0" y="8829971"/>
            <a:ext cx="3037840" cy="466433"/>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BC50E7AA-B5DC-45F4-9CFC-5B4BF08895F4}"/>
              </a:ext>
            </a:extLst>
          </p:cNvPr>
          <p:cNvSpPr>
            <a:spLocks noGrp="1"/>
          </p:cNvSpPr>
          <p:nvPr>
            <p:ph type="sldNum" sz="quarter" idx="3"/>
          </p:nvPr>
        </p:nvSpPr>
        <p:spPr>
          <a:xfrm>
            <a:off x="3970938" y="8829971"/>
            <a:ext cx="3037840" cy="466433"/>
          </a:xfrm>
          <a:prstGeom prst="rect">
            <a:avLst/>
          </a:prstGeom>
        </p:spPr>
        <p:txBody>
          <a:bodyPr vert="horz" lIns="91440" tIns="45720" rIns="91440" bIns="45720" rtlCol="0" anchor="b"/>
          <a:lstStyle>
            <a:lvl1pPr algn="r">
              <a:defRPr sz="1200"/>
            </a:lvl1pPr>
          </a:lstStyle>
          <a:p>
            <a:fld id="{A371881C-F716-4F51-AC45-A929B092ED12}" type="slidenum">
              <a:rPr lang="en-GB" smtClean="0"/>
              <a:t>‹#›</a:t>
            </a:fld>
            <a:endParaRPr lang="en-GB"/>
          </a:p>
        </p:txBody>
      </p:sp>
    </p:spTree>
    <p:extLst>
      <p:ext uri="{BB962C8B-B14F-4D97-AF65-F5344CB8AC3E}">
        <p14:creationId xmlns:p14="http://schemas.microsoft.com/office/powerpoint/2010/main" val="39991506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970938" y="0"/>
            <a:ext cx="3037840" cy="466434"/>
          </a:xfrm>
          <a:prstGeom prst="rect">
            <a:avLst/>
          </a:prstGeom>
        </p:spPr>
        <p:txBody>
          <a:bodyPr vert="horz" lIns="91440" tIns="45720" rIns="91440" bIns="45720" rtlCol="0"/>
          <a:lstStyle>
            <a:lvl1pPr algn="r">
              <a:defRPr sz="1200"/>
            </a:lvl1pPr>
          </a:lstStyle>
          <a:p>
            <a:fld id="{FEC6CA7B-EA09-418F-9795-47FBE07F3B73}" type="datetimeFigureOut">
              <a:rPr lang="en-GB" smtClean="0"/>
              <a:t>05/07/2026</a:t>
            </a:fld>
            <a:endParaRPr lang="en-GB"/>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701041" y="4473895"/>
            <a:ext cx="5608320" cy="366045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829971"/>
            <a:ext cx="3037840" cy="466433"/>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970938" y="8829971"/>
            <a:ext cx="3037840" cy="466433"/>
          </a:xfrm>
          <a:prstGeom prst="rect">
            <a:avLst/>
          </a:prstGeom>
        </p:spPr>
        <p:txBody>
          <a:bodyPr vert="horz" lIns="91440" tIns="45720" rIns="91440" bIns="45720" rtlCol="0" anchor="b"/>
          <a:lstStyle>
            <a:lvl1pPr algn="r">
              <a:defRPr sz="1200"/>
            </a:lvl1pPr>
          </a:lstStyle>
          <a:p>
            <a:fld id="{BE5DEE3D-D35D-4D44-A6C8-4BF02511E924}" type="slidenum">
              <a:rPr lang="en-GB" smtClean="0"/>
              <a:t>‹#›</a:t>
            </a:fld>
            <a:endParaRPr lang="en-GB"/>
          </a:p>
        </p:txBody>
      </p:sp>
    </p:spTree>
    <p:extLst>
      <p:ext uri="{BB962C8B-B14F-4D97-AF65-F5344CB8AC3E}">
        <p14:creationId xmlns:p14="http://schemas.microsoft.com/office/powerpoint/2010/main" val="3448938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DE"/>
          </a:p>
        </p:txBody>
      </p:sp>
      <p:sp>
        <p:nvSpPr>
          <p:cNvPr id="4" name="Foliennummernplatzhalter 3"/>
          <p:cNvSpPr>
            <a:spLocks noGrp="1"/>
          </p:cNvSpPr>
          <p:nvPr>
            <p:ph type="sldNum" sz="quarter" idx="5"/>
          </p:nvPr>
        </p:nvSpPr>
        <p:spPr/>
        <p:txBody>
          <a:bodyPr/>
          <a:lstStyle/>
          <a:p>
            <a:fld id="{BE5DEE3D-D35D-4D44-A6C8-4BF02511E924}" type="slidenum">
              <a:rPr lang="en-GB" smtClean="0"/>
              <a:t>1</a:t>
            </a:fld>
            <a:endParaRPr lang="en-GB"/>
          </a:p>
        </p:txBody>
      </p:sp>
    </p:spTree>
    <p:extLst>
      <p:ext uri="{BB962C8B-B14F-4D97-AF65-F5344CB8AC3E}">
        <p14:creationId xmlns:p14="http://schemas.microsoft.com/office/powerpoint/2010/main" val="3332263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5.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genda_long">
    <p:spTree>
      <p:nvGrpSpPr>
        <p:cNvPr id="1" name=""/>
        <p:cNvGrpSpPr/>
        <p:nvPr/>
      </p:nvGrpSpPr>
      <p:grpSpPr>
        <a:xfrm>
          <a:off x="0" y="0"/>
          <a:ext cx="0" cy="0"/>
          <a:chOff x="0" y="0"/>
          <a:chExt cx="0" cy="0"/>
        </a:xfrm>
      </p:grpSpPr>
      <p:sp>
        <p:nvSpPr>
          <p:cNvPr id="27" name="Freeform: Shape 26">
            <a:extLst>
              <a:ext uri="{FF2B5EF4-FFF2-40B4-BE49-F238E27FC236}">
                <a16:creationId xmlns:a16="http://schemas.microsoft.com/office/drawing/2014/main" id="{2504DC92-A59A-4461-AF86-926382D3ADDA}"/>
              </a:ext>
            </a:extLst>
          </p:cNvPr>
          <p:cNvSpPr/>
          <p:nvPr userDrawn="1"/>
        </p:nvSpPr>
        <p:spPr>
          <a:xfrm>
            <a:off x="-10029" y="4173436"/>
            <a:ext cx="13099798" cy="3161414"/>
          </a:xfrm>
          <a:custGeom>
            <a:avLst/>
            <a:gdLst>
              <a:gd name="connsiteX0" fmla="*/ 8458354 w 13099798"/>
              <a:gd name="connsiteY0" fmla="*/ 0 h 3161414"/>
              <a:gd name="connsiteX1" fmla="*/ 13031177 w 13099798"/>
              <a:gd name="connsiteY1" fmla="*/ 633663 h 3161414"/>
              <a:gd name="connsiteX2" fmla="*/ 13099798 w 13099798"/>
              <a:gd name="connsiteY2" fmla="*/ 654076 h 3161414"/>
              <a:gd name="connsiteX3" fmla="*/ 13099798 w 13099798"/>
              <a:gd name="connsiteY3" fmla="*/ 3161414 h 3161414"/>
              <a:gd name="connsiteX4" fmla="*/ 0 w 13099798"/>
              <a:gd name="connsiteY4" fmla="*/ 3161414 h 3161414"/>
              <a:gd name="connsiteX5" fmla="*/ 0 w 13099798"/>
              <a:gd name="connsiteY5" fmla="*/ 2298177 h 3161414"/>
              <a:gd name="connsiteX6" fmla="*/ 144006 w 13099798"/>
              <a:gd name="connsiteY6" fmla="*/ 2213040 h 3161414"/>
              <a:gd name="connsiteX7" fmla="*/ 8458354 w 13099798"/>
              <a:gd name="connsiteY7" fmla="*/ 0 h 3161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99798" h="3161414">
                <a:moveTo>
                  <a:pt x="8458354" y="0"/>
                </a:moveTo>
                <a:cubicBezTo>
                  <a:pt x="10043928" y="0"/>
                  <a:pt x="11577904" y="220922"/>
                  <a:pt x="13031177" y="633663"/>
                </a:cubicBezTo>
                <a:lnTo>
                  <a:pt x="13099798" y="654076"/>
                </a:lnTo>
                <a:lnTo>
                  <a:pt x="13099798" y="3161414"/>
                </a:lnTo>
                <a:lnTo>
                  <a:pt x="0" y="3161414"/>
                </a:lnTo>
                <a:lnTo>
                  <a:pt x="0" y="2298177"/>
                </a:lnTo>
                <a:lnTo>
                  <a:pt x="144006" y="2213040"/>
                </a:lnTo>
                <a:cubicBezTo>
                  <a:pt x="2592402" y="805178"/>
                  <a:pt x="5431349" y="0"/>
                  <a:pt x="8458354" y="0"/>
                </a:cubicBezTo>
                <a:close/>
              </a:path>
            </a:pathLst>
          </a:custGeom>
          <a:solidFill>
            <a:srgbClr val="E3E4E5">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sz="1600"/>
          </a:p>
        </p:txBody>
      </p:sp>
      <p:sp>
        <p:nvSpPr>
          <p:cNvPr id="2" name="Title 1">
            <a:extLst>
              <a:ext uri="{FF2B5EF4-FFF2-40B4-BE49-F238E27FC236}">
                <a16:creationId xmlns:a16="http://schemas.microsoft.com/office/drawing/2014/main" id="{9566C0B6-EE8B-4AD1-8FDD-D9FFB420016F}"/>
              </a:ext>
            </a:extLst>
          </p:cNvPr>
          <p:cNvSpPr>
            <a:spLocks noGrp="1"/>
          </p:cNvSpPr>
          <p:nvPr>
            <p:ph type="title" hasCustomPrompt="1"/>
          </p:nvPr>
        </p:nvSpPr>
        <p:spPr>
          <a:xfrm>
            <a:off x="1116348" y="1049920"/>
            <a:ext cx="10285412" cy="503990"/>
          </a:xfrm>
        </p:spPr>
        <p:txBody>
          <a:bodyPr>
            <a:noAutofit/>
          </a:bodyPr>
          <a:lstStyle>
            <a:lvl1pPr>
              <a:defRPr sz="3600"/>
            </a:lvl1pPr>
          </a:lstStyle>
          <a:p>
            <a:r>
              <a:rPr lang="en-US"/>
              <a:t>Agenda</a:t>
            </a:r>
            <a:endParaRPr lang="en-GB"/>
          </a:p>
        </p:txBody>
      </p:sp>
      <p:sp>
        <p:nvSpPr>
          <p:cNvPr id="3" name="Slide Number Placeholder 2">
            <a:extLst>
              <a:ext uri="{FF2B5EF4-FFF2-40B4-BE49-F238E27FC236}">
                <a16:creationId xmlns:a16="http://schemas.microsoft.com/office/drawing/2014/main" id="{C90F9F34-D36F-4066-A6B8-DDA3124457B9}"/>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sp>
        <p:nvSpPr>
          <p:cNvPr id="17" name="Text Placeholder 16">
            <a:extLst>
              <a:ext uri="{FF2B5EF4-FFF2-40B4-BE49-F238E27FC236}">
                <a16:creationId xmlns:a16="http://schemas.microsoft.com/office/drawing/2014/main" id="{04424D62-15FE-4EC0-9862-5A1F24908F55}"/>
              </a:ext>
            </a:extLst>
          </p:cNvPr>
          <p:cNvSpPr>
            <a:spLocks noGrp="1"/>
          </p:cNvSpPr>
          <p:nvPr>
            <p:ph type="body" sz="quarter" idx="11" hasCustomPrompt="1"/>
          </p:nvPr>
        </p:nvSpPr>
        <p:spPr>
          <a:xfrm>
            <a:off x="1115756" y="2032008"/>
            <a:ext cx="10286004" cy="3622668"/>
          </a:xfrm>
        </p:spPr>
        <p:txBody>
          <a:bodyPr/>
          <a:lstStyle>
            <a:lvl1pPr marL="457200" indent="-457200">
              <a:buFont typeface="+mj-lt"/>
              <a:buAutoNum type="arabicPeriod"/>
              <a:defRPr/>
            </a:lvl1pPr>
            <a:lvl2pPr marL="457200" indent="0">
              <a:buNone/>
              <a:defRPr/>
            </a:lvl2pPr>
          </a:lstStyle>
          <a:p>
            <a:pPr lvl="0"/>
            <a:r>
              <a:rPr lang="en-US"/>
              <a:t>Text Level one</a:t>
            </a:r>
          </a:p>
          <a:p>
            <a:pPr lvl="1"/>
            <a:r>
              <a:rPr lang="en-US"/>
              <a:t>Second level</a:t>
            </a:r>
          </a:p>
        </p:txBody>
      </p:sp>
      <p:cxnSp>
        <p:nvCxnSpPr>
          <p:cNvPr id="18" name="Straight Connector 17">
            <a:extLst>
              <a:ext uri="{FF2B5EF4-FFF2-40B4-BE49-F238E27FC236}">
                <a16:creationId xmlns:a16="http://schemas.microsoft.com/office/drawing/2014/main" id="{AE013908-6F84-40A7-9426-CD0F0704E9A7}"/>
              </a:ext>
            </a:extLst>
          </p:cNvPr>
          <p:cNvCxnSpPr>
            <a:cxnSpLocks/>
          </p:cNvCxnSpPr>
          <p:nvPr userDrawn="1"/>
        </p:nvCxnSpPr>
        <p:spPr>
          <a:xfrm>
            <a:off x="1115756" y="1791112"/>
            <a:ext cx="1401762"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B94910B9-606D-4030-B37F-59D9A9B598D5}"/>
              </a:ext>
            </a:extLst>
          </p:cNvPr>
          <p:cNvSpPr/>
          <p:nvPr userDrawn="1"/>
        </p:nvSpPr>
        <p:spPr>
          <a:xfrm>
            <a:off x="0" y="0"/>
            <a:ext cx="360000" cy="6858000"/>
          </a:xfrm>
          <a:prstGeom prst="rect">
            <a:avLst/>
          </a:prstGeom>
          <a:solidFill>
            <a:srgbClr val="CB33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8" name="Group 7">
            <a:extLst>
              <a:ext uri="{FF2B5EF4-FFF2-40B4-BE49-F238E27FC236}">
                <a16:creationId xmlns:a16="http://schemas.microsoft.com/office/drawing/2014/main" id="{1DF15B17-DE9F-4ED4-9980-282132D744F8}"/>
              </a:ext>
            </a:extLst>
          </p:cNvPr>
          <p:cNvGrpSpPr/>
          <p:nvPr userDrawn="1"/>
        </p:nvGrpSpPr>
        <p:grpSpPr>
          <a:xfrm rot="16714686" flipH="1" flipV="1">
            <a:off x="9385487" y="1982721"/>
            <a:ext cx="4032544" cy="3881494"/>
            <a:chOff x="4214728" y="1066800"/>
            <a:chExt cx="5234810" cy="5038724"/>
          </a:xfrm>
        </p:grpSpPr>
        <p:sp>
          <p:nvSpPr>
            <p:cNvPr id="9" name="Oval 8">
              <a:extLst>
                <a:ext uri="{FF2B5EF4-FFF2-40B4-BE49-F238E27FC236}">
                  <a16:creationId xmlns:a16="http://schemas.microsoft.com/office/drawing/2014/main" id="{8620755C-3353-4C0F-9F24-1D835EA5B757}"/>
                </a:ext>
              </a:extLst>
            </p:cNvPr>
            <p:cNvSpPr/>
            <p:nvPr userDrawn="1"/>
          </p:nvSpPr>
          <p:spPr>
            <a:xfrm>
              <a:off x="4276726" y="1066800"/>
              <a:ext cx="5038726" cy="5038724"/>
            </a:xfrm>
            <a:prstGeom prst="ellipse">
              <a:avLst/>
            </a:prstGeom>
            <a:noFill/>
            <a:ln w="22225">
              <a:solidFill>
                <a:srgbClr val="97999B"/>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a16="http://schemas.microsoft.com/office/drawing/2014/main" id="{E9B2CE5F-D5A7-4180-AD0F-318EA4CC3F55}"/>
                </a:ext>
              </a:extLst>
            </p:cNvPr>
            <p:cNvSpPr/>
            <p:nvPr userDrawn="1"/>
          </p:nvSpPr>
          <p:spPr>
            <a:xfrm>
              <a:off x="5323015" y="5505299"/>
              <a:ext cx="523741" cy="523741"/>
            </a:xfrm>
            <a:prstGeom prst="ellipse">
              <a:avLst/>
            </a:prstGeom>
            <a:solidFill>
              <a:schemeClr val="bg1"/>
            </a:solidFill>
            <a:ln w="73025">
              <a:solidFill>
                <a:srgbClr val="CB33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EECA2FFB-D106-4E8C-8320-A5EC7AA26303}"/>
                </a:ext>
              </a:extLst>
            </p:cNvPr>
            <p:cNvSpPr/>
            <p:nvPr userDrawn="1"/>
          </p:nvSpPr>
          <p:spPr>
            <a:xfrm>
              <a:off x="4214728" y="4454951"/>
              <a:ext cx="740526" cy="740525"/>
            </a:xfrm>
            <a:prstGeom prst="ellipse">
              <a:avLst/>
            </a:prstGeom>
            <a:solidFill>
              <a:schemeClr val="bg1"/>
            </a:solidFill>
            <a:ln w="92075">
              <a:solidFill>
                <a:srgbClr val="334E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A2B837E5-E5B5-48CC-B620-F78EAD1509A8}"/>
                </a:ext>
              </a:extLst>
            </p:cNvPr>
            <p:cNvSpPr/>
            <p:nvPr userDrawn="1"/>
          </p:nvSpPr>
          <p:spPr>
            <a:xfrm>
              <a:off x="8981202" y="3892575"/>
              <a:ext cx="468336" cy="468338"/>
            </a:xfrm>
            <a:prstGeom prst="ellipse">
              <a:avLst/>
            </a:prstGeom>
            <a:solidFill>
              <a:schemeClr val="bg1"/>
            </a:solidFill>
            <a:ln w="53975">
              <a:solidFill>
                <a:srgbClr val="74787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7728087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_A2">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B0576446-C771-4D12-93AB-7BE429398B33}"/>
              </a:ext>
            </a:extLst>
          </p:cNvPr>
          <p:cNvSpPr/>
          <p:nvPr userDrawn="1"/>
        </p:nvSpPr>
        <p:spPr>
          <a:xfrm>
            <a:off x="-10029" y="4173436"/>
            <a:ext cx="13099798" cy="3161414"/>
          </a:xfrm>
          <a:custGeom>
            <a:avLst/>
            <a:gdLst>
              <a:gd name="connsiteX0" fmla="*/ 8458354 w 13099798"/>
              <a:gd name="connsiteY0" fmla="*/ 0 h 3161414"/>
              <a:gd name="connsiteX1" fmla="*/ 13031177 w 13099798"/>
              <a:gd name="connsiteY1" fmla="*/ 633663 h 3161414"/>
              <a:gd name="connsiteX2" fmla="*/ 13099798 w 13099798"/>
              <a:gd name="connsiteY2" fmla="*/ 654076 h 3161414"/>
              <a:gd name="connsiteX3" fmla="*/ 13099798 w 13099798"/>
              <a:gd name="connsiteY3" fmla="*/ 3161414 h 3161414"/>
              <a:gd name="connsiteX4" fmla="*/ 0 w 13099798"/>
              <a:gd name="connsiteY4" fmla="*/ 3161414 h 3161414"/>
              <a:gd name="connsiteX5" fmla="*/ 0 w 13099798"/>
              <a:gd name="connsiteY5" fmla="*/ 2298177 h 3161414"/>
              <a:gd name="connsiteX6" fmla="*/ 144006 w 13099798"/>
              <a:gd name="connsiteY6" fmla="*/ 2213040 h 3161414"/>
              <a:gd name="connsiteX7" fmla="*/ 8458354 w 13099798"/>
              <a:gd name="connsiteY7" fmla="*/ 0 h 3161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99798" h="3161414">
                <a:moveTo>
                  <a:pt x="8458354" y="0"/>
                </a:moveTo>
                <a:cubicBezTo>
                  <a:pt x="10043928" y="0"/>
                  <a:pt x="11577904" y="220922"/>
                  <a:pt x="13031177" y="633663"/>
                </a:cubicBezTo>
                <a:lnTo>
                  <a:pt x="13099798" y="654076"/>
                </a:lnTo>
                <a:lnTo>
                  <a:pt x="13099798" y="3161414"/>
                </a:lnTo>
                <a:lnTo>
                  <a:pt x="0" y="3161414"/>
                </a:lnTo>
                <a:lnTo>
                  <a:pt x="0" y="2298177"/>
                </a:lnTo>
                <a:lnTo>
                  <a:pt x="144006" y="2213040"/>
                </a:lnTo>
                <a:cubicBezTo>
                  <a:pt x="2592402" y="805178"/>
                  <a:pt x="5431349" y="0"/>
                  <a:pt x="8458354" y="0"/>
                </a:cubicBezTo>
                <a:close/>
              </a:path>
            </a:pathLst>
          </a:custGeom>
          <a:solidFill>
            <a:srgbClr val="E3E4E5">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sz="1600"/>
          </a:p>
        </p:txBody>
      </p:sp>
      <p:sp>
        <p:nvSpPr>
          <p:cNvPr id="20" name="Rectangle 19">
            <a:extLst>
              <a:ext uri="{FF2B5EF4-FFF2-40B4-BE49-F238E27FC236}">
                <a16:creationId xmlns:a16="http://schemas.microsoft.com/office/drawing/2014/main" id="{36D6C005-2AE8-465E-A0E0-86C1CC523C06}"/>
              </a:ext>
            </a:extLst>
          </p:cNvPr>
          <p:cNvSpPr/>
          <p:nvPr userDrawn="1"/>
        </p:nvSpPr>
        <p:spPr>
          <a:xfrm>
            <a:off x="0" y="0"/>
            <a:ext cx="360000" cy="6858000"/>
          </a:xfrm>
          <a:prstGeom prst="rect">
            <a:avLst/>
          </a:prstGeom>
          <a:solidFill>
            <a:srgbClr val="CB33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Rounded Corners 16">
            <a:extLst>
              <a:ext uri="{FF2B5EF4-FFF2-40B4-BE49-F238E27FC236}">
                <a16:creationId xmlns:a16="http://schemas.microsoft.com/office/drawing/2014/main" id="{D9630121-1C79-4FB5-B82A-098839F37367}"/>
              </a:ext>
            </a:extLst>
          </p:cNvPr>
          <p:cNvSpPr/>
          <p:nvPr userDrawn="1"/>
        </p:nvSpPr>
        <p:spPr>
          <a:xfrm>
            <a:off x="1711418" y="2301213"/>
            <a:ext cx="2255573" cy="2255573"/>
          </a:xfrm>
          <a:prstGeom prst="roundRect">
            <a:avLst>
              <a:gd name="adj" fmla="val 5558"/>
            </a:avLst>
          </a:prstGeom>
          <a:solidFill>
            <a:srgbClr val="7478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 Placeholder 11">
            <a:extLst>
              <a:ext uri="{FF2B5EF4-FFF2-40B4-BE49-F238E27FC236}">
                <a16:creationId xmlns:a16="http://schemas.microsoft.com/office/drawing/2014/main" id="{5728BFB0-6946-487B-B6B0-4C3A97302223}"/>
              </a:ext>
            </a:extLst>
          </p:cNvPr>
          <p:cNvSpPr>
            <a:spLocks noGrp="1"/>
          </p:cNvSpPr>
          <p:nvPr>
            <p:ph type="body" sz="quarter" idx="11" hasCustomPrompt="1"/>
          </p:nvPr>
        </p:nvSpPr>
        <p:spPr>
          <a:xfrm>
            <a:off x="1443542" y="2797521"/>
            <a:ext cx="2791324" cy="1262955"/>
          </a:xfrm>
          <a:prstGeom prst="rect">
            <a:avLst/>
          </a:prstGeom>
        </p:spPr>
        <p:txBody>
          <a:bodyPr anchor="ctr">
            <a:noAutofit/>
          </a:bodyPr>
          <a:lstStyle>
            <a:lvl1pPr marL="0" indent="0" algn="ctr">
              <a:buNone/>
              <a:defRPr sz="8000" b="1">
                <a:solidFill>
                  <a:schemeClr val="bg1"/>
                </a:solidFill>
              </a:defRPr>
            </a:lvl1pPr>
          </a:lstStyle>
          <a:p>
            <a:pPr lvl="0"/>
            <a:r>
              <a:rPr lang="en-GB"/>
              <a:t>00</a:t>
            </a:r>
          </a:p>
        </p:txBody>
      </p:sp>
      <p:sp>
        <p:nvSpPr>
          <p:cNvPr id="22" name="Text Placeholder 16">
            <a:extLst>
              <a:ext uri="{FF2B5EF4-FFF2-40B4-BE49-F238E27FC236}">
                <a16:creationId xmlns:a16="http://schemas.microsoft.com/office/drawing/2014/main" id="{05501271-8CC3-4053-ACFA-2E5B6BE632F9}"/>
              </a:ext>
            </a:extLst>
          </p:cNvPr>
          <p:cNvSpPr>
            <a:spLocks noGrp="1"/>
          </p:cNvSpPr>
          <p:nvPr>
            <p:ph type="body" sz="quarter" idx="12" hasCustomPrompt="1"/>
          </p:nvPr>
        </p:nvSpPr>
        <p:spPr>
          <a:xfrm>
            <a:off x="4631984" y="2638151"/>
            <a:ext cx="5638800" cy="707105"/>
          </a:xfrm>
          <a:prstGeom prst="rect">
            <a:avLst/>
          </a:prstGeom>
        </p:spPr>
        <p:txBody>
          <a:bodyPr anchor="ctr">
            <a:normAutofit/>
          </a:bodyPr>
          <a:lstStyle>
            <a:lvl1pPr marL="0" indent="0" algn="l">
              <a:buNone/>
              <a:defRPr sz="4800">
                <a:solidFill>
                  <a:srgbClr val="CB333B"/>
                </a:solidFill>
              </a:defRPr>
            </a:lvl1pPr>
          </a:lstStyle>
          <a:p>
            <a:pPr lvl="0"/>
            <a:r>
              <a:rPr lang="en-US"/>
              <a:t>Title of chapter</a:t>
            </a:r>
            <a:endParaRPr lang="en-GB"/>
          </a:p>
        </p:txBody>
      </p:sp>
      <p:sp>
        <p:nvSpPr>
          <p:cNvPr id="23" name="Text Placeholder 16">
            <a:extLst>
              <a:ext uri="{FF2B5EF4-FFF2-40B4-BE49-F238E27FC236}">
                <a16:creationId xmlns:a16="http://schemas.microsoft.com/office/drawing/2014/main" id="{7ACB40B2-2290-45A8-8EB1-250DCEC2CDD2}"/>
              </a:ext>
            </a:extLst>
          </p:cNvPr>
          <p:cNvSpPr>
            <a:spLocks noGrp="1"/>
          </p:cNvSpPr>
          <p:nvPr>
            <p:ph type="body" sz="quarter" idx="13" hasCustomPrompt="1"/>
          </p:nvPr>
        </p:nvSpPr>
        <p:spPr>
          <a:xfrm>
            <a:off x="4631984" y="3522129"/>
            <a:ext cx="5638800" cy="739276"/>
          </a:xfrm>
          <a:prstGeom prst="rect">
            <a:avLst/>
          </a:prstGeom>
        </p:spPr>
        <p:txBody>
          <a:bodyPr anchor="ctr">
            <a:normAutofit/>
          </a:bodyPr>
          <a:lstStyle>
            <a:lvl1pPr marL="0" indent="0" algn="l">
              <a:buNone/>
              <a:defRPr sz="2400">
                <a:solidFill>
                  <a:srgbClr val="74787B"/>
                </a:solidFill>
              </a:defRPr>
            </a:lvl1pPr>
          </a:lstStyle>
          <a:p>
            <a:pPr lvl="0"/>
            <a:r>
              <a:rPr lang="en-US"/>
              <a:t>Subtitle of chapter</a:t>
            </a:r>
            <a:endParaRPr lang="en-GB"/>
          </a:p>
        </p:txBody>
      </p:sp>
      <p:cxnSp>
        <p:nvCxnSpPr>
          <p:cNvPr id="24" name="Straight Connector 23">
            <a:extLst>
              <a:ext uri="{FF2B5EF4-FFF2-40B4-BE49-F238E27FC236}">
                <a16:creationId xmlns:a16="http://schemas.microsoft.com/office/drawing/2014/main" id="{1250F2FE-EFAA-4C47-B862-AAB3D7F2BB50}"/>
              </a:ext>
            </a:extLst>
          </p:cNvPr>
          <p:cNvCxnSpPr>
            <a:cxnSpLocks/>
          </p:cNvCxnSpPr>
          <p:nvPr userDrawn="1"/>
        </p:nvCxnSpPr>
        <p:spPr>
          <a:xfrm>
            <a:off x="4631984" y="3424668"/>
            <a:ext cx="1401762" cy="0"/>
          </a:xfrm>
          <a:prstGeom prst="line">
            <a:avLst/>
          </a:prstGeom>
          <a:ln w="12700">
            <a:solidFill>
              <a:srgbClr val="334EA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97215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5B0421C-A7E3-4AEE-ABD1-6A01A0B6F342}"/>
              </a:ext>
            </a:extLst>
          </p:cNvPr>
          <p:cNvSpPr>
            <a:spLocks noGrp="1"/>
          </p:cNvSpPr>
          <p:nvPr>
            <p:ph type="sldNum" sz="quarter" idx="10"/>
          </p:nvPr>
        </p:nvSpPr>
        <p:spPr/>
        <p:txBody>
          <a:bodyPr/>
          <a:lstStyle/>
          <a:p>
            <a:fld id="{F9C72FE7-3E28-4995-B4B7-F4CABFB817F3}" type="slidenum">
              <a:rPr lang="en-GB" smtClean="0"/>
              <a:pPr/>
              <a:t>‹#›</a:t>
            </a:fld>
            <a:endParaRPr lang="en-GB"/>
          </a:p>
        </p:txBody>
      </p:sp>
    </p:spTree>
    <p:extLst>
      <p:ext uri="{BB962C8B-B14F-4D97-AF65-F5344CB8AC3E}">
        <p14:creationId xmlns:p14="http://schemas.microsoft.com/office/powerpoint/2010/main" val="12198630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Cover_A2">
    <p:spTree>
      <p:nvGrpSpPr>
        <p:cNvPr id="1" name=""/>
        <p:cNvGrpSpPr/>
        <p:nvPr/>
      </p:nvGrpSpPr>
      <p:grpSpPr>
        <a:xfrm>
          <a:off x="0" y="0"/>
          <a:ext cx="0" cy="0"/>
          <a:chOff x="0" y="0"/>
          <a:chExt cx="0" cy="0"/>
        </a:xfrm>
      </p:grpSpPr>
      <p:sp>
        <p:nvSpPr>
          <p:cNvPr id="39" name="Freeform: Shape 38">
            <a:extLst>
              <a:ext uri="{FF2B5EF4-FFF2-40B4-BE49-F238E27FC236}">
                <a16:creationId xmlns:a16="http://schemas.microsoft.com/office/drawing/2014/main" id="{4D1E769C-A89A-4F0C-95CB-4D048E333008}"/>
              </a:ext>
            </a:extLst>
          </p:cNvPr>
          <p:cNvSpPr/>
          <p:nvPr userDrawn="1"/>
        </p:nvSpPr>
        <p:spPr>
          <a:xfrm>
            <a:off x="-10029" y="4173436"/>
            <a:ext cx="13099798" cy="3161414"/>
          </a:xfrm>
          <a:custGeom>
            <a:avLst/>
            <a:gdLst>
              <a:gd name="connsiteX0" fmla="*/ 8458354 w 13099798"/>
              <a:gd name="connsiteY0" fmla="*/ 0 h 3161414"/>
              <a:gd name="connsiteX1" fmla="*/ 13031177 w 13099798"/>
              <a:gd name="connsiteY1" fmla="*/ 633663 h 3161414"/>
              <a:gd name="connsiteX2" fmla="*/ 13099798 w 13099798"/>
              <a:gd name="connsiteY2" fmla="*/ 654076 h 3161414"/>
              <a:gd name="connsiteX3" fmla="*/ 13099798 w 13099798"/>
              <a:gd name="connsiteY3" fmla="*/ 3161414 h 3161414"/>
              <a:gd name="connsiteX4" fmla="*/ 0 w 13099798"/>
              <a:gd name="connsiteY4" fmla="*/ 3161414 h 3161414"/>
              <a:gd name="connsiteX5" fmla="*/ 0 w 13099798"/>
              <a:gd name="connsiteY5" fmla="*/ 2298177 h 3161414"/>
              <a:gd name="connsiteX6" fmla="*/ 144006 w 13099798"/>
              <a:gd name="connsiteY6" fmla="*/ 2213040 h 3161414"/>
              <a:gd name="connsiteX7" fmla="*/ 8458354 w 13099798"/>
              <a:gd name="connsiteY7" fmla="*/ 0 h 3161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99798" h="3161414">
                <a:moveTo>
                  <a:pt x="8458354" y="0"/>
                </a:moveTo>
                <a:cubicBezTo>
                  <a:pt x="10043928" y="0"/>
                  <a:pt x="11577904" y="220922"/>
                  <a:pt x="13031177" y="633663"/>
                </a:cubicBezTo>
                <a:lnTo>
                  <a:pt x="13099798" y="654076"/>
                </a:lnTo>
                <a:lnTo>
                  <a:pt x="13099798" y="3161414"/>
                </a:lnTo>
                <a:lnTo>
                  <a:pt x="0" y="3161414"/>
                </a:lnTo>
                <a:lnTo>
                  <a:pt x="0" y="2298177"/>
                </a:lnTo>
                <a:lnTo>
                  <a:pt x="144006" y="2213040"/>
                </a:lnTo>
                <a:cubicBezTo>
                  <a:pt x="2592402" y="805178"/>
                  <a:pt x="5431349" y="0"/>
                  <a:pt x="8458354" y="0"/>
                </a:cubicBezTo>
                <a:close/>
              </a:path>
            </a:pathLst>
          </a:custGeom>
          <a:solidFill>
            <a:srgbClr val="E3E4E5">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sz="1600"/>
          </a:p>
        </p:txBody>
      </p:sp>
      <p:sp>
        <p:nvSpPr>
          <p:cNvPr id="2" name="Title 1">
            <a:extLst>
              <a:ext uri="{FF2B5EF4-FFF2-40B4-BE49-F238E27FC236}">
                <a16:creationId xmlns:a16="http://schemas.microsoft.com/office/drawing/2014/main" id="{36819D47-03B7-4D67-AFF4-03CA5AE8D71C}"/>
              </a:ext>
            </a:extLst>
          </p:cNvPr>
          <p:cNvSpPr>
            <a:spLocks noGrp="1"/>
          </p:cNvSpPr>
          <p:nvPr>
            <p:ph type="ctrTitle" hasCustomPrompt="1"/>
          </p:nvPr>
        </p:nvSpPr>
        <p:spPr>
          <a:xfrm>
            <a:off x="981075" y="3811918"/>
            <a:ext cx="5627037" cy="807952"/>
          </a:xfrm>
          <a:prstGeom prst="rect">
            <a:avLst/>
          </a:prstGeom>
        </p:spPr>
        <p:txBody>
          <a:bodyPr anchor="b">
            <a:normAutofit/>
          </a:bodyPr>
          <a:lstStyle>
            <a:lvl1pPr algn="l">
              <a:defRPr sz="2800" b="1">
                <a:solidFill>
                  <a:srgbClr val="CB333B"/>
                </a:solidFill>
                <a:latin typeface="+mn-lt"/>
              </a:defRPr>
            </a:lvl1pPr>
          </a:lstStyle>
          <a:p>
            <a:r>
              <a:rPr lang="en-US"/>
              <a:t>Click to insert presentation title</a:t>
            </a:r>
            <a:endParaRPr lang="en-GB"/>
          </a:p>
        </p:txBody>
      </p:sp>
      <p:sp>
        <p:nvSpPr>
          <p:cNvPr id="3" name="Subtitle 2">
            <a:extLst>
              <a:ext uri="{FF2B5EF4-FFF2-40B4-BE49-F238E27FC236}">
                <a16:creationId xmlns:a16="http://schemas.microsoft.com/office/drawing/2014/main" id="{482BB0C9-EBE1-49CD-A2E8-748A7BA86511}"/>
              </a:ext>
            </a:extLst>
          </p:cNvPr>
          <p:cNvSpPr>
            <a:spLocks noGrp="1"/>
          </p:cNvSpPr>
          <p:nvPr>
            <p:ph type="subTitle" idx="1" hasCustomPrompt="1"/>
          </p:nvPr>
        </p:nvSpPr>
        <p:spPr>
          <a:xfrm>
            <a:off x="981075" y="4686545"/>
            <a:ext cx="5627037" cy="722827"/>
          </a:xfrm>
          <a:prstGeom prst="rect">
            <a:avLst/>
          </a:prstGeom>
        </p:spPr>
        <p:txBody>
          <a:bodyPr/>
          <a:lstStyle>
            <a:lvl1pPr marL="0" indent="0" algn="l">
              <a:buNone/>
              <a:defRPr sz="1800">
                <a:solidFill>
                  <a:srgbClr val="74787B"/>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or speaker name + date</a:t>
            </a:r>
          </a:p>
        </p:txBody>
      </p:sp>
      <p:sp>
        <p:nvSpPr>
          <p:cNvPr id="28" name="Rectangle 27">
            <a:extLst>
              <a:ext uri="{FF2B5EF4-FFF2-40B4-BE49-F238E27FC236}">
                <a16:creationId xmlns:a16="http://schemas.microsoft.com/office/drawing/2014/main" id="{2F86B51E-B2D5-4B4E-84F4-F90FBA65B663}"/>
              </a:ext>
            </a:extLst>
          </p:cNvPr>
          <p:cNvSpPr/>
          <p:nvPr userDrawn="1"/>
        </p:nvSpPr>
        <p:spPr>
          <a:xfrm>
            <a:off x="0" y="0"/>
            <a:ext cx="360000" cy="6858000"/>
          </a:xfrm>
          <a:prstGeom prst="rect">
            <a:avLst/>
          </a:prstGeom>
          <a:solidFill>
            <a:srgbClr val="CB33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8" name="Group 47">
            <a:extLst>
              <a:ext uri="{FF2B5EF4-FFF2-40B4-BE49-F238E27FC236}">
                <a16:creationId xmlns:a16="http://schemas.microsoft.com/office/drawing/2014/main" id="{3D5B08BB-BC89-4352-B7AB-2E5EE365E56B}"/>
              </a:ext>
            </a:extLst>
          </p:cNvPr>
          <p:cNvGrpSpPr/>
          <p:nvPr userDrawn="1"/>
        </p:nvGrpSpPr>
        <p:grpSpPr>
          <a:xfrm>
            <a:off x="6024225" y="-1524406"/>
            <a:ext cx="7745869" cy="8856529"/>
            <a:chOff x="6024225" y="-1524406"/>
            <a:chExt cx="7745869" cy="8856529"/>
          </a:xfrm>
        </p:grpSpPr>
        <p:sp>
          <p:nvSpPr>
            <p:cNvPr id="47" name="Freeform: Shape 46">
              <a:extLst>
                <a:ext uri="{FF2B5EF4-FFF2-40B4-BE49-F238E27FC236}">
                  <a16:creationId xmlns:a16="http://schemas.microsoft.com/office/drawing/2014/main" id="{2E2FC831-9B57-4283-AD65-DC01526E8B18}"/>
                </a:ext>
              </a:extLst>
            </p:cNvPr>
            <p:cNvSpPr/>
            <p:nvPr userDrawn="1"/>
          </p:nvSpPr>
          <p:spPr>
            <a:xfrm rot="8185155" flipH="1">
              <a:off x="6304309" y="-1524406"/>
              <a:ext cx="7465785" cy="8856529"/>
            </a:xfrm>
            <a:custGeom>
              <a:avLst/>
              <a:gdLst>
                <a:gd name="connsiteX0" fmla="*/ 3649847 w 7465785"/>
                <a:gd name="connsiteY0" fmla="*/ 8856529 h 8856529"/>
                <a:gd name="connsiteX1" fmla="*/ 7465785 w 7465785"/>
                <a:gd name="connsiteY1" fmla="*/ 5225104 h 8856529"/>
                <a:gd name="connsiteX2" fmla="*/ 2493333 w 7465785"/>
                <a:gd name="connsiteY2" fmla="*/ 0 h 8856529"/>
                <a:gd name="connsiteX3" fmla="*/ 214860 w 7465785"/>
                <a:gd name="connsiteY3" fmla="*/ 2168302 h 8856529"/>
                <a:gd name="connsiteX4" fmla="*/ 172666 w 7465785"/>
                <a:gd name="connsiteY4" fmla="*/ 2316885 h 8856529"/>
                <a:gd name="connsiteX5" fmla="*/ 0 w 7465785"/>
                <a:gd name="connsiteY5" fmla="*/ 3687545 h 8856529"/>
                <a:gd name="connsiteX6" fmla="*/ 3598740 w 7465785"/>
                <a:gd name="connsiteY6" fmla="*/ 8839237 h 8856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65785" h="8856529">
                  <a:moveTo>
                    <a:pt x="3649847" y="8856529"/>
                  </a:moveTo>
                  <a:lnTo>
                    <a:pt x="7465785" y="5225104"/>
                  </a:lnTo>
                  <a:lnTo>
                    <a:pt x="2493333" y="0"/>
                  </a:lnTo>
                  <a:lnTo>
                    <a:pt x="214860" y="2168302"/>
                  </a:lnTo>
                  <a:lnTo>
                    <a:pt x="172666" y="2316885"/>
                  </a:lnTo>
                  <a:cubicBezTo>
                    <a:pt x="59949" y="2754984"/>
                    <a:pt x="0" y="3214264"/>
                    <a:pt x="0" y="3687545"/>
                  </a:cubicBezTo>
                  <a:cubicBezTo>
                    <a:pt x="0" y="6053951"/>
                    <a:pt x="1498713" y="8070314"/>
                    <a:pt x="3598740" y="8839237"/>
                  </a:cubicBezTo>
                  <a:close/>
                </a:path>
              </a:pathLst>
            </a:custGeom>
            <a:noFill/>
            <a:ln w="28575">
              <a:solidFill>
                <a:srgbClr val="97999B"/>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2" name="Oval 31">
              <a:extLst>
                <a:ext uri="{FF2B5EF4-FFF2-40B4-BE49-F238E27FC236}">
                  <a16:creationId xmlns:a16="http://schemas.microsoft.com/office/drawing/2014/main" id="{905FE265-B8E7-4EB3-AE61-D1E96D5AF5B8}"/>
                </a:ext>
              </a:extLst>
            </p:cNvPr>
            <p:cNvSpPr/>
            <p:nvPr userDrawn="1"/>
          </p:nvSpPr>
          <p:spPr>
            <a:xfrm rot="8185155" flipH="1" flipV="1">
              <a:off x="6024225" y="1433566"/>
              <a:ext cx="646321" cy="646321"/>
            </a:xfrm>
            <a:prstGeom prst="ellipse">
              <a:avLst/>
            </a:prstGeom>
            <a:solidFill>
              <a:schemeClr val="bg1"/>
            </a:solidFill>
            <a:ln w="79375">
              <a:solidFill>
                <a:srgbClr val="334E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Oval 32">
              <a:extLst>
                <a:ext uri="{FF2B5EF4-FFF2-40B4-BE49-F238E27FC236}">
                  <a16:creationId xmlns:a16="http://schemas.microsoft.com/office/drawing/2014/main" id="{BC1477A8-FA0C-46AC-932E-CC589028E7E9}"/>
                </a:ext>
              </a:extLst>
            </p:cNvPr>
            <p:cNvSpPr/>
            <p:nvPr userDrawn="1"/>
          </p:nvSpPr>
          <p:spPr>
            <a:xfrm rot="8185155" flipH="1" flipV="1">
              <a:off x="6115277" y="2498462"/>
              <a:ext cx="414974" cy="414974"/>
            </a:xfrm>
            <a:prstGeom prst="ellipse">
              <a:avLst/>
            </a:prstGeom>
            <a:solidFill>
              <a:schemeClr val="bg1"/>
            </a:solidFill>
            <a:ln w="53975">
              <a:solidFill>
                <a:srgbClr val="CB33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7" name="Picture 26" descr="Logo&#10;&#10;Description automatically generated">
            <a:extLst>
              <a:ext uri="{FF2B5EF4-FFF2-40B4-BE49-F238E27FC236}">
                <a16:creationId xmlns:a16="http://schemas.microsoft.com/office/drawing/2014/main" id="{4BA5E52A-D2AB-4D34-8F53-DFDB317D0EF8}"/>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81075" y="2226369"/>
            <a:ext cx="4458728" cy="1216931"/>
          </a:xfrm>
          <a:prstGeom prst="rect">
            <a:avLst/>
          </a:prstGeom>
        </p:spPr>
      </p:pic>
      <p:sp>
        <p:nvSpPr>
          <p:cNvPr id="31" name="Rectangle 30">
            <a:extLst>
              <a:ext uri="{FF2B5EF4-FFF2-40B4-BE49-F238E27FC236}">
                <a16:creationId xmlns:a16="http://schemas.microsoft.com/office/drawing/2014/main" id="{B264A8BB-AE7B-4D7F-891E-2B58E30FDFB3}"/>
              </a:ext>
            </a:extLst>
          </p:cNvPr>
          <p:cNvSpPr/>
          <p:nvPr userDrawn="1"/>
        </p:nvSpPr>
        <p:spPr>
          <a:xfrm>
            <a:off x="-10030" y="-471"/>
            <a:ext cx="360000" cy="6858000"/>
          </a:xfrm>
          <a:prstGeom prst="rect">
            <a:avLst/>
          </a:prstGeom>
          <a:solidFill>
            <a:srgbClr val="CB33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Picture 3">
            <a:extLst>
              <a:ext uri="{FF2B5EF4-FFF2-40B4-BE49-F238E27FC236}">
                <a16:creationId xmlns:a16="http://schemas.microsoft.com/office/drawing/2014/main" id="{8D9F5318-5D5A-4745-B17A-80156F7DDE1C}"/>
              </a:ext>
            </a:extLst>
          </p:cNvPr>
          <p:cNvPicPr>
            <a:picLocks noChangeAspect="1"/>
          </p:cNvPicPr>
          <p:nvPr userDrawn="1"/>
        </p:nvPicPr>
        <p:blipFill>
          <a:blip r:embed="rId3"/>
          <a:stretch>
            <a:fillRect/>
          </a:stretch>
        </p:blipFill>
        <p:spPr>
          <a:xfrm>
            <a:off x="981075" y="5771749"/>
            <a:ext cx="3552825" cy="727949"/>
          </a:xfrm>
          <a:prstGeom prst="rect">
            <a:avLst/>
          </a:prstGeom>
        </p:spPr>
      </p:pic>
      <p:sp>
        <p:nvSpPr>
          <p:cNvPr id="46" name="Picture Placeholder 45">
            <a:extLst>
              <a:ext uri="{FF2B5EF4-FFF2-40B4-BE49-F238E27FC236}">
                <a16:creationId xmlns:a16="http://schemas.microsoft.com/office/drawing/2014/main" id="{25F09E0E-7EE3-44B4-A772-D05AAA54BF1B}"/>
              </a:ext>
            </a:extLst>
          </p:cNvPr>
          <p:cNvSpPr>
            <a:spLocks noGrp="1"/>
          </p:cNvSpPr>
          <p:nvPr userDrawn="1">
            <p:ph type="pic" sz="quarter" idx="10"/>
          </p:nvPr>
        </p:nvSpPr>
        <p:spPr bwMode="gray">
          <a:xfrm>
            <a:off x="6780083" y="-109173"/>
            <a:ext cx="5411917" cy="7075404"/>
          </a:xfrm>
          <a:custGeom>
            <a:avLst/>
            <a:gdLst>
              <a:gd name="connsiteX0" fmla="*/ 304687 w 5411917"/>
              <a:gd name="connsiteY0" fmla="*/ 0 h 7075404"/>
              <a:gd name="connsiteX1" fmla="*/ 5411917 w 5411917"/>
              <a:gd name="connsiteY1" fmla="*/ 0 h 7075404"/>
              <a:gd name="connsiteX2" fmla="*/ 5411917 w 5411917"/>
              <a:gd name="connsiteY2" fmla="*/ 7075404 h 7075404"/>
              <a:gd name="connsiteX3" fmla="*/ 2604888 w 5411917"/>
              <a:gd name="connsiteY3" fmla="*/ 7075404 h 7075404"/>
              <a:gd name="connsiteX4" fmla="*/ 2552661 w 5411917"/>
              <a:gd name="connsiteY4" fmla="*/ 7038265 h 7075404"/>
              <a:gd name="connsiteX5" fmla="*/ 0 w 5411917"/>
              <a:gd name="connsiteY5" fmla="*/ 1945859 h 7075404"/>
              <a:gd name="connsiteX6" fmla="*/ 285703 w 5411917"/>
              <a:gd name="connsiteY6" fmla="*/ 56106 h 7075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11917" h="7075404">
                <a:moveTo>
                  <a:pt x="304687" y="0"/>
                </a:moveTo>
                <a:lnTo>
                  <a:pt x="5411917" y="0"/>
                </a:lnTo>
                <a:lnTo>
                  <a:pt x="5411917" y="7075404"/>
                </a:lnTo>
                <a:lnTo>
                  <a:pt x="2604888" y="7075404"/>
                </a:lnTo>
                <a:lnTo>
                  <a:pt x="2552661" y="7038265"/>
                </a:lnTo>
                <a:cubicBezTo>
                  <a:pt x="1003038" y="5879372"/>
                  <a:pt x="0" y="4029752"/>
                  <a:pt x="0" y="1945859"/>
                </a:cubicBezTo>
                <a:cubicBezTo>
                  <a:pt x="0" y="1287788"/>
                  <a:pt x="100026" y="653079"/>
                  <a:pt x="285703" y="56106"/>
                </a:cubicBezTo>
                <a:close/>
              </a:path>
            </a:pathLst>
          </a:custGeom>
          <a:solidFill>
            <a:srgbClr val="E3E4E5"/>
          </a:solidFill>
          <a:ln>
            <a:noFill/>
          </a:ln>
        </p:spPr>
        <p:txBody>
          <a:bodyPr wrap="square" anchor="ctr">
            <a:noAutofit/>
          </a:bodyPr>
          <a:lstStyle>
            <a:lvl1pPr marL="0" indent="0" algn="ctr">
              <a:buNone/>
              <a:defRPr/>
            </a:lvl1pPr>
          </a:lstStyle>
          <a:p>
            <a:endParaRPr lang="en-GB"/>
          </a:p>
          <a:p>
            <a:endParaRPr lang="en-GB"/>
          </a:p>
          <a:p>
            <a:r>
              <a:rPr lang="en-GB"/>
              <a:t>Click to insert picture</a:t>
            </a:r>
          </a:p>
        </p:txBody>
      </p:sp>
    </p:spTree>
    <p:extLst>
      <p:ext uri="{BB962C8B-B14F-4D97-AF65-F5344CB8AC3E}">
        <p14:creationId xmlns:p14="http://schemas.microsoft.com/office/powerpoint/2010/main" val="1910519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9_Content_Title+1 Colum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75E378A-7B7A-4C63-8218-3E4C699B0420}"/>
              </a:ext>
            </a:extLst>
          </p:cNvPr>
          <p:cNvSpPr/>
          <p:nvPr userDrawn="1"/>
        </p:nvSpPr>
        <p:spPr>
          <a:xfrm>
            <a:off x="0" y="0"/>
            <a:ext cx="360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AE2086"/>
              </a:solidFill>
            </a:endParaRPr>
          </a:p>
        </p:txBody>
      </p:sp>
      <p:sp>
        <p:nvSpPr>
          <p:cNvPr id="11" name="Content Placeholder 2">
            <a:extLst>
              <a:ext uri="{FF2B5EF4-FFF2-40B4-BE49-F238E27FC236}">
                <a16:creationId xmlns:a16="http://schemas.microsoft.com/office/drawing/2014/main" id="{67782945-B9F0-41B4-B211-D6C895D6475E}"/>
              </a:ext>
            </a:extLst>
          </p:cNvPr>
          <p:cNvSpPr>
            <a:spLocks noGrp="1"/>
          </p:cNvSpPr>
          <p:nvPr>
            <p:ph idx="1"/>
          </p:nvPr>
        </p:nvSpPr>
        <p:spPr>
          <a:xfrm>
            <a:off x="667266" y="1453418"/>
            <a:ext cx="10686534" cy="4723546"/>
          </a:xfrm>
          <a:prstGeom prst="rect">
            <a:avLst/>
          </a:prstGeom>
        </p:spPr>
        <p:txBody>
          <a:bodyPr/>
          <a:lstStyle>
            <a:lvl1pPr>
              <a:buClr>
                <a:schemeClr val="accent1"/>
              </a:buClr>
              <a:defRPr/>
            </a:lvl1pPr>
            <a:lvl3pPr>
              <a:buClr>
                <a:srgbClr val="74787B"/>
              </a:buClr>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1F9C20-D204-4A61-83D0-C8409FA061FE}"/>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3200">
                <a:solidFill>
                  <a:schemeClr val="accent1"/>
                </a:solidFill>
              </a:defRPr>
            </a:lvl1pPr>
          </a:lstStyle>
          <a:p>
            <a:r>
              <a:rPr lang="en-US"/>
              <a:t>Click to edit Heading</a:t>
            </a:r>
            <a:endParaRPr lang="en-GB"/>
          </a:p>
        </p:txBody>
      </p:sp>
      <p:sp>
        <p:nvSpPr>
          <p:cNvPr id="4" name="Slide Number Placeholder 3">
            <a:extLst>
              <a:ext uri="{FF2B5EF4-FFF2-40B4-BE49-F238E27FC236}">
                <a16:creationId xmlns:a16="http://schemas.microsoft.com/office/drawing/2014/main" id="{FEDBEA7A-8B3A-422C-85DA-39018E0006E1}"/>
              </a:ext>
            </a:extLst>
          </p:cNvPr>
          <p:cNvSpPr>
            <a:spLocks noGrp="1"/>
          </p:cNvSpPr>
          <p:nvPr>
            <p:ph type="sldNum" sz="quarter" idx="10"/>
          </p:nvPr>
        </p:nvSpPr>
        <p:spPr>
          <a:xfrm>
            <a:off x="11401760" y="6356350"/>
            <a:ext cx="621632" cy="365125"/>
          </a:xfrm>
          <a:prstGeom prst="rect">
            <a:avLst/>
          </a:prstGeom>
        </p:spPr>
        <p:txBody>
          <a:bodyPr/>
          <a:lstStyle>
            <a:lvl1pPr>
              <a:defRPr/>
            </a:lvl1pPr>
          </a:lstStyle>
          <a:p>
            <a:fld id="{53A8910B-DB83-49E5-AD38-E95CD4B915B8}" type="slidenum">
              <a:rPr lang="en-GB" smtClean="0"/>
              <a:pPr/>
              <a:t>‹#›</a:t>
            </a:fld>
            <a:endParaRPr lang="en-GB"/>
          </a:p>
        </p:txBody>
      </p:sp>
      <p:sp>
        <p:nvSpPr>
          <p:cNvPr id="13" name="Subtitle 2">
            <a:extLst>
              <a:ext uri="{FF2B5EF4-FFF2-40B4-BE49-F238E27FC236}">
                <a16:creationId xmlns:a16="http://schemas.microsoft.com/office/drawing/2014/main" id="{BA8AEB3F-3D33-435A-9D41-0AEE05CF7102}"/>
              </a:ext>
            </a:extLst>
          </p:cNvPr>
          <p:cNvSpPr>
            <a:spLocks noGrp="1"/>
          </p:cNvSpPr>
          <p:nvPr>
            <p:ph type="subTitle" idx="11"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Tree>
    <p:extLst>
      <p:ext uri="{BB962C8B-B14F-4D97-AF65-F5344CB8AC3E}">
        <p14:creationId xmlns:p14="http://schemas.microsoft.com/office/powerpoint/2010/main" val="7708324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le + Column 1">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sp>
        <p:nvSpPr>
          <p:cNvPr id="11" name="Content Placeholder 2">
            <a:extLst>
              <a:ext uri="{FF2B5EF4-FFF2-40B4-BE49-F238E27FC236}">
                <a16:creationId xmlns:a16="http://schemas.microsoft.com/office/drawing/2014/main" id="{67782945-B9F0-41B4-B211-D6C895D6475E}"/>
              </a:ext>
            </a:extLst>
          </p:cNvPr>
          <p:cNvSpPr>
            <a:spLocks noGrp="1"/>
          </p:cNvSpPr>
          <p:nvPr>
            <p:ph idx="1"/>
          </p:nvPr>
        </p:nvSpPr>
        <p:spPr>
          <a:xfrm>
            <a:off x="667266" y="1453418"/>
            <a:ext cx="10686534" cy="472354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1F9C20-D204-4A61-83D0-C8409FA061FE}"/>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Tree>
    <p:extLst>
      <p:ext uri="{BB962C8B-B14F-4D97-AF65-F5344CB8AC3E}">
        <p14:creationId xmlns:p14="http://schemas.microsoft.com/office/powerpoint/2010/main" val="25314164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itle+Column 2">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sp>
        <p:nvSpPr>
          <p:cNvPr id="11" name="Content Placeholder 2">
            <a:extLst>
              <a:ext uri="{FF2B5EF4-FFF2-40B4-BE49-F238E27FC236}">
                <a16:creationId xmlns:a16="http://schemas.microsoft.com/office/drawing/2014/main" id="{67782945-B9F0-41B4-B211-D6C895D6475E}"/>
              </a:ext>
            </a:extLst>
          </p:cNvPr>
          <p:cNvSpPr>
            <a:spLocks noGrp="1"/>
          </p:cNvSpPr>
          <p:nvPr>
            <p:ph idx="1"/>
          </p:nvPr>
        </p:nvSpPr>
        <p:spPr>
          <a:xfrm>
            <a:off x="667266" y="1453418"/>
            <a:ext cx="5248734" cy="472354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1F9C20-D204-4A61-83D0-C8409FA061FE}"/>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8" name="Content Placeholder 2">
            <a:extLst>
              <a:ext uri="{FF2B5EF4-FFF2-40B4-BE49-F238E27FC236}">
                <a16:creationId xmlns:a16="http://schemas.microsoft.com/office/drawing/2014/main" id="{FAA8BB5C-F232-46BE-B451-AF5CE2CDDCCA}"/>
              </a:ext>
            </a:extLst>
          </p:cNvPr>
          <p:cNvSpPr>
            <a:spLocks noGrp="1"/>
          </p:cNvSpPr>
          <p:nvPr>
            <p:ph idx="11"/>
          </p:nvPr>
        </p:nvSpPr>
        <p:spPr>
          <a:xfrm>
            <a:off x="6276000" y="1453418"/>
            <a:ext cx="5248734" cy="472354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1222447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Column 1">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sp>
        <p:nvSpPr>
          <p:cNvPr id="11" name="Content Placeholder 2">
            <a:extLst>
              <a:ext uri="{FF2B5EF4-FFF2-40B4-BE49-F238E27FC236}">
                <a16:creationId xmlns:a16="http://schemas.microsoft.com/office/drawing/2014/main" id="{67782945-B9F0-41B4-B211-D6C895D6475E}"/>
              </a:ext>
            </a:extLst>
          </p:cNvPr>
          <p:cNvSpPr>
            <a:spLocks noGrp="1"/>
          </p:cNvSpPr>
          <p:nvPr>
            <p:ph idx="1"/>
          </p:nvPr>
        </p:nvSpPr>
        <p:spPr>
          <a:xfrm>
            <a:off x="667266" y="1453418"/>
            <a:ext cx="10686534" cy="472354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1F9C20-D204-4A61-83D0-C8409FA061FE}"/>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Tree>
    <p:extLst>
      <p:ext uri="{BB962C8B-B14F-4D97-AF65-F5344CB8AC3E}">
        <p14:creationId xmlns:p14="http://schemas.microsoft.com/office/powerpoint/2010/main" val="28973010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btitle+Column 1">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sp>
        <p:nvSpPr>
          <p:cNvPr id="14" name="Subtitle 2">
            <a:extLst>
              <a:ext uri="{FF2B5EF4-FFF2-40B4-BE49-F238E27FC236}">
                <a16:creationId xmlns:a16="http://schemas.microsoft.com/office/drawing/2014/main" id="{47BDE5E5-CB56-4184-9886-01A36C716577}"/>
              </a:ext>
            </a:extLst>
          </p:cNvPr>
          <p:cNvSpPr>
            <a:spLocks noGrp="1"/>
          </p:cNvSpPr>
          <p:nvPr>
            <p:ph type="subTitle" idx="11"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16" name="Title 1">
            <a:extLst>
              <a:ext uri="{FF2B5EF4-FFF2-40B4-BE49-F238E27FC236}">
                <a16:creationId xmlns:a16="http://schemas.microsoft.com/office/drawing/2014/main" id="{A8C770E6-6791-4449-B2CE-2E3F185FC2E1}"/>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18" name="Content Placeholder 2">
            <a:extLst>
              <a:ext uri="{FF2B5EF4-FFF2-40B4-BE49-F238E27FC236}">
                <a16:creationId xmlns:a16="http://schemas.microsoft.com/office/drawing/2014/main" id="{A4D505CC-A354-4CEB-8B3A-5E67AEFEC3B9}"/>
              </a:ext>
            </a:extLst>
          </p:cNvPr>
          <p:cNvSpPr>
            <a:spLocks noGrp="1"/>
          </p:cNvSpPr>
          <p:nvPr>
            <p:ph idx="1"/>
          </p:nvPr>
        </p:nvSpPr>
        <p:spPr>
          <a:xfrm>
            <a:off x="667266" y="1453418"/>
            <a:ext cx="10686534" cy="472354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8956415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Column 2">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sp>
        <p:nvSpPr>
          <p:cNvPr id="11" name="Content Placeholder 2">
            <a:extLst>
              <a:ext uri="{FF2B5EF4-FFF2-40B4-BE49-F238E27FC236}">
                <a16:creationId xmlns:a16="http://schemas.microsoft.com/office/drawing/2014/main" id="{67782945-B9F0-41B4-B211-D6C895D6475E}"/>
              </a:ext>
            </a:extLst>
          </p:cNvPr>
          <p:cNvSpPr>
            <a:spLocks noGrp="1"/>
          </p:cNvSpPr>
          <p:nvPr>
            <p:ph idx="1"/>
          </p:nvPr>
        </p:nvSpPr>
        <p:spPr>
          <a:xfrm>
            <a:off x="667266" y="1453418"/>
            <a:ext cx="5248734" cy="472354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1F9C20-D204-4A61-83D0-C8409FA061FE}"/>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8" name="Content Placeholder 2">
            <a:extLst>
              <a:ext uri="{FF2B5EF4-FFF2-40B4-BE49-F238E27FC236}">
                <a16:creationId xmlns:a16="http://schemas.microsoft.com/office/drawing/2014/main" id="{FAA8BB5C-F232-46BE-B451-AF5CE2CDDCCA}"/>
              </a:ext>
            </a:extLst>
          </p:cNvPr>
          <p:cNvSpPr>
            <a:spLocks noGrp="1"/>
          </p:cNvSpPr>
          <p:nvPr>
            <p:ph idx="11"/>
          </p:nvPr>
        </p:nvSpPr>
        <p:spPr>
          <a:xfrm>
            <a:off x="6276000" y="1453418"/>
            <a:ext cx="5248734" cy="472354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613714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btitle+Column 2">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sp>
        <p:nvSpPr>
          <p:cNvPr id="14" name="Subtitle 2">
            <a:extLst>
              <a:ext uri="{FF2B5EF4-FFF2-40B4-BE49-F238E27FC236}">
                <a16:creationId xmlns:a16="http://schemas.microsoft.com/office/drawing/2014/main" id="{47BDE5E5-CB56-4184-9886-01A36C716577}"/>
              </a:ext>
            </a:extLst>
          </p:cNvPr>
          <p:cNvSpPr>
            <a:spLocks noGrp="1"/>
          </p:cNvSpPr>
          <p:nvPr>
            <p:ph type="subTitle" idx="11"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16" name="Title 1">
            <a:extLst>
              <a:ext uri="{FF2B5EF4-FFF2-40B4-BE49-F238E27FC236}">
                <a16:creationId xmlns:a16="http://schemas.microsoft.com/office/drawing/2014/main" id="{A8C770E6-6791-4449-B2CE-2E3F185FC2E1}"/>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8" name="Content Placeholder 2">
            <a:extLst>
              <a:ext uri="{FF2B5EF4-FFF2-40B4-BE49-F238E27FC236}">
                <a16:creationId xmlns:a16="http://schemas.microsoft.com/office/drawing/2014/main" id="{8D2E03EB-6C51-429C-AAD6-45E04EA6703B}"/>
              </a:ext>
            </a:extLst>
          </p:cNvPr>
          <p:cNvSpPr>
            <a:spLocks noGrp="1"/>
          </p:cNvSpPr>
          <p:nvPr>
            <p:ph idx="1"/>
          </p:nvPr>
        </p:nvSpPr>
        <p:spPr>
          <a:xfrm>
            <a:off x="667266" y="1453418"/>
            <a:ext cx="5248734" cy="472354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Content Placeholder 2">
            <a:extLst>
              <a:ext uri="{FF2B5EF4-FFF2-40B4-BE49-F238E27FC236}">
                <a16:creationId xmlns:a16="http://schemas.microsoft.com/office/drawing/2014/main" id="{6A9E4AD0-6538-4882-855A-4DEE9640C1CA}"/>
              </a:ext>
            </a:extLst>
          </p:cNvPr>
          <p:cNvSpPr>
            <a:spLocks noGrp="1"/>
          </p:cNvSpPr>
          <p:nvPr>
            <p:ph idx="12"/>
          </p:nvPr>
        </p:nvSpPr>
        <p:spPr>
          <a:xfrm>
            <a:off x="6276000" y="1453418"/>
            <a:ext cx="5248734" cy="472354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4360237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Layout A1">
    <p:spTree>
      <p:nvGrpSpPr>
        <p:cNvPr id="1" name=""/>
        <p:cNvGrpSpPr/>
        <p:nvPr/>
      </p:nvGrpSpPr>
      <p:grpSpPr>
        <a:xfrm>
          <a:off x="0" y="0"/>
          <a:ext cx="0" cy="0"/>
          <a:chOff x="0" y="0"/>
          <a:chExt cx="0" cy="0"/>
        </a:xfrm>
      </p:grpSpPr>
      <p:sp>
        <p:nvSpPr>
          <p:cNvPr id="14" name="Content Placeholder 13">
            <a:extLst>
              <a:ext uri="{FF2B5EF4-FFF2-40B4-BE49-F238E27FC236}">
                <a16:creationId xmlns:a16="http://schemas.microsoft.com/office/drawing/2014/main" id="{3D9D1C6C-3654-4D00-A984-8B1A716E5903}"/>
              </a:ext>
            </a:extLst>
          </p:cNvPr>
          <p:cNvSpPr>
            <a:spLocks noGrp="1"/>
          </p:cNvSpPr>
          <p:nvPr>
            <p:ph sz="quarter" idx="14"/>
          </p:nvPr>
        </p:nvSpPr>
        <p:spPr bwMode="gray">
          <a:xfrm>
            <a:off x="6276001" y="1457739"/>
            <a:ext cx="5248733" cy="4719225"/>
          </a:xfrm>
          <a:custGeom>
            <a:avLst/>
            <a:gdLst>
              <a:gd name="connsiteX0" fmla="*/ 86645 w 5248733"/>
              <a:gd name="connsiteY0" fmla="*/ 0 h 4719225"/>
              <a:gd name="connsiteX1" fmla="*/ 5162088 w 5248733"/>
              <a:gd name="connsiteY1" fmla="*/ 0 h 4719225"/>
              <a:gd name="connsiteX2" fmla="*/ 5248733 w 5248733"/>
              <a:gd name="connsiteY2" fmla="*/ 86645 h 4719225"/>
              <a:gd name="connsiteX3" fmla="*/ 5248733 w 5248733"/>
              <a:gd name="connsiteY3" fmla="*/ 4632580 h 4719225"/>
              <a:gd name="connsiteX4" fmla="*/ 5162088 w 5248733"/>
              <a:gd name="connsiteY4" fmla="*/ 4719225 h 4719225"/>
              <a:gd name="connsiteX5" fmla="*/ 86645 w 5248733"/>
              <a:gd name="connsiteY5" fmla="*/ 4719225 h 4719225"/>
              <a:gd name="connsiteX6" fmla="*/ 0 w 5248733"/>
              <a:gd name="connsiteY6" fmla="*/ 4632580 h 4719225"/>
              <a:gd name="connsiteX7" fmla="*/ 0 w 5248733"/>
              <a:gd name="connsiteY7" fmla="*/ 86645 h 4719225"/>
              <a:gd name="connsiteX8" fmla="*/ 86645 w 5248733"/>
              <a:gd name="connsiteY8" fmla="*/ 0 h 4719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48733" h="4719225">
                <a:moveTo>
                  <a:pt x="86645" y="0"/>
                </a:moveTo>
                <a:lnTo>
                  <a:pt x="5162088" y="0"/>
                </a:lnTo>
                <a:cubicBezTo>
                  <a:pt x="5209941" y="0"/>
                  <a:pt x="5248733" y="38792"/>
                  <a:pt x="5248733" y="86645"/>
                </a:cubicBezTo>
                <a:lnTo>
                  <a:pt x="5248733" y="4632580"/>
                </a:lnTo>
                <a:cubicBezTo>
                  <a:pt x="5248733" y="4680433"/>
                  <a:pt x="5209941" y="4719225"/>
                  <a:pt x="5162088" y="4719225"/>
                </a:cubicBezTo>
                <a:lnTo>
                  <a:pt x="86645" y="4719225"/>
                </a:lnTo>
                <a:cubicBezTo>
                  <a:pt x="38792" y="4719225"/>
                  <a:pt x="0" y="4680433"/>
                  <a:pt x="0" y="4632580"/>
                </a:cubicBezTo>
                <a:lnTo>
                  <a:pt x="0" y="86645"/>
                </a:lnTo>
                <a:cubicBezTo>
                  <a:pt x="0" y="38792"/>
                  <a:pt x="38792" y="0"/>
                  <a:pt x="86645" y="0"/>
                </a:cubicBezTo>
                <a:close/>
              </a:path>
            </a:pathLst>
          </a:custGeom>
          <a:solidFill>
            <a:srgbClr val="E3E4E5"/>
          </a:solidFill>
        </p:spPr>
        <p:txBody>
          <a:bodyPr wrap="square" anchor="ctr">
            <a:noAutofit/>
          </a:bodyPr>
          <a:lstStyle>
            <a:lvl1pPr marL="0" indent="0" algn="ctr">
              <a:buNone/>
              <a:defRPr/>
            </a:lvl1pPr>
          </a:lstStyle>
          <a:p>
            <a:pPr lvl="0"/>
            <a:endParaRPr lang="en-US"/>
          </a:p>
          <a:p>
            <a:pPr lvl="0"/>
            <a:endParaRPr lang="en-US"/>
          </a:p>
          <a:p>
            <a:pPr lvl="0"/>
            <a:endParaRPr lang="en-US"/>
          </a:p>
          <a:p>
            <a:pPr lvl="0"/>
            <a:r>
              <a:rPr lang="en-US"/>
              <a:t>Insert content (picture, chart </a:t>
            </a:r>
            <a:r>
              <a:rPr lang="en-US" err="1"/>
              <a:t>etc</a:t>
            </a:r>
            <a:r>
              <a:rPr lang="en-US"/>
              <a:t>)</a:t>
            </a:r>
            <a:endParaRPr lang="en-GB"/>
          </a:p>
        </p:txBody>
      </p:sp>
      <p:sp>
        <p:nvSpPr>
          <p:cNvPr id="11" name="Freeform: Shape 10">
            <a:extLst>
              <a:ext uri="{FF2B5EF4-FFF2-40B4-BE49-F238E27FC236}">
                <a16:creationId xmlns:a16="http://schemas.microsoft.com/office/drawing/2014/main" id="{97C2BB67-9BE9-4637-B9F9-A6B6F7832E40}"/>
              </a:ext>
            </a:extLst>
          </p:cNvPr>
          <p:cNvSpPr/>
          <p:nvPr userDrawn="1"/>
        </p:nvSpPr>
        <p:spPr>
          <a:xfrm>
            <a:off x="667266" y="2263140"/>
            <a:ext cx="5248733" cy="3913824"/>
          </a:xfrm>
          <a:custGeom>
            <a:avLst/>
            <a:gdLst>
              <a:gd name="connsiteX0" fmla="*/ 0 w 5248733"/>
              <a:gd name="connsiteY0" fmla="*/ 0 h 3913824"/>
              <a:gd name="connsiteX1" fmla="*/ 5248733 w 5248733"/>
              <a:gd name="connsiteY1" fmla="*/ 0 h 3913824"/>
              <a:gd name="connsiteX2" fmla="*/ 5248733 w 5248733"/>
              <a:gd name="connsiteY2" fmla="*/ 3664652 h 3913824"/>
              <a:gd name="connsiteX3" fmla="*/ 5248733 w 5248733"/>
              <a:gd name="connsiteY3" fmla="*/ 3827179 h 3913824"/>
              <a:gd name="connsiteX4" fmla="*/ 5162088 w 5248733"/>
              <a:gd name="connsiteY4" fmla="*/ 3913824 h 3913824"/>
              <a:gd name="connsiteX5" fmla="*/ 86645 w 5248733"/>
              <a:gd name="connsiteY5" fmla="*/ 3913824 h 3913824"/>
              <a:gd name="connsiteX6" fmla="*/ 0 w 5248733"/>
              <a:gd name="connsiteY6" fmla="*/ 3827179 h 3913824"/>
              <a:gd name="connsiteX7" fmla="*/ 0 w 5248733"/>
              <a:gd name="connsiteY7" fmla="*/ 3664652 h 391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8733" h="3913824">
                <a:moveTo>
                  <a:pt x="0" y="0"/>
                </a:moveTo>
                <a:lnTo>
                  <a:pt x="5248733" y="0"/>
                </a:lnTo>
                <a:lnTo>
                  <a:pt x="5248733" y="3664652"/>
                </a:lnTo>
                <a:lnTo>
                  <a:pt x="5248733" y="3827179"/>
                </a:lnTo>
                <a:cubicBezTo>
                  <a:pt x="5248733" y="3875032"/>
                  <a:pt x="5209941" y="3913824"/>
                  <a:pt x="5162088" y="3913824"/>
                </a:cubicBezTo>
                <a:lnTo>
                  <a:pt x="86645" y="3913824"/>
                </a:lnTo>
                <a:cubicBezTo>
                  <a:pt x="38792" y="3913824"/>
                  <a:pt x="0" y="3875032"/>
                  <a:pt x="0" y="3827179"/>
                </a:cubicBezTo>
                <a:lnTo>
                  <a:pt x="0" y="3664652"/>
                </a:lnTo>
                <a:close/>
              </a:path>
            </a:pathLst>
          </a:custGeom>
          <a:solidFill>
            <a:srgbClr val="74787B">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6" name="Freeform: Shape 15">
            <a:extLst>
              <a:ext uri="{FF2B5EF4-FFF2-40B4-BE49-F238E27FC236}">
                <a16:creationId xmlns:a16="http://schemas.microsoft.com/office/drawing/2014/main" id="{C5356A5E-F1A4-4705-B8EE-4BD1F728B6BF}"/>
              </a:ext>
            </a:extLst>
          </p:cNvPr>
          <p:cNvSpPr/>
          <p:nvPr userDrawn="1"/>
        </p:nvSpPr>
        <p:spPr>
          <a:xfrm>
            <a:off x="667266" y="1457739"/>
            <a:ext cx="5248733" cy="805401"/>
          </a:xfrm>
          <a:custGeom>
            <a:avLst/>
            <a:gdLst>
              <a:gd name="connsiteX0" fmla="*/ 86645 w 5248733"/>
              <a:gd name="connsiteY0" fmla="*/ 0 h 805401"/>
              <a:gd name="connsiteX1" fmla="*/ 5162088 w 5248733"/>
              <a:gd name="connsiteY1" fmla="*/ 0 h 805401"/>
              <a:gd name="connsiteX2" fmla="*/ 5248733 w 5248733"/>
              <a:gd name="connsiteY2" fmla="*/ 86645 h 805401"/>
              <a:gd name="connsiteX3" fmla="*/ 5248733 w 5248733"/>
              <a:gd name="connsiteY3" fmla="*/ 805401 h 805401"/>
              <a:gd name="connsiteX4" fmla="*/ 0 w 5248733"/>
              <a:gd name="connsiteY4" fmla="*/ 805401 h 805401"/>
              <a:gd name="connsiteX5" fmla="*/ 0 w 5248733"/>
              <a:gd name="connsiteY5" fmla="*/ 86645 h 805401"/>
              <a:gd name="connsiteX6" fmla="*/ 86645 w 5248733"/>
              <a:gd name="connsiteY6" fmla="*/ 0 h 805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48733" h="805401">
                <a:moveTo>
                  <a:pt x="86645" y="0"/>
                </a:moveTo>
                <a:lnTo>
                  <a:pt x="5162088" y="0"/>
                </a:lnTo>
                <a:cubicBezTo>
                  <a:pt x="5209941" y="0"/>
                  <a:pt x="5248733" y="38792"/>
                  <a:pt x="5248733" y="86645"/>
                </a:cubicBezTo>
                <a:lnTo>
                  <a:pt x="5248733" y="805401"/>
                </a:lnTo>
                <a:lnTo>
                  <a:pt x="0" y="805401"/>
                </a:lnTo>
                <a:lnTo>
                  <a:pt x="0" y="86645"/>
                </a:lnTo>
                <a:cubicBezTo>
                  <a:pt x="0" y="38792"/>
                  <a:pt x="38792" y="0"/>
                  <a:pt x="86645" y="0"/>
                </a:cubicBezTo>
                <a:close/>
              </a:path>
            </a:pathLst>
          </a:custGeom>
          <a:solidFill>
            <a:srgbClr val="7478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1F9C20-D204-4A61-83D0-C8409FA061FE}"/>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12" name="Content Placeholder 3">
            <a:extLst>
              <a:ext uri="{FF2B5EF4-FFF2-40B4-BE49-F238E27FC236}">
                <a16:creationId xmlns:a16="http://schemas.microsoft.com/office/drawing/2014/main" id="{A0A3A707-B6E4-49DF-B76F-2FF1AE941CDE}"/>
              </a:ext>
            </a:extLst>
          </p:cNvPr>
          <p:cNvSpPr>
            <a:spLocks noGrp="1"/>
          </p:cNvSpPr>
          <p:nvPr>
            <p:ph sz="quarter" idx="12" hasCustomPrompt="1"/>
          </p:nvPr>
        </p:nvSpPr>
        <p:spPr>
          <a:xfrm>
            <a:off x="959768" y="2528322"/>
            <a:ext cx="4716463" cy="3440677"/>
          </a:xfrm>
        </p:spPr>
        <p:txBody>
          <a:bodyPr vert="horz" lIns="0" tIns="0" rIns="0" bIns="0" rtlCol="0" anchor="t" anchorCtr="0">
            <a:noAutofit/>
          </a:bodyPr>
          <a:lstStyle>
            <a:lvl1pPr>
              <a:defRPr lang="en-GB" sz="1600" b="0" dirty="0">
                <a:solidFill>
                  <a:srgbClr val="74787B"/>
                </a:solidFill>
              </a:defRPr>
            </a:lvl1pPr>
          </a:lstStyle>
          <a:p>
            <a:pPr marL="0" lvl="0" indent="0">
              <a:lnSpc>
                <a:spcPct val="100000"/>
              </a:lnSpc>
              <a:spcBef>
                <a:spcPts val="0"/>
              </a:spcBef>
              <a:spcAft>
                <a:spcPts val="800"/>
              </a:spcAft>
              <a:buNone/>
            </a:pPr>
            <a:r>
              <a:rPr lang="en-GB"/>
              <a:t>Lorem ipsum dolor sit amet, consectetuer adipiscing elit. Maecenas porttitor congue massa. Fusce posuere, magna sed pulvinar ultricies, purus lectus malesuada libero, sit amet commodo magna eros quis urna.</a:t>
            </a:r>
          </a:p>
          <a:p>
            <a:pPr marL="0" lvl="0" indent="0">
              <a:lnSpc>
                <a:spcPct val="100000"/>
              </a:lnSpc>
              <a:spcBef>
                <a:spcPts val="0"/>
              </a:spcBef>
              <a:spcAft>
                <a:spcPts val="800"/>
              </a:spcAft>
              <a:buNone/>
            </a:pPr>
            <a:r>
              <a:rPr lang="en-GB"/>
              <a:t>Nunc viverra imperdiet enim. Fusce est. Vivamus a </a:t>
            </a:r>
            <a:r>
              <a:rPr lang="en-GB" err="1"/>
              <a:t>tellus</a:t>
            </a:r>
            <a:r>
              <a:rPr lang="en-GB"/>
              <a:t>. </a:t>
            </a:r>
            <a:r>
              <a:rPr lang="en-GB" err="1"/>
              <a:t>Pellentesque</a:t>
            </a:r>
            <a:r>
              <a:rPr lang="en-GB"/>
              <a:t> habitant morbi tristique senectus et netus et malesuada fames ac turpis egestas. Proin pharetra nonummy pede. Mauris et </a:t>
            </a:r>
            <a:r>
              <a:rPr lang="en-GB" err="1"/>
              <a:t>orci</a:t>
            </a:r>
            <a:r>
              <a:rPr lang="en-GB"/>
              <a:t>.</a:t>
            </a:r>
          </a:p>
          <a:p>
            <a:pPr marL="0" lvl="0" indent="0">
              <a:lnSpc>
                <a:spcPct val="100000"/>
              </a:lnSpc>
              <a:spcBef>
                <a:spcPts val="0"/>
              </a:spcBef>
              <a:spcAft>
                <a:spcPts val="800"/>
              </a:spcAft>
              <a:buNone/>
            </a:pPr>
            <a:r>
              <a:rPr lang="en-GB"/>
              <a:t>Lorem ipsum dolor sit amet, consectetuer adipiscing elit. Maecenas porttitor congue </a:t>
            </a:r>
            <a:r>
              <a:rPr lang="en-GB" err="1"/>
              <a:t>massa</a:t>
            </a:r>
            <a:r>
              <a:rPr lang="en-GB"/>
              <a:t>. Lorem ipsum dolor sit amet, consectetuer adipiscing elit. Maecenas porttitor congue </a:t>
            </a:r>
            <a:r>
              <a:rPr lang="en-GB" err="1"/>
              <a:t>massa</a:t>
            </a:r>
            <a:r>
              <a:rPr lang="en-GB"/>
              <a:t>.</a:t>
            </a:r>
          </a:p>
          <a:p>
            <a:pPr marL="0" lvl="0" indent="0">
              <a:lnSpc>
                <a:spcPct val="100000"/>
              </a:lnSpc>
              <a:spcBef>
                <a:spcPts val="0"/>
              </a:spcBef>
              <a:spcAft>
                <a:spcPts val="800"/>
              </a:spcAft>
              <a:buNone/>
            </a:pPr>
            <a:endParaRPr lang="en-GB"/>
          </a:p>
          <a:p>
            <a:pPr marL="0" lvl="0" indent="0">
              <a:lnSpc>
                <a:spcPct val="100000"/>
              </a:lnSpc>
              <a:spcBef>
                <a:spcPts val="0"/>
              </a:spcBef>
              <a:spcAft>
                <a:spcPts val="800"/>
              </a:spcAft>
              <a:buNone/>
            </a:pPr>
            <a:endParaRPr lang="en-GB"/>
          </a:p>
        </p:txBody>
      </p:sp>
      <p:sp>
        <p:nvSpPr>
          <p:cNvPr id="13" name="Text Placeholder 12">
            <a:extLst>
              <a:ext uri="{FF2B5EF4-FFF2-40B4-BE49-F238E27FC236}">
                <a16:creationId xmlns:a16="http://schemas.microsoft.com/office/drawing/2014/main" id="{AA0341ED-91C5-4B51-B2FF-21BE4819BA14}"/>
              </a:ext>
            </a:extLst>
          </p:cNvPr>
          <p:cNvSpPr>
            <a:spLocks noGrp="1"/>
          </p:cNvSpPr>
          <p:nvPr>
            <p:ph type="body" sz="quarter" idx="13" hasCustomPrompt="1"/>
          </p:nvPr>
        </p:nvSpPr>
        <p:spPr>
          <a:xfrm>
            <a:off x="959768" y="1722922"/>
            <a:ext cx="4734595" cy="366712"/>
          </a:xfrm>
        </p:spPr>
        <p:txBody>
          <a:bodyPr/>
          <a:lstStyle>
            <a:lvl1pPr marL="0" indent="0">
              <a:buNone/>
              <a:defRPr b="1">
                <a:solidFill>
                  <a:schemeClr val="bg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a:t>Section heading</a:t>
            </a:r>
            <a:endParaRPr lang="en-GB"/>
          </a:p>
        </p:txBody>
      </p:sp>
    </p:spTree>
    <p:extLst>
      <p:ext uri="{BB962C8B-B14F-4D97-AF65-F5344CB8AC3E}">
        <p14:creationId xmlns:p14="http://schemas.microsoft.com/office/powerpoint/2010/main" val="26766179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layout A2">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EB7CCFA2-2C1D-49FB-B59F-901A8D024021}"/>
              </a:ext>
            </a:extLst>
          </p:cNvPr>
          <p:cNvSpPr/>
          <p:nvPr userDrawn="1"/>
        </p:nvSpPr>
        <p:spPr>
          <a:xfrm>
            <a:off x="667266" y="2263140"/>
            <a:ext cx="5248733" cy="3913824"/>
          </a:xfrm>
          <a:custGeom>
            <a:avLst/>
            <a:gdLst>
              <a:gd name="connsiteX0" fmla="*/ 0 w 5248733"/>
              <a:gd name="connsiteY0" fmla="*/ 0 h 3913824"/>
              <a:gd name="connsiteX1" fmla="*/ 5248733 w 5248733"/>
              <a:gd name="connsiteY1" fmla="*/ 0 h 3913824"/>
              <a:gd name="connsiteX2" fmla="*/ 5248733 w 5248733"/>
              <a:gd name="connsiteY2" fmla="*/ 3664652 h 3913824"/>
              <a:gd name="connsiteX3" fmla="*/ 5248733 w 5248733"/>
              <a:gd name="connsiteY3" fmla="*/ 3827179 h 3913824"/>
              <a:gd name="connsiteX4" fmla="*/ 5162088 w 5248733"/>
              <a:gd name="connsiteY4" fmla="*/ 3913824 h 3913824"/>
              <a:gd name="connsiteX5" fmla="*/ 86645 w 5248733"/>
              <a:gd name="connsiteY5" fmla="*/ 3913824 h 3913824"/>
              <a:gd name="connsiteX6" fmla="*/ 0 w 5248733"/>
              <a:gd name="connsiteY6" fmla="*/ 3827179 h 3913824"/>
              <a:gd name="connsiteX7" fmla="*/ 0 w 5248733"/>
              <a:gd name="connsiteY7" fmla="*/ 3664652 h 391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8733" h="3913824">
                <a:moveTo>
                  <a:pt x="0" y="0"/>
                </a:moveTo>
                <a:lnTo>
                  <a:pt x="5248733" y="0"/>
                </a:lnTo>
                <a:lnTo>
                  <a:pt x="5248733" y="3664652"/>
                </a:lnTo>
                <a:lnTo>
                  <a:pt x="5248733" y="3827179"/>
                </a:lnTo>
                <a:cubicBezTo>
                  <a:pt x="5248733" y="3875032"/>
                  <a:pt x="5209941" y="3913824"/>
                  <a:pt x="5162088" y="3913824"/>
                </a:cubicBezTo>
                <a:lnTo>
                  <a:pt x="86645" y="3913824"/>
                </a:lnTo>
                <a:cubicBezTo>
                  <a:pt x="38792" y="3913824"/>
                  <a:pt x="0" y="3875032"/>
                  <a:pt x="0" y="3827179"/>
                </a:cubicBezTo>
                <a:lnTo>
                  <a:pt x="0" y="3664652"/>
                </a:lnTo>
                <a:close/>
              </a:path>
            </a:pathLst>
          </a:custGeom>
          <a:solidFill>
            <a:srgbClr val="74787B">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8" name="Freeform: Shape 17">
            <a:extLst>
              <a:ext uri="{FF2B5EF4-FFF2-40B4-BE49-F238E27FC236}">
                <a16:creationId xmlns:a16="http://schemas.microsoft.com/office/drawing/2014/main" id="{F3A0572F-B383-4D32-B8E1-D008803C1118}"/>
              </a:ext>
            </a:extLst>
          </p:cNvPr>
          <p:cNvSpPr/>
          <p:nvPr userDrawn="1"/>
        </p:nvSpPr>
        <p:spPr>
          <a:xfrm>
            <a:off x="667266" y="1457739"/>
            <a:ext cx="5248733" cy="805401"/>
          </a:xfrm>
          <a:custGeom>
            <a:avLst/>
            <a:gdLst>
              <a:gd name="connsiteX0" fmla="*/ 86645 w 5248733"/>
              <a:gd name="connsiteY0" fmla="*/ 0 h 805401"/>
              <a:gd name="connsiteX1" fmla="*/ 5162088 w 5248733"/>
              <a:gd name="connsiteY1" fmla="*/ 0 h 805401"/>
              <a:gd name="connsiteX2" fmla="*/ 5248733 w 5248733"/>
              <a:gd name="connsiteY2" fmla="*/ 86645 h 805401"/>
              <a:gd name="connsiteX3" fmla="*/ 5248733 w 5248733"/>
              <a:gd name="connsiteY3" fmla="*/ 805401 h 805401"/>
              <a:gd name="connsiteX4" fmla="*/ 0 w 5248733"/>
              <a:gd name="connsiteY4" fmla="*/ 805401 h 805401"/>
              <a:gd name="connsiteX5" fmla="*/ 0 w 5248733"/>
              <a:gd name="connsiteY5" fmla="*/ 86645 h 805401"/>
              <a:gd name="connsiteX6" fmla="*/ 86645 w 5248733"/>
              <a:gd name="connsiteY6" fmla="*/ 0 h 805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48733" h="805401">
                <a:moveTo>
                  <a:pt x="86645" y="0"/>
                </a:moveTo>
                <a:lnTo>
                  <a:pt x="5162088" y="0"/>
                </a:lnTo>
                <a:cubicBezTo>
                  <a:pt x="5209941" y="0"/>
                  <a:pt x="5248733" y="38792"/>
                  <a:pt x="5248733" y="86645"/>
                </a:cubicBezTo>
                <a:lnTo>
                  <a:pt x="5248733" y="805401"/>
                </a:lnTo>
                <a:lnTo>
                  <a:pt x="0" y="805401"/>
                </a:lnTo>
                <a:lnTo>
                  <a:pt x="0" y="86645"/>
                </a:lnTo>
                <a:cubicBezTo>
                  <a:pt x="0" y="38792"/>
                  <a:pt x="38792" y="0"/>
                  <a:pt x="86645" y="0"/>
                </a:cubicBezTo>
                <a:close/>
              </a:path>
            </a:pathLst>
          </a:custGeom>
          <a:solidFill>
            <a:srgbClr val="7478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1F9C20-D204-4A61-83D0-C8409FA061FE}"/>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13" name="Text Placeholder 12">
            <a:extLst>
              <a:ext uri="{FF2B5EF4-FFF2-40B4-BE49-F238E27FC236}">
                <a16:creationId xmlns:a16="http://schemas.microsoft.com/office/drawing/2014/main" id="{AA0341ED-91C5-4B51-B2FF-21BE4819BA14}"/>
              </a:ext>
            </a:extLst>
          </p:cNvPr>
          <p:cNvSpPr>
            <a:spLocks noGrp="1"/>
          </p:cNvSpPr>
          <p:nvPr>
            <p:ph type="body" sz="quarter" idx="13" hasCustomPrompt="1"/>
          </p:nvPr>
        </p:nvSpPr>
        <p:spPr>
          <a:xfrm>
            <a:off x="959768" y="1722922"/>
            <a:ext cx="4734595" cy="366712"/>
          </a:xfrm>
        </p:spPr>
        <p:txBody>
          <a:bodyPr/>
          <a:lstStyle>
            <a:lvl1pPr marL="0" indent="0">
              <a:buNone/>
              <a:defRPr b="1">
                <a:solidFill>
                  <a:schemeClr val="bg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a:t>Section heading</a:t>
            </a:r>
            <a:endParaRPr lang="en-GB"/>
          </a:p>
        </p:txBody>
      </p:sp>
      <p:sp>
        <p:nvSpPr>
          <p:cNvPr id="14" name="Content Placeholder 13">
            <a:extLst>
              <a:ext uri="{FF2B5EF4-FFF2-40B4-BE49-F238E27FC236}">
                <a16:creationId xmlns:a16="http://schemas.microsoft.com/office/drawing/2014/main" id="{3D9D1C6C-3654-4D00-A984-8B1A716E5903}"/>
              </a:ext>
            </a:extLst>
          </p:cNvPr>
          <p:cNvSpPr>
            <a:spLocks noGrp="1"/>
          </p:cNvSpPr>
          <p:nvPr>
            <p:ph sz="quarter" idx="14"/>
          </p:nvPr>
        </p:nvSpPr>
        <p:spPr bwMode="gray">
          <a:xfrm>
            <a:off x="6276001" y="1457739"/>
            <a:ext cx="5248733" cy="4719225"/>
          </a:xfrm>
          <a:custGeom>
            <a:avLst/>
            <a:gdLst>
              <a:gd name="connsiteX0" fmla="*/ 86645 w 5248733"/>
              <a:gd name="connsiteY0" fmla="*/ 0 h 4719225"/>
              <a:gd name="connsiteX1" fmla="*/ 5162088 w 5248733"/>
              <a:gd name="connsiteY1" fmla="*/ 0 h 4719225"/>
              <a:gd name="connsiteX2" fmla="*/ 5248733 w 5248733"/>
              <a:gd name="connsiteY2" fmla="*/ 86645 h 4719225"/>
              <a:gd name="connsiteX3" fmla="*/ 5248733 w 5248733"/>
              <a:gd name="connsiteY3" fmla="*/ 4632580 h 4719225"/>
              <a:gd name="connsiteX4" fmla="*/ 5162088 w 5248733"/>
              <a:gd name="connsiteY4" fmla="*/ 4719225 h 4719225"/>
              <a:gd name="connsiteX5" fmla="*/ 86645 w 5248733"/>
              <a:gd name="connsiteY5" fmla="*/ 4719225 h 4719225"/>
              <a:gd name="connsiteX6" fmla="*/ 0 w 5248733"/>
              <a:gd name="connsiteY6" fmla="*/ 4632580 h 4719225"/>
              <a:gd name="connsiteX7" fmla="*/ 0 w 5248733"/>
              <a:gd name="connsiteY7" fmla="*/ 86645 h 4719225"/>
              <a:gd name="connsiteX8" fmla="*/ 86645 w 5248733"/>
              <a:gd name="connsiteY8" fmla="*/ 0 h 4719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48733" h="4719225">
                <a:moveTo>
                  <a:pt x="86645" y="0"/>
                </a:moveTo>
                <a:lnTo>
                  <a:pt x="5162088" y="0"/>
                </a:lnTo>
                <a:cubicBezTo>
                  <a:pt x="5209941" y="0"/>
                  <a:pt x="5248733" y="38792"/>
                  <a:pt x="5248733" y="86645"/>
                </a:cubicBezTo>
                <a:lnTo>
                  <a:pt x="5248733" y="4632580"/>
                </a:lnTo>
                <a:cubicBezTo>
                  <a:pt x="5248733" y="4680433"/>
                  <a:pt x="5209941" y="4719225"/>
                  <a:pt x="5162088" y="4719225"/>
                </a:cubicBezTo>
                <a:lnTo>
                  <a:pt x="86645" y="4719225"/>
                </a:lnTo>
                <a:cubicBezTo>
                  <a:pt x="38792" y="4719225"/>
                  <a:pt x="0" y="4680433"/>
                  <a:pt x="0" y="4632580"/>
                </a:cubicBezTo>
                <a:lnTo>
                  <a:pt x="0" y="86645"/>
                </a:lnTo>
                <a:cubicBezTo>
                  <a:pt x="0" y="38792"/>
                  <a:pt x="38792" y="0"/>
                  <a:pt x="86645" y="0"/>
                </a:cubicBezTo>
                <a:close/>
              </a:path>
            </a:pathLst>
          </a:custGeom>
          <a:solidFill>
            <a:srgbClr val="E3E4E5"/>
          </a:solidFill>
        </p:spPr>
        <p:txBody>
          <a:bodyPr wrap="square" anchor="ctr">
            <a:noAutofit/>
          </a:bodyPr>
          <a:lstStyle>
            <a:lvl1pPr marL="0" indent="0" algn="ctr">
              <a:buNone/>
              <a:defRPr/>
            </a:lvl1pPr>
          </a:lstStyle>
          <a:p>
            <a:pPr lvl="0"/>
            <a:endParaRPr lang="en-US"/>
          </a:p>
          <a:p>
            <a:pPr lvl="0"/>
            <a:endParaRPr lang="en-US"/>
          </a:p>
          <a:p>
            <a:pPr lvl="0"/>
            <a:endParaRPr lang="en-US"/>
          </a:p>
          <a:p>
            <a:pPr lvl="0"/>
            <a:r>
              <a:rPr lang="en-US"/>
              <a:t>Insert content (picture, chart </a:t>
            </a:r>
            <a:r>
              <a:rPr lang="en-US" err="1"/>
              <a:t>etc</a:t>
            </a:r>
            <a:r>
              <a:rPr lang="en-US"/>
              <a:t>)</a:t>
            </a:r>
            <a:endParaRPr lang="en-GB"/>
          </a:p>
        </p:txBody>
      </p:sp>
      <p:sp>
        <p:nvSpPr>
          <p:cNvPr id="11" name="Subtitle 2">
            <a:extLst>
              <a:ext uri="{FF2B5EF4-FFF2-40B4-BE49-F238E27FC236}">
                <a16:creationId xmlns:a16="http://schemas.microsoft.com/office/drawing/2014/main" id="{AC4FE4BA-329C-4F06-9253-435EA2737A4B}"/>
              </a:ext>
            </a:extLst>
          </p:cNvPr>
          <p:cNvSpPr>
            <a:spLocks noGrp="1"/>
          </p:cNvSpPr>
          <p:nvPr>
            <p:ph type="subTitle" idx="11"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
        <p:nvSpPr>
          <p:cNvPr id="19" name="Content Placeholder 3">
            <a:extLst>
              <a:ext uri="{FF2B5EF4-FFF2-40B4-BE49-F238E27FC236}">
                <a16:creationId xmlns:a16="http://schemas.microsoft.com/office/drawing/2014/main" id="{57017284-7BE0-4ABB-AC49-15ABCE434C67}"/>
              </a:ext>
            </a:extLst>
          </p:cNvPr>
          <p:cNvSpPr>
            <a:spLocks noGrp="1"/>
          </p:cNvSpPr>
          <p:nvPr>
            <p:ph sz="quarter" idx="15" hasCustomPrompt="1"/>
          </p:nvPr>
        </p:nvSpPr>
        <p:spPr>
          <a:xfrm>
            <a:off x="959768" y="2528322"/>
            <a:ext cx="4716463" cy="3440677"/>
          </a:xfrm>
        </p:spPr>
        <p:txBody>
          <a:bodyPr vert="horz" lIns="0" tIns="0" rIns="0" bIns="0" rtlCol="0" anchor="t" anchorCtr="0">
            <a:noAutofit/>
          </a:bodyPr>
          <a:lstStyle>
            <a:lvl1pPr>
              <a:defRPr lang="en-GB" sz="1600" b="0" dirty="0">
                <a:solidFill>
                  <a:srgbClr val="74787B"/>
                </a:solidFill>
              </a:defRPr>
            </a:lvl1pPr>
          </a:lstStyle>
          <a:p>
            <a:pPr marL="0" lvl="0" indent="0">
              <a:lnSpc>
                <a:spcPct val="100000"/>
              </a:lnSpc>
              <a:spcBef>
                <a:spcPts val="0"/>
              </a:spcBef>
              <a:spcAft>
                <a:spcPts val="800"/>
              </a:spcAft>
              <a:buNone/>
            </a:pPr>
            <a:r>
              <a:rPr lang="en-GB"/>
              <a:t>Lorem ipsum dolor sit amet, consectetuer adipiscing elit. Maecenas porttitor congue massa. Fusce posuere, magna sed pulvinar ultricies, purus lectus malesuada libero, sit amet commodo magna eros quis urna.</a:t>
            </a:r>
          </a:p>
          <a:p>
            <a:pPr marL="0" lvl="0" indent="0">
              <a:lnSpc>
                <a:spcPct val="100000"/>
              </a:lnSpc>
              <a:spcBef>
                <a:spcPts val="0"/>
              </a:spcBef>
              <a:spcAft>
                <a:spcPts val="800"/>
              </a:spcAft>
              <a:buNone/>
            </a:pPr>
            <a:r>
              <a:rPr lang="en-GB"/>
              <a:t>Nunc viverra imperdiet enim. Fusce est. Vivamus a </a:t>
            </a:r>
            <a:r>
              <a:rPr lang="en-GB" err="1"/>
              <a:t>tellus</a:t>
            </a:r>
            <a:r>
              <a:rPr lang="en-GB"/>
              <a:t>. </a:t>
            </a:r>
            <a:r>
              <a:rPr lang="en-GB" err="1"/>
              <a:t>Pellentesque</a:t>
            </a:r>
            <a:r>
              <a:rPr lang="en-GB"/>
              <a:t> habitant morbi tristique senectus et netus et malesuada fames ac turpis egestas. Proin pharetra nonummy pede. Mauris et </a:t>
            </a:r>
            <a:r>
              <a:rPr lang="en-GB" err="1"/>
              <a:t>orci</a:t>
            </a:r>
            <a:r>
              <a:rPr lang="en-GB"/>
              <a:t>.</a:t>
            </a:r>
          </a:p>
          <a:p>
            <a:pPr marL="0" lvl="0" indent="0">
              <a:lnSpc>
                <a:spcPct val="100000"/>
              </a:lnSpc>
              <a:spcBef>
                <a:spcPts val="0"/>
              </a:spcBef>
              <a:spcAft>
                <a:spcPts val="800"/>
              </a:spcAft>
              <a:buNone/>
            </a:pPr>
            <a:r>
              <a:rPr lang="en-GB"/>
              <a:t>Lorem ipsum dolor sit amet, consectetuer adipiscing elit. Maecenas porttitor congue </a:t>
            </a:r>
            <a:r>
              <a:rPr lang="en-GB" err="1"/>
              <a:t>massa</a:t>
            </a:r>
            <a:r>
              <a:rPr lang="en-GB"/>
              <a:t>. Lorem ipsum dolor sit amet, consectetuer adipiscing elit. Maecenas porttitor congue </a:t>
            </a:r>
            <a:r>
              <a:rPr lang="en-GB" err="1"/>
              <a:t>massa</a:t>
            </a:r>
            <a:r>
              <a:rPr lang="en-GB"/>
              <a:t>.</a:t>
            </a:r>
          </a:p>
          <a:p>
            <a:pPr marL="0" lvl="0" indent="0">
              <a:lnSpc>
                <a:spcPct val="100000"/>
              </a:lnSpc>
              <a:spcBef>
                <a:spcPts val="0"/>
              </a:spcBef>
              <a:spcAft>
                <a:spcPts val="800"/>
              </a:spcAft>
              <a:buNone/>
            </a:pPr>
            <a:endParaRPr lang="en-GB"/>
          </a:p>
          <a:p>
            <a:pPr marL="0" lvl="0" indent="0">
              <a:lnSpc>
                <a:spcPct val="100000"/>
              </a:lnSpc>
              <a:spcBef>
                <a:spcPts val="0"/>
              </a:spcBef>
              <a:spcAft>
                <a:spcPts val="800"/>
              </a:spcAft>
              <a:buNone/>
            </a:pPr>
            <a:endParaRPr lang="en-GB"/>
          </a:p>
        </p:txBody>
      </p:sp>
    </p:spTree>
    <p:extLst>
      <p:ext uri="{BB962C8B-B14F-4D97-AF65-F5344CB8AC3E}">
        <p14:creationId xmlns:p14="http://schemas.microsoft.com/office/powerpoint/2010/main" val="37186750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Layout B1">
    <p:spTree>
      <p:nvGrpSpPr>
        <p:cNvPr id="1" name=""/>
        <p:cNvGrpSpPr/>
        <p:nvPr/>
      </p:nvGrpSpPr>
      <p:grpSpPr>
        <a:xfrm>
          <a:off x="0" y="0"/>
          <a:ext cx="0" cy="0"/>
          <a:chOff x="0" y="0"/>
          <a:chExt cx="0" cy="0"/>
        </a:xfrm>
      </p:grpSpPr>
      <p:sp>
        <p:nvSpPr>
          <p:cNvPr id="16" name="Picture Placeholder 4">
            <a:extLst>
              <a:ext uri="{FF2B5EF4-FFF2-40B4-BE49-F238E27FC236}">
                <a16:creationId xmlns:a16="http://schemas.microsoft.com/office/drawing/2014/main" id="{7348483F-FE65-416B-A8CF-7A74BCDDBC57}"/>
              </a:ext>
            </a:extLst>
          </p:cNvPr>
          <p:cNvSpPr>
            <a:spLocks noGrp="1"/>
          </p:cNvSpPr>
          <p:nvPr>
            <p:ph type="pic" sz="quarter" idx="14"/>
          </p:nvPr>
        </p:nvSpPr>
        <p:spPr>
          <a:xfrm>
            <a:off x="8153400" y="3963235"/>
            <a:ext cx="4038600" cy="2389031"/>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36" name="Picture Placeholder 4">
            <a:extLst>
              <a:ext uri="{FF2B5EF4-FFF2-40B4-BE49-F238E27FC236}">
                <a16:creationId xmlns:a16="http://schemas.microsoft.com/office/drawing/2014/main" id="{33E0DDF3-7EE3-4797-86A1-33A8EDFC86DF}"/>
              </a:ext>
            </a:extLst>
          </p:cNvPr>
          <p:cNvSpPr>
            <a:spLocks noGrp="1"/>
          </p:cNvSpPr>
          <p:nvPr>
            <p:ph type="pic" sz="quarter" idx="22"/>
          </p:nvPr>
        </p:nvSpPr>
        <p:spPr>
          <a:xfrm>
            <a:off x="8153400" y="1457740"/>
            <a:ext cx="4038600" cy="2389031"/>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24" name="Freeform: Shape 23">
            <a:extLst>
              <a:ext uri="{FF2B5EF4-FFF2-40B4-BE49-F238E27FC236}">
                <a16:creationId xmlns:a16="http://schemas.microsoft.com/office/drawing/2014/main" id="{A3C7E808-8C4C-4B20-95B2-4A1FB605246A}"/>
              </a:ext>
            </a:extLst>
          </p:cNvPr>
          <p:cNvSpPr/>
          <p:nvPr userDrawn="1"/>
        </p:nvSpPr>
        <p:spPr>
          <a:xfrm>
            <a:off x="667267" y="2089633"/>
            <a:ext cx="3009384" cy="4262619"/>
          </a:xfrm>
          <a:custGeom>
            <a:avLst/>
            <a:gdLst>
              <a:gd name="connsiteX0" fmla="*/ 0 w 5248733"/>
              <a:gd name="connsiteY0" fmla="*/ 0 h 3913824"/>
              <a:gd name="connsiteX1" fmla="*/ 5248733 w 5248733"/>
              <a:gd name="connsiteY1" fmla="*/ 0 h 3913824"/>
              <a:gd name="connsiteX2" fmla="*/ 5248733 w 5248733"/>
              <a:gd name="connsiteY2" fmla="*/ 3664652 h 3913824"/>
              <a:gd name="connsiteX3" fmla="*/ 5248733 w 5248733"/>
              <a:gd name="connsiteY3" fmla="*/ 3827179 h 3913824"/>
              <a:gd name="connsiteX4" fmla="*/ 5162088 w 5248733"/>
              <a:gd name="connsiteY4" fmla="*/ 3913824 h 3913824"/>
              <a:gd name="connsiteX5" fmla="*/ 86645 w 5248733"/>
              <a:gd name="connsiteY5" fmla="*/ 3913824 h 3913824"/>
              <a:gd name="connsiteX6" fmla="*/ 0 w 5248733"/>
              <a:gd name="connsiteY6" fmla="*/ 3827179 h 3913824"/>
              <a:gd name="connsiteX7" fmla="*/ 0 w 5248733"/>
              <a:gd name="connsiteY7" fmla="*/ 3664652 h 391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8733" h="3913824">
                <a:moveTo>
                  <a:pt x="0" y="0"/>
                </a:moveTo>
                <a:lnTo>
                  <a:pt x="5248733" y="0"/>
                </a:lnTo>
                <a:lnTo>
                  <a:pt x="5248733" y="3664652"/>
                </a:lnTo>
                <a:lnTo>
                  <a:pt x="5248733" y="3827179"/>
                </a:lnTo>
                <a:cubicBezTo>
                  <a:pt x="5248733" y="3875032"/>
                  <a:pt x="5209941" y="3913824"/>
                  <a:pt x="5162088" y="3913824"/>
                </a:cubicBezTo>
                <a:lnTo>
                  <a:pt x="86645" y="3913824"/>
                </a:lnTo>
                <a:cubicBezTo>
                  <a:pt x="38792" y="3913824"/>
                  <a:pt x="0" y="3875032"/>
                  <a:pt x="0" y="3827179"/>
                </a:cubicBezTo>
                <a:lnTo>
                  <a:pt x="0" y="3664652"/>
                </a:lnTo>
                <a:close/>
              </a:path>
            </a:pathLst>
          </a:custGeom>
          <a:solidFill>
            <a:srgbClr val="74787B">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5" name="Freeform: Shape 24">
            <a:extLst>
              <a:ext uri="{FF2B5EF4-FFF2-40B4-BE49-F238E27FC236}">
                <a16:creationId xmlns:a16="http://schemas.microsoft.com/office/drawing/2014/main" id="{921AACD7-E7E0-472B-8BD0-0AA5CBC4DADE}"/>
              </a:ext>
            </a:extLst>
          </p:cNvPr>
          <p:cNvSpPr/>
          <p:nvPr userDrawn="1"/>
        </p:nvSpPr>
        <p:spPr>
          <a:xfrm>
            <a:off x="667267" y="1457740"/>
            <a:ext cx="3009384" cy="631894"/>
          </a:xfrm>
          <a:custGeom>
            <a:avLst/>
            <a:gdLst>
              <a:gd name="connsiteX0" fmla="*/ 86645 w 5248733"/>
              <a:gd name="connsiteY0" fmla="*/ 0 h 805401"/>
              <a:gd name="connsiteX1" fmla="*/ 5162088 w 5248733"/>
              <a:gd name="connsiteY1" fmla="*/ 0 h 805401"/>
              <a:gd name="connsiteX2" fmla="*/ 5248733 w 5248733"/>
              <a:gd name="connsiteY2" fmla="*/ 86645 h 805401"/>
              <a:gd name="connsiteX3" fmla="*/ 5248733 w 5248733"/>
              <a:gd name="connsiteY3" fmla="*/ 805401 h 805401"/>
              <a:gd name="connsiteX4" fmla="*/ 0 w 5248733"/>
              <a:gd name="connsiteY4" fmla="*/ 805401 h 805401"/>
              <a:gd name="connsiteX5" fmla="*/ 0 w 5248733"/>
              <a:gd name="connsiteY5" fmla="*/ 86645 h 805401"/>
              <a:gd name="connsiteX6" fmla="*/ 86645 w 5248733"/>
              <a:gd name="connsiteY6" fmla="*/ 0 h 805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48733" h="805401">
                <a:moveTo>
                  <a:pt x="86645" y="0"/>
                </a:moveTo>
                <a:lnTo>
                  <a:pt x="5162088" y="0"/>
                </a:lnTo>
                <a:cubicBezTo>
                  <a:pt x="5209941" y="0"/>
                  <a:pt x="5248733" y="38792"/>
                  <a:pt x="5248733" y="86645"/>
                </a:cubicBezTo>
                <a:lnTo>
                  <a:pt x="5248733" y="805401"/>
                </a:lnTo>
                <a:lnTo>
                  <a:pt x="0" y="805401"/>
                </a:lnTo>
                <a:lnTo>
                  <a:pt x="0" y="86645"/>
                </a:lnTo>
                <a:cubicBezTo>
                  <a:pt x="0" y="38792"/>
                  <a:pt x="38792" y="0"/>
                  <a:pt x="86645" y="0"/>
                </a:cubicBezTo>
                <a:close/>
              </a:path>
            </a:pathLst>
          </a:custGeom>
          <a:solidFill>
            <a:srgbClr val="7478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1F9C20-D204-4A61-83D0-C8409FA061FE}"/>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12" name="Content Placeholder 3">
            <a:extLst>
              <a:ext uri="{FF2B5EF4-FFF2-40B4-BE49-F238E27FC236}">
                <a16:creationId xmlns:a16="http://schemas.microsoft.com/office/drawing/2014/main" id="{A0A3A707-B6E4-49DF-B76F-2FF1AE941CDE}"/>
              </a:ext>
            </a:extLst>
          </p:cNvPr>
          <p:cNvSpPr>
            <a:spLocks noGrp="1"/>
          </p:cNvSpPr>
          <p:nvPr>
            <p:ph sz="quarter" idx="12" hasCustomPrompt="1"/>
          </p:nvPr>
        </p:nvSpPr>
        <p:spPr>
          <a:xfrm>
            <a:off x="959769" y="2272322"/>
            <a:ext cx="2450182" cy="3823677"/>
          </a:xfrm>
        </p:spPr>
        <p:txBody>
          <a:bodyPr vert="horz" lIns="0" tIns="0" rIns="0" bIns="0" rtlCol="0" anchor="t" anchorCtr="0">
            <a:noAutofit/>
          </a:bodyPr>
          <a:lstStyle>
            <a:lvl1pPr>
              <a:defRPr lang="en-GB" sz="1600" b="0" dirty="0"/>
            </a:lvl1pPr>
          </a:lstStyle>
          <a:p>
            <a:pPr marL="0" lvl="0" indent="0">
              <a:lnSpc>
                <a:spcPct val="100000"/>
              </a:lnSpc>
              <a:spcBef>
                <a:spcPts val="0"/>
              </a:spcBef>
              <a:spcAft>
                <a:spcPts val="800"/>
              </a:spcAft>
              <a:buNone/>
            </a:pPr>
            <a:r>
              <a:rPr lang="en-GB"/>
              <a:t>Lorem ipsum dolor sit amet, consectetuer adipiscing elit. Maecenas porttitor congue massa. Fusce posuere, magna sed pulvinar ultricies, purus lectus malesuada libero, sit amet commodo magna eros quis urna.</a:t>
            </a:r>
          </a:p>
          <a:p>
            <a:pPr marL="0" lvl="0" indent="0">
              <a:lnSpc>
                <a:spcPct val="100000"/>
              </a:lnSpc>
              <a:spcBef>
                <a:spcPts val="0"/>
              </a:spcBef>
              <a:spcAft>
                <a:spcPts val="800"/>
              </a:spcAft>
              <a:buNone/>
            </a:pPr>
            <a:r>
              <a:rPr lang="en-GB"/>
              <a:t>Nunc viverra imperdiet enim. Fusce est. Vivamus a </a:t>
            </a:r>
            <a:r>
              <a:rPr lang="en-GB" err="1"/>
              <a:t>tellus</a:t>
            </a:r>
            <a:r>
              <a:rPr lang="en-GB"/>
              <a:t>. </a:t>
            </a:r>
            <a:r>
              <a:rPr lang="en-GB" err="1"/>
              <a:t>Pellentesque</a:t>
            </a:r>
            <a:r>
              <a:rPr lang="en-GB"/>
              <a:t> habitant morbi tristique senectus et netus et malesuada fames ac turpis </a:t>
            </a:r>
            <a:r>
              <a:rPr lang="en-GB" err="1"/>
              <a:t>egestas</a:t>
            </a:r>
            <a:r>
              <a:rPr lang="en-GB"/>
              <a:t>.</a:t>
            </a:r>
          </a:p>
        </p:txBody>
      </p:sp>
      <p:sp>
        <p:nvSpPr>
          <p:cNvPr id="13" name="Text Placeholder 12">
            <a:extLst>
              <a:ext uri="{FF2B5EF4-FFF2-40B4-BE49-F238E27FC236}">
                <a16:creationId xmlns:a16="http://schemas.microsoft.com/office/drawing/2014/main" id="{AA0341ED-91C5-4B51-B2FF-21BE4819BA14}"/>
              </a:ext>
            </a:extLst>
          </p:cNvPr>
          <p:cNvSpPr>
            <a:spLocks noGrp="1"/>
          </p:cNvSpPr>
          <p:nvPr>
            <p:ph type="body" sz="quarter" idx="13" hasCustomPrompt="1"/>
          </p:nvPr>
        </p:nvSpPr>
        <p:spPr>
          <a:xfrm>
            <a:off x="946868" y="1640429"/>
            <a:ext cx="2450182" cy="366712"/>
          </a:xfrm>
        </p:spPr>
        <p:txBody>
          <a:bodyPr/>
          <a:lstStyle>
            <a:lvl1pPr marL="0" indent="0">
              <a:buNone/>
              <a:defRPr b="1">
                <a:solidFill>
                  <a:schemeClr val="bg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a:t>Section heading</a:t>
            </a:r>
            <a:endParaRPr lang="en-GB"/>
          </a:p>
        </p:txBody>
      </p:sp>
      <p:sp>
        <p:nvSpPr>
          <p:cNvPr id="23" name="Content Placeholder 2">
            <a:extLst>
              <a:ext uri="{FF2B5EF4-FFF2-40B4-BE49-F238E27FC236}">
                <a16:creationId xmlns:a16="http://schemas.microsoft.com/office/drawing/2014/main" id="{36DBA5C6-510B-41C4-9D69-2CEC6D52CA88}"/>
              </a:ext>
            </a:extLst>
          </p:cNvPr>
          <p:cNvSpPr>
            <a:spLocks noGrp="1"/>
          </p:cNvSpPr>
          <p:nvPr>
            <p:ph idx="20"/>
          </p:nvPr>
        </p:nvSpPr>
        <p:spPr>
          <a:xfrm>
            <a:off x="3969153" y="1460600"/>
            <a:ext cx="3904646" cy="489165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3620746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Layout B2">
    <p:spTree>
      <p:nvGrpSpPr>
        <p:cNvPr id="1" name=""/>
        <p:cNvGrpSpPr/>
        <p:nvPr/>
      </p:nvGrpSpPr>
      <p:grpSpPr>
        <a:xfrm>
          <a:off x="0" y="0"/>
          <a:ext cx="0" cy="0"/>
          <a:chOff x="0" y="0"/>
          <a:chExt cx="0" cy="0"/>
        </a:xfrm>
      </p:grpSpPr>
      <p:sp>
        <p:nvSpPr>
          <p:cNvPr id="16" name="Picture Placeholder 4">
            <a:extLst>
              <a:ext uri="{FF2B5EF4-FFF2-40B4-BE49-F238E27FC236}">
                <a16:creationId xmlns:a16="http://schemas.microsoft.com/office/drawing/2014/main" id="{7348483F-FE65-416B-A8CF-7A74BCDDBC57}"/>
              </a:ext>
            </a:extLst>
          </p:cNvPr>
          <p:cNvSpPr>
            <a:spLocks noGrp="1"/>
          </p:cNvSpPr>
          <p:nvPr>
            <p:ph type="pic" sz="quarter" idx="14"/>
          </p:nvPr>
        </p:nvSpPr>
        <p:spPr>
          <a:xfrm>
            <a:off x="8153400" y="3963235"/>
            <a:ext cx="4038600" cy="2389031"/>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24" name="Freeform: Shape 23">
            <a:extLst>
              <a:ext uri="{FF2B5EF4-FFF2-40B4-BE49-F238E27FC236}">
                <a16:creationId xmlns:a16="http://schemas.microsoft.com/office/drawing/2014/main" id="{A607F021-E7ED-43C2-9764-023212A929D7}"/>
              </a:ext>
            </a:extLst>
          </p:cNvPr>
          <p:cNvSpPr/>
          <p:nvPr userDrawn="1"/>
        </p:nvSpPr>
        <p:spPr>
          <a:xfrm>
            <a:off x="667267" y="2089633"/>
            <a:ext cx="3009384" cy="4262619"/>
          </a:xfrm>
          <a:custGeom>
            <a:avLst/>
            <a:gdLst>
              <a:gd name="connsiteX0" fmla="*/ 0 w 5248733"/>
              <a:gd name="connsiteY0" fmla="*/ 0 h 3913824"/>
              <a:gd name="connsiteX1" fmla="*/ 5248733 w 5248733"/>
              <a:gd name="connsiteY1" fmla="*/ 0 h 3913824"/>
              <a:gd name="connsiteX2" fmla="*/ 5248733 w 5248733"/>
              <a:gd name="connsiteY2" fmla="*/ 3664652 h 3913824"/>
              <a:gd name="connsiteX3" fmla="*/ 5248733 w 5248733"/>
              <a:gd name="connsiteY3" fmla="*/ 3827179 h 3913824"/>
              <a:gd name="connsiteX4" fmla="*/ 5162088 w 5248733"/>
              <a:gd name="connsiteY4" fmla="*/ 3913824 h 3913824"/>
              <a:gd name="connsiteX5" fmla="*/ 86645 w 5248733"/>
              <a:gd name="connsiteY5" fmla="*/ 3913824 h 3913824"/>
              <a:gd name="connsiteX6" fmla="*/ 0 w 5248733"/>
              <a:gd name="connsiteY6" fmla="*/ 3827179 h 3913824"/>
              <a:gd name="connsiteX7" fmla="*/ 0 w 5248733"/>
              <a:gd name="connsiteY7" fmla="*/ 3664652 h 391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8733" h="3913824">
                <a:moveTo>
                  <a:pt x="0" y="0"/>
                </a:moveTo>
                <a:lnTo>
                  <a:pt x="5248733" y="0"/>
                </a:lnTo>
                <a:lnTo>
                  <a:pt x="5248733" y="3664652"/>
                </a:lnTo>
                <a:lnTo>
                  <a:pt x="5248733" y="3827179"/>
                </a:lnTo>
                <a:cubicBezTo>
                  <a:pt x="5248733" y="3875032"/>
                  <a:pt x="5209941" y="3913824"/>
                  <a:pt x="5162088" y="3913824"/>
                </a:cubicBezTo>
                <a:lnTo>
                  <a:pt x="86645" y="3913824"/>
                </a:lnTo>
                <a:cubicBezTo>
                  <a:pt x="38792" y="3913824"/>
                  <a:pt x="0" y="3875032"/>
                  <a:pt x="0" y="3827179"/>
                </a:cubicBezTo>
                <a:lnTo>
                  <a:pt x="0" y="3664652"/>
                </a:lnTo>
                <a:close/>
              </a:path>
            </a:pathLst>
          </a:custGeom>
          <a:solidFill>
            <a:srgbClr val="74787B">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5" name="Freeform: Shape 24">
            <a:extLst>
              <a:ext uri="{FF2B5EF4-FFF2-40B4-BE49-F238E27FC236}">
                <a16:creationId xmlns:a16="http://schemas.microsoft.com/office/drawing/2014/main" id="{E8A3CEF4-6639-4001-8D9F-51FE646E516C}"/>
              </a:ext>
            </a:extLst>
          </p:cNvPr>
          <p:cNvSpPr/>
          <p:nvPr userDrawn="1"/>
        </p:nvSpPr>
        <p:spPr>
          <a:xfrm>
            <a:off x="667267" y="1457740"/>
            <a:ext cx="3009384" cy="631894"/>
          </a:xfrm>
          <a:custGeom>
            <a:avLst/>
            <a:gdLst>
              <a:gd name="connsiteX0" fmla="*/ 86645 w 5248733"/>
              <a:gd name="connsiteY0" fmla="*/ 0 h 805401"/>
              <a:gd name="connsiteX1" fmla="*/ 5162088 w 5248733"/>
              <a:gd name="connsiteY1" fmla="*/ 0 h 805401"/>
              <a:gd name="connsiteX2" fmla="*/ 5248733 w 5248733"/>
              <a:gd name="connsiteY2" fmla="*/ 86645 h 805401"/>
              <a:gd name="connsiteX3" fmla="*/ 5248733 w 5248733"/>
              <a:gd name="connsiteY3" fmla="*/ 805401 h 805401"/>
              <a:gd name="connsiteX4" fmla="*/ 0 w 5248733"/>
              <a:gd name="connsiteY4" fmla="*/ 805401 h 805401"/>
              <a:gd name="connsiteX5" fmla="*/ 0 w 5248733"/>
              <a:gd name="connsiteY5" fmla="*/ 86645 h 805401"/>
              <a:gd name="connsiteX6" fmla="*/ 86645 w 5248733"/>
              <a:gd name="connsiteY6" fmla="*/ 0 h 805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48733" h="805401">
                <a:moveTo>
                  <a:pt x="86645" y="0"/>
                </a:moveTo>
                <a:lnTo>
                  <a:pt x="5162088" y="0"/>
                </a:lnTo>
                <a:cubicBezTo>
                  <a:pt x="5209941" y="0"/>
                  <a:pt x="5248733" y="38792"/>
                  <a:pt x="5248733" y="86645"/>
                </a:cubicBezTo>
                <a:lnTo>
                  <a:pt x="5248733" y="805401"/>
                </a:lnTo>
                <a:lnTo>
                  <a:pt x="0" y="805401"/>
                </a:lnTo>
                <a:lnTo>
                  <a:pt x="0" y="86645"/>
                </a:lnTo>
                <a:cubicBezTo>
                  <a:pt x="0" y="38792"/>
                  <a:pt x="38792" y="0"/>
                  <a:pt x="86645" y="0"/>
                </a:cubicBezTo>
                <a:close/>
              </a:path>
            </a:pathLst>
          </a:custGeom>
          <a:solidFill>
            <a:srgbClr val="7478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6" name="Content Placeholder 3">
            <a:extLst>
              <a:ext uri="{FF2B5EF4-FFF2-40B4-BE49-F238E27FC236}">
                <a16:creationId xmlns:a16="http://schemas.microsoft.com/office/drawing/2014/main" id="{99757197-75BF-484C-A0C1-2A8F9D6A7192}"/>
              </a:ext>
            </a:extLst>
          </p:cNvPr>
          <p:cNvSpPr>
            <a:spLocks noGrp="1"/>
          </p:cNvSpPr>
          <p:nvPr>
            <p:ph sz="quarter" idx="12" hasCustomPrompt="1"/>
          </p:nvPr>
        </p:nvSpPr>
        <p:spPr>
          <a:xfrm>
            <a:off x="959769" y="2272322"/>
            <a:ext cx="2450182" cy="3823677"/>
          </a:xfrm>
        </p:spPr>
        <p:txBody>
          <a:bodyPr vert="horz" lIns="0" tIns="0" rIns="0" bIns="0" rtlCol="0" anchor="t" anchorCtr="0">
            <a:noAutofit/>
          </a:bodyPr>
          <a:lstStyle>
            <a:lvl1pPr>
              <a:defRPr lang="en-GB" sz="1600" b="0" dirty="0"/>
            </a:lvl1pPr>
          </a:lstStyle>
          <a:p>
            <a:pPr marL="0" lvl="0" indent="0">
              <a:lnSpc>
                <a:spcPct val="100000"/>
              </a:lnSpc>
              <a:spcBef>
                <a:spcPts val="0"/>
              </a:spcBef>
              <a:spcAft>
                <a:spcPts val="800"/>
              </a:spcAft>
              <a:buNone/>
            </a:pPr>
            <a:r>
              <a:rPr lang="en-GB"/>
              <a:t>Lorem ipsum dolor sit amet, consectetuer adipiscing elit. Maecenas porttitor congue massa. Fusce posuere, magna sed pulvinar ultricies, purus lectus malesuada libero, sit amet commodo magna eros quis urna.</a:t>
            </a:r>
          </a:p>
          <a:p>
            <a:pPr marL="0" lvl="0" indent="0">
              <a:lnSpc>
                <a:spcPct val="100000"/>
              </a:lnSpc>
              <a:spcBef>
                <a:spcPts val="0"/>
              </a:spcBef>
              <a:spcAft>
                <a:spcPts val="800"/>
              </a:spcAft>
              <a:buNone/>
            </a:pPr>
            <a:r>
              <a:rPr lang="en-GB"/>
              <a:t>Nunc viverra imperdiet enim. Fusce est. Vivamus a </a:t>
            </a:r>
            <a:r>
              <a:rPr lang="en-GB" err="1"/>
              <a:t>tellus</a:t>
            </a:r>
            <a:r>
              <a:rPr lang="en-GB"/>
              <a:t>. </a:t>
            </a:r>
            <a:r>
              <a:rPr lang="en-GB" err="1"/>
              <a:t>Pellentesque</a:t>
            </a:r>
            <a:r>
              <a:rPr lang="en-GB"/>
              <a:t> habitant morbi tristique senectus et netus et malesuada fames ac turpis </a:t>
            </a:r>
            <a:r>
              <a:rPr lang="en-GB" err="1"/>
              <a:t>egestas</a:t>
            </a:r>
            <a:r>
              <a:rPr lang="en-GB"/>
              <a:t>.</a:t>
            </a:r>
          </a:p>
        </p:txBody>
      </p:sp>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1F9C20-D204-4A61-83D0-C8409FA061FE}"/>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11" name="Subtitle 2">
            <a:extLst>
              <a:ext uri="{FF2B5EF4-FFF2-40B4-BE49-F238E27FC236}">
                <a16:creationId xmlns:a16="http://schemas.microsoft.com/office/drawing/2014/main" id="{AC4FE4BA-329C-4F06-9253-435EA2737A4B}"/>
              </a:ext>
            </a:extLst>
          </p:cNvPr>
          <p:cNvSpPr>
            <a:spLocks noGrp="1"/>
          </p:cNvSpPr>
          <p:nvPr>
            <p:ph type="subTitle" idx="11"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
        <p:nvSpPr>
          <p:cNvPr id="27" name="Text Placeholder 12">
            <a:extLst>
              <a:ext uri="{FF2B5EF4-FFF2-40B4-BE49-F238E27FC236}">
                <a16:creationId xmlns:a16="http://schemas.microsoft.com/office/drawing/2014/main" id="{7B48BA96-31B9-4A50-9E4C-50F9DB078C23}"/>
              </a:ext>
            </a:extLst>
          </p:cNvPr>
          <p:cNvSpPr>
            <a:spLocks noGrp="1"/>
          </p:cNvSpPr>
          <p:nvPr>
            <p:ph type="body" sz="quarter" idx="13" hasCustomPrompt="1"/>
          </p:nvPr>
        </p:nvSpPr>
        <p:spPr>
          <a:xfrm>
            <a:off x="946868" y="1640429"/>
            <a:ext cx="2450182" cy="366712"/>
          </a:xfrm>
        </p:spPr>
        <p:txBody>
          <a:bodyPr/>
          <a:lstStyle>
            <a:lvl1pPr marL="0" indent="0">
              <a:buNone/>
              <a:defRPr b="1">
                <a:solidFill>
                  <a:schemeClr val="bg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a:t>Section heading</a:t>
            </a:r>
            <a:endParaRPr lang="en-GB"/>
          </a:p>
        </p:txBody>
      </p:sp>
      <p:sp>
        <p:nvSpPr>
          <p:cNvPr id="28" name="Content Placeholder 2">
            <a:extLst>
              <a:ext uri="{FF2B5EF4-FFF2-40B4-BE49-F238E27FC236}">
                <a16:creationId xmlns:a16="http://schemas.microsoft.com/office/drawing/2014/main" id="{576050A5-3C58-4B0B-BDB5-43C24FBD27E7}"/>
              </a:ext>
            </a:extLst>
          </p:cNvPr>
          <p:cNvSpPr>
            <a:spLocks noGrp="1"/>
          </p:cNvSpPr>
          <p:nvPr>
            <p:ph idx="20"/>
          </p:nvPr>
        </p:nvSpPr>
        <p:spPr>
          <a:xfrm>
            <a:off x="3969153" y="1460600"/>
            <a:ext cx="3904646" cy="489165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Picture Placeholder 4">
            <a:extLst>
              <a:ext uri="{FF2B5EF4-FFF2-40B4-BE49-F238E27FC236}">
                <a16:creationId xmlns:a16="http://schemas.microsoft.com/office/drawing/2014/main" id="{AD840A98-DE50-4639-843E-4BC5AA3CDB9F}"/>
              </a:ext>
            </a:extLst>
          </p:cNvPr>
          <p:cNvSpPr>
            <a:spLocks noGrp="1"/>
          </p:cNvSpPr>
          <p:nvPr>
            <p:ph type="pic" sz="quarter" idx="16"/>
          </p:nvPr>
        </p:nvSpPr>
        <p:spPr>
          <a:xfrm>
            <a:off x="8153400" y="1461731"/>
            <a:ext cx="4038600" cy="2389031"/>
          </a:xfrm>
          <a:solidFill>
            <a:srgbClr val="E3E4E5"/>
          </a:solidFill>
        </p:spPr>
        <p:txBody>
          <a:bodyPr anchor="ctr"/>
          <a:lstStyle>
            <a:lvl1pPr marL="0" indent="0" algn="ctr">
              <a:buNone/>
              <a:defRPr/>
            </a:lvl1pPr>
          </a:lstStyle>
          <a:p>
            <a:endParaRPr lang="en-GB"/>
          </a:p>
          <a:p>
            <a:endParaRPr lang="en-GB"/>
          </a:p>
          <a:p>
            <a:r>
              <a:rPr lang="en-GB"/>
              <a:t>Click to insert picture</a:t>
            </a:r>
          </a:p>
        </p:txBody>
      </p:sp>
    </p:spTree>
    <p:extLst>
      <p:ext uri="{BB962C8B-B14F-4D97-AF65-F5344CB8AC3E}">
        <p14:creationId xmlns:p14="http://schemas.microsoft.com/office/powerpoint/2010/main" val="7680286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Layout C1">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1F9C20-D204-4A61-83D0-C8409FA061FE}"/>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23" name="Content Placeholder 2">
            <a:extLst>
              <a:ext uri="{FF2B5EF4-FFF2-40B4-BE49-F238E27FC236}">
                <a16:creationId xmlns:a16="http://schemas.microsoft.com/office/drawing/2014/main" id="{36DBA5C6-510B-41C4-9D69-2CEC6D52CA88}"/>
              </a:ext>
            </a:extLst>
          </p:cNvPr>
          <p:cNvSpPr>
            <a:spLocks noGrp="1"/>
          </p:cNvSpPr>
          <p:nvPr>
            <p:ph idx="20"/>
          </p:nvPr>
        </p:nvSpPr>
        <p:spPr>
          <a:xfrm>
            <a:off x="3969152" y="1722923"/>
            <a:ext cx="7555582" cy="437305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Freeform: Shape 13">
            <a:extLst>
              <a:ext uri="{FF2B5EF4-FFF2-40B4-BE49-F238E27FC236}">
                <a16:creationId xmlns:a16="http://schemas.microsoft.com/office/drawing/2014/main" id="{02BCA2C9-CDEB-44BD-A8BA-6D43C9863B28}"/>
              </a:ext>
            </a:extLst>
          </p:cNvPr>
          <p:cNvSpPr/>
          <p:nvPr userDrawn="1"/>
        </p:nvSpPr>
        <p:spPr>
          <a:xfrm>
            <a:off x="667267" y="2089633"/>
            <a:ext cx="3009384" cy="4262619"/>
          </a:xfrm>
          <a:custGeom>
            <a:avLst/>
            <a:gdLst>
              <a:gd name="connsiteX0" fmla="*/ 0 w 5248733"/>
              <a:gd name="connsiteY0" fmla="*/ 0 h 3913824"/>
              <a:gd name="connsiteX1" fmla="*/ 5248733 w 5248733"/>
              <a:gd name="connsiteY1" fmla="*/ 0 h 3913824"/>
              <a:gd name="connsiteX2" fmla="*/ 5248733 w 5248733"/>
              <a:gd name="connsiteY2" fmla="*/ 3664652 h 3913824"/>
              <a:gd name="connsiteX3" fmla="*/ 5248733 w 5248733"/>
              <a:gd name="connsiteY3" fmla="*/ 3827179 h 3913824"/>
              <a:gd name="connsiteX4" fmla="*/ 5162088 w 5248733"/>
              <a:gd name="connsiteY4" fmla="*/ 3913824 h 3913824"/>
              <a:gd name="connsiteX5" fmla="*/ 86645 w 5248733"/>
              <a:gd name="connsiteY5" fmla="*/ 3913824 h 3913824"/>
              <a:gd name="connsiteX6" fmla="*/ 0 w 5248733"/>
              <a:gd name="connsiteY6" fmla="*/ 3827179 h 3913824"/>
              <a:gd name="connsiteX7" fmla="*/ 0 w 5248733"/>
              <a:gd name="connsiteY7" fmla="*/ 3664652 h 391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8733" h="3913824">
                <a:moveTo>
                  <a:pt x="0" y="0"/>
                </a:moveTo>
                <a:lnTo>
                  <a:pt x="5248733" y="0"/>
                </a:lnTo>
                <a:lnTo>
                  <a:pt x="5248733" y="3664652"/>
                </a:lnTo>
                <a:lnTo>
                  <a:pt x="5248733" y="3827179"/>
                </a:lnTo>
                <a:cubicBezTo>
                  <a:pt x="5248733" y="3875032"/>
                  <a:pt x="5209941" y="3913824"/>
                  <a:pt x="5162088" y="3913824"/>
                </a:cubicBezTo>
                <a:lnTo>
                  <a:pt x="86645" y="3913824"/>
                </a:lnTo>
                <a:cubicBezTo>
                  <a:pt x="38792" y="3913824"/>
                  <a:pt x="0" y="3875032"/>
                  <a:pt x="0" y="3827179"/>
                </a:cubicBezTo>
                <a:lnTo>
                  <a:pt x="0" y="3664652"/>
                </a:lnTo>
                <a:close/>
              </a:path>
            </a:pathLst>
          </a:custGeom>
          <a:solidFill>
            <a:srgbClr val="74787B">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6" name="Freeform: Shape 15">
            <a:extLst>
              <a:ext uri="{FF2B5EF4-FFF2-40B4-BE49-F238E27FC236}">
                <a16:creationId xmlns:a16="http://schemas.microsoft.com/office/drawing/2014/main" id="{8F904FCA-CA18-4AFD-B81C-91248819B4DF}"/>
              </a:ext>
            </a:extLst>
          </p:cNvPr>
          <p:cNvSpPr/>
          <p:nvPr userDrawn="1"/>
        </p:nvSpPr>
        <p:spPr>
          <a:xfrm>
            <a:off x="667267" y="1457740"/>
            <a:ext cx="3009384" cy="631894"/>
          </a:xfrm>
          <a:custGeom>
            <a:avLst/>
            <a:gdLst>
              <a:gd name="connsiteX0" fmla="*/ 86645 w 5248733"/>
              <a:gd name="connsiteY0" fmla="*/ 0 h 805401"/>
              <a:gd name="connsiteX1" fmla="*/ 5162088 w 5248733"/>
              <a:gd name="connsiteY1" fmla="*/ 0 h 805401"/>
              <a:gd name="connsiteX2" fmla="*/ 5248733 w 5248733"/>
              <a:gd name="connsiteY2" fmla="*/ 86645 h 805401"/>
              <a:gd name="connsiteX3" fmla="*/ 5248733 w 5248733"/>
              <a:gd name="connsiteY3" fmla="*/ 805401 h 805401"/>
              <a:gd name="connsiteX4" fmla="*/ 0 w 5248733"/>
              <a:gd name="connsiteY4" fmla="*/ 805401 h 805401"/>
              <a:gd name="connsiteX5" fmla="*/ 0 w 5248733"/>
              <a:gd name="connsiteY5" fmla="*/ 86645 h 805401"/>
              <a:gd name="connsiteX6" fmla="*/ 86645 w 5248733"/>
              <a:gd name="connsiteY6" fmla="*/ 0 h 805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48733" h="805401">
                <a:moveTo>
                  <a:pt x="86645" y="0"/>
                </a:moveTo>
                <a:lnTo>
                  <a:pt x="5162088" y="0"/>
                </a:lnTo>
                <a:cubicBezTo>
                  <a:pt x="5209941" y="0"/>
                  <a:pt x="5248733" y="38792"/>
                  <a:pt x="5248733" y="86645"/>
                </a:cubicBezTo>
                <a:lnTo>
                  <a:pt x="5248733" y="805401"/>
                </a:lnTo>
                <a:lnTo>
                  <a:pt x="0" y="805401"/>
                </a:lnTo>
                <a:lnTo>
                  <a:pt x="0" y="86645"/>
                </a:lnTo>
                <a:cubicBezTo>
                  <a:pt x="0" y="38792"/>
                  <a:pt x="38792" y="0"/>
                  <a:pt x="86645" y="0"/>
                </a:cubicBezTo>
                <a:close/>
              </a:path>
            </a:pathLst>
          </a:custGeom>
          <a:solidFill>
            <a:srgbClr val="7478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8" name="Content Placeholder 3">
            <a:extLst>
              <a:ext uri="{FF2B5EF4-FFF2-40B4-BE49-F238E27FC236}">
                <a16:creationId xmlns:a16="http://schemas.microsoft.com/office/drawing/2014/main" id="{9F42A7EA-495F-4C81-8092-7A83EB5A915C}"/>
              </a:ext>
            </a:extLst>
          </p:cNvPr>
          <p:cNvSpPr>
            <a:spLocks noGrp="1"/>
          </p:cNvSpPr>
          <p:nvPr>
            <p:ph sz="quarter" idx="12" hasCustomPrompt="1"/>
          </p:nvPr>
        </p:nvSpPr>
        <p:spPr>
          <a:xfrm>
            <a:off x="959769" y="2272322"/>
            <a:ext cx="2450182" cy="3823677"/>
          </a:xfrm>
        </p:spPr>
        <p:txBody>
          <a:bodyPr vert="horz" lIns="0" tIns="0" rIns="0" bIns="0" rtlCol="0" anchor="t" anchorCtr="0">
            <a:noAutofit/>
          </a:bodyPr>
          <a:lstStyle>
            <a:lvl1pPr>
              <a:defRPr lang="en-GB" sz="1600" b="0" dirty="0"/>
            </a:lvl1pPr>
          </a:lstStyle>
          <a:p>
            <a:pPr marL="0" lvl="0" indent="0">
              <a:lnSpc>
                <a:spcPct val="100000"/>
              </a:lnSpc>
              <a:spcBef>
                <a:spcPts val="0"/>
              </a:spcBef>
              <a:spcAft>
                <a:spcPts val="800"/>
              </a:spcAft>
              <a:buNone/>
            </a:pPr>
            <a:r>
              <a:rPr lang="en-GB"/>
              <a:t>Lorem ipsum dolor sit amet, consectetuer adipiscing elit. Maecenas porttitor congue massa. Fusce posuere, magna sed pulvinar ultricies, purus lectus malesuada libero, sit amet commodo magna eros quis urna.</a:t>
            </a:r>
          </a:p>
          <a:p>
            <a:pPr marL="0" lvl="0" indent="0">
              <a:lnSpc>
                <a:spcPct val="100000"/>
              </a:lnSpc>
              <a:spcBef>
                <a:spcPts val="0"/>
              </a:spcBef>
              <a:spcAft>
                <a:spcPts val="800"/>
              </a:spcAft>
              <a:buNone/>
            </a:pPr>
            <a:r>
              <a:rPr lang="en-GB"/>
              <a:t>Nunc viverra imperdiet enim. Fusce est. Vivamus a </a:t>
            </a:r>
            <a:r>
              <a:rPr lang="en-GB" err="1"/>
              <a:t>tellus</a:t>
            </a:r>
            <a:r>
              <a:rPr lang="en-GB"/>
              <a:t>. </a:t>
            </a:r>
            <a:r>
              <a:rPr lang="en-GB" err="1"/>
              <a:t>Pellentesque</a:t>
            </a:r>
            <a:r>
              <a:rPr lang="en-GB"/>
              <a:t> habitant morbi tristique senectus et netus et malesuada fames ac turpis </a:t>
            </a:r>
            <a:r>
              <a:rPr lang="en-GB" err="1"/>
              <a:t>egestas</a:t>
            </a:r>
            <a:r>
              <a:rPr lang="en-GB"/>
              <a:t>.</a:t>
            </a:r>
          </a:p>
        </p:txBody>
      </p:sp>
      <p:sp>
        <p:nvSpPr>
          <p:cNvPr id="19" name="Text Placeholder 12">
            <a:extLst>
              <a:ext uri="{FF2B5EF4-FFF2-40B4-BE49-F238E27FC236}">
                <a16:creationId xmlns:a16="http://schemas.microsoft.com/office/drawing/2014/main" id="{AFEF653B-1C65-494E-A517-F6B53800348A}"/>
              </a:ext>
            </a:extLst>
          </p:cNvPr>
          <p:cNvSpPr>
            <a:spLocks noGrp="1"/>
          </p:cNvSpPr>
          <p:nvPr>
            <p:ph type="body" sz="quarter" idx="13" hasCustomPrompt="1"/>
          </p:nvPr>
        </p:nvSpPr>
        <p:spPr>
          <a:xfrm>
            <a:off x="946868" y="1640429"/>
            <a:ext cx="2450182" cy="366712"/>
          </a:xfrm>
        </p:spPr>
        <p:txBody>
          <a:bodyPr/>
          <a:lstStyle>
            <a:lvl1pPr marL="0" indent="0">
              <a:buNone/>
              <a:defRPr b="1">
                <a:solidFill>
                  <a:schemeClr val="bg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a:t>Section heading</a:t>
            </a:r>
            <a:endParaRPr lang="en-GB"/>
          </a:p>
        </p:txBody>
      </p:sp>
    </p:spTree>
    <p:extLst>
      <p:ext uri="{BB962C8B-B14F-4D97-AF65-F5344CB8AC3E}">
        <p14:creationId xmlns:p14="http://schemas.microsoft.com/office/powerpoint/2010/main" val="1252530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Layout C2">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1F9C20-D204-4A61-83D0-C8409FA061FE}"/>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11" name="Subtitle 2">
            <a:extLst>
              <a:ext uri="{FF2B5EF4-FFF2-40B4-BE49-F238E27FC236}">
                <a16:creationId xmlns:a16="http://schemas.microsoft.com/office/drawing/2014/main" id="{AC4FE4BA-329C-4F06-9253-435EA2737A4B}"/>
              </a:ext>
            </a:extLst>
          </p:cNvPr>
          <p:cNvSpPr>
            <a:spLocks noGrp="1"/>
          </p:cNvSpPr>
          <p:nvPr>
            <p:ph type="subTitle" idx="11"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
        <p:nvSpPr>
          <p:cNvPr id="23" name="Content Placeholder 2">
            <a:extLst>
              <a:ext uri="{FF2B5EF4-FFF2-40B4-BE49-F238E27FC236}">
                <a16:creationId xmlns:a16="http://schemas.microsoft.com/office/drawing/2014/main" id="{36DBA5C6-510B-41C4-9D69-2CEC6D52CA88}"/>
              </a:ext>
            </a:extLst>
          </p:cNvPr>
          <p:cNvSpPr>
            <a:spLocks noGrp="1"/>
          </p:cNvSpPr>
          <p:nvPr>
            <p:ph idx="20"/>
          </p:nvPr>
        </p:nvSpPr>
        <p:spPr>
          <a:xfrm>
            <a:off x="3969152" y="1722923"/>
            <a:ext cx="7555582" cy="437305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Freeform: Shape 13">
            <a:extLst>
              <a:ext uri="{FF2B5EF4-FFF2-40B4-BE49-F238E27FC236}">
                <a16:creationId xmlns:a16="http://schemas.microsoft.com/office/drawing/2014/main" id="{FE2885BB-9FD6-41FC-A05B-EAD7795E302E}"/>
              </a:ext>
            </a:extLst>
          </p:cNvPr>
          <p:cNvSpPr/>
          <p:nvPr userDrawn="1"/>
        </p:nvSpPr>
        <p:spPr>
          <a:xfrm>
            <a:off x="667267" y="2089633"/>
            <a:ext cx="3009384" cy="4262619"/>
          </a:xfrm>
          <a:custGeom>
            <a:avLst/>
            <a:gdLst>
              <a:gd name="connsiteX0" fmla="*/ 0 w 5248733"/>
              <a:gd name="connsiteY0" fmla="*/ 0 h 3913824"/>
              <a:gd name="connsiteX1" fmla="*/ 5248733 w 5248733"/>
              <a:gd name="connsiteY1" fmla="*/ 0 h 3913824"/>
              <a:gd name="connsiteX2" fmla="*/ 5248733 w 5248733"/>
              <a:gd name="connsiteY2" fmla="*/ 3664652 h 3913824"/>
              <a:gd name="connsiteX3" fmla="*/ 5248733 w 5248733"/>
              <a:gd name="connsiteY3" fmla="*/ 3827179 h 3913824"/>
              <a:gd name="connsiteX4" fmla="*/ 5162088 w 5248733"/>
              <a:gd name="connsiteY4" fmla="*/ 3913824 h 3913824"/>
              <a:gd name="connsiteX5" fmla="*/ 86645 w 5248733"/>
              <a:gd name="connsiteY5" fmla="*/ 3913824 h 3913824"/>
              <a:gd name="connsiteX6" fmla="*/ 0 w 5248733"/>
              <a:gd name="connsiteY6" fmla="*/ 3827179 h 3913824"/>
              <a:gd name="connsiteX7" fmla="*/ 0 w 5248733"/>
              <a:gd name="connsiteY7" fmla="*/ 3664652 h 391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8733" h="3913824">
                <a:moveTo>
                  <a:pt x="0" y="0"/>
                </a:moveTo>
                <a:lnTo>
                  <a:pt x="5248733" y="0"/>
                </a:lnTo>
                <a:lnTo>
                  <a:pt x="5248733" y="3664652"/>
                </a:lnTo>
                <a:lnTo>
                  <a:pt x="5248733" y="3827179"/>
                </a:lnTo>
                <a:cubicBezTo>
                  <a:pt x="5248733" y="3875032"/>
                  <a:pt x="5209941" y="3913824"/>
                  <a:pt x="5162088" y="3913824"/>
                </a:cubicBezTo>
                <a:lnTo>
                  <a:pt x="86645" y="3913824"/>
                </a:lnTo>
                <a:cubicBezTo>
                  <a:pt x="38792" y="3913824"/>
                  <a:pt x="0" y="3875032"/>
                  <a:pt x="0" y="3827179"/>
                </a:cubicBezTo>
                <a:lnTo>
                  <a:pt x="0" y="3664652"/>
                </a:lnTo>
                <a:close/>
              </a:path>
            </a:pathLst>
          </a:custGeom>
          <a:solidFill>
            <a:srgbClr val="74787B">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6" name="Freeform: Shape 15">
            <a:extLst>
              <a:ext uri="{FF2B5EF4-FFF2-40B4-BE49-F238E27FC236}">
                <a16:creationId xmlns:a16="http://schemas.microsoft.com/office/drawing/2014/main" id="{36F504EE-4AA1-4724-BAD2-8AB25BF11D5F}"/>
              </a:ext>
            </a:extLst>
          </p:cNvPr>
          <p:cNvSpPr/>
          <p:nvPr userDrawn="1"/>
        </p:nvSpPr>
        <p:spPr>
          <a:xfrm>
            <a:off x="667267" y="1457740"/>
            <a:ext cx="3009384" cy="631894"/>
          </a:xfrm>
          <a:custGeom>
            <a:avLst/>
            <a:gdLst>
              <a:gd name="connsiteX0" fmla="*/ 86645 w 5248733"/>
              <a:gd name="connsiteY0" fmla="*/ 0 h 805401"/>
              <a:gd name="connsiteX1" fmla="*/ 5162088 w 5248733"/>
              <a:gd name="connsiteY1" fmla="*/ 0 h 805401"/>
              <a:gd name="connsiteX2" fmla="*/ 5248733 w 5248733"/>
              <a:gd name="connsiteY2" fmla="*/ 86645 h 805401"/>
              <a:gd name="connsiteX3" fmla="*/ 5248733 w 5248733"/>
              <a:gd name="connsiteY3" fmla="*/ 805401 h 805401"/>
              <a:gd name="connsiteX4" fmla="*/ 0 w 5248733"/>
              <a:gd name="connsiteY4" fmla="*/ 805401 h 805401"/>
              <a:gd name="connsiteX5" fmla="*/ 0 w 5248733"/>
              <a:gd name="connsiteY5" fmla="*/ 86645 h 805401"/>
              <a:gd name="connsiteX6" fmla="*/ 86645 w 5248733"/>
              <a:gd name="connsiteY6" fmla="*/ 0 h 805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48733" h="805401">
                <a:moveTo>
                  <a:pt x="86645" y="0"/>
                </a:moveTo>
                <a:lnTo>
                  <a:pt x="5162088" y="0"/>
                </a:lnTo>
                <a:cubicBezTo>
                  <a:pt x="5209941" y="0"/>
                  <a:pt x="5248733" y="38792"/>
                  <a:pt x="5248733" y="86645"/>
                </a:cubicBezTo>
                <a:lnTo>
                  <a:pt x="5248733" y="805401"/>
                </a:lnTo>
                <a:lnTo>
                  <a:pt x="0" y="805401"/>
                </a:lnTo>
                <a:lnTo>
                  <a:pt x="0" y="86645"/>
                </a:lnTo>
                <a:cubicBezTo>
                  <a:pt x="0" y="38792"/>
                  <a:pt x="38792" y="0"/>
                  <a:pt x="86645" y="0"/>
                </a:cubicBezTo>
                <a:close/>
              </a:path>
            </a:pathLst>
          </a:custGeom>
          <a:solidFill>
            <a:srgbClr val="7478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8" name="Content Placeholder 3">
            <a:extLst>
              <a:ext uri="{FF2B5EF4-FFF2-40B4-BE49-F238E27FC236}">
                <a16:creationId xmlns:a16="http://schemas.microsoft.com/office/drawing/2014/main" id="{774B20B4-7486-42A5-ACF9-992825BAD7C2}"/>
              </a:ext>
            </a:extLst>
          </p:cNvPr>
          <p:cNvSpPr>
            <a:spLocks noGrp="1"/>
          </p:cNvSpPr>
          <p:nvPr>
            <p:ph sz="quarter" idx="12" hasCustomPrompt="1"/>
          </p:nvPr>
        </p:nvSpPr>
        <p:spPr>
          <a:xfrm>
            <a:off x="959769" y="2272322"/>
            <a:ext cx="2450182" cy="3823677"/>
          </a:xfrm>
        </p:spPr>
        <p:txBody>
          <a:bodyPr vert="horz" lIns="0" tIns="0" rIns="0" bIns="0" rtlCol="0" anchor="t" anchorCtr="0">
            <a:noAutofit/>
          </a:bodyPr>
          <a:lstStyle>
            <a:lvl1pPr>
              <a:defRPr lang="en-GB" sz="1600" b="0" dirty="0"/>
            </a:lvl1pPr>
          </a:lstStyle>
          <a:p>
            <a:pPr marL="0" lvl="0" indent="0">
              <a:lnSpc>
                <a:spcPct val="100000"/>
              </a:lnSpc>
              <a:spcBef>
                <a:spcPts val="0"/>
              </a:spcBef>
              <a:spcAft>
                <a:spcPts val="800"/>
              </a:spcAft>
              <a:buNone/>
            </a:pPr>
            <a:r>
              <a:rPr lang="en-GB"/>
              <a:t>Lorem ipsum dolor sit amet, consectetuer adipiscing elit. Maecenas porttitor congue massa. Fusce posuere, magna sed pulvinar ultricies, purus lectus malesuada libero, sit amet commodo magna eros quis urna.</a:t>
            </a:r>
          </a:p>
          <a:p>
            <a:pPr marL="0" lvl="0" indent="0">
              <a:lnSpc>
                <a:spcPct val="100000"/>
              </a:lnSpc>
              <a:spcBef>
                <a:spcPts val="0"/>
              </a:spcBef>
              <a:spcAft>
                <a:spcPts val="800"/>
              </a:spcAft>
              <a:buNone/>
            </a:pPr>
            <a:r>
              <a:rPr lang="en-GB"/>
              <a:t>Nunc viverra imperdiet enim. Fusce est. Vivamus a </a:t>
            </a:r>
            <a:r>
              <a:rPr lang="en-GB" err="1"/>
              <a:t>tellus</a:t>
            </a:r>
            <a:r>
              <a:rPr lang="en-GB"/>
              <a:t>. </a:t>
            </a:r>
            <a:r>
              <a:rPr lang="en-GB" err="1"/>
              <a:t>Pellentesque</a:t>
            </a:r>
            <a:r>
              <a:rPr lang="en-GB"/>
              <a:t> habitant morbi tristique senectus et netus et malesuada fames ac turpis </a:t>
            </a:r>
            <a:r>
              <a:rPr lang="en-GB" err="1"/>
              <a:t>egestas</a:t>
            </a:r>
            <a:r>
              <a:rPr lang="en-GB"/>
              <a:t>.</a:t>
            </a:r>
          </a:p>
        </p:txBody>
      </p:sp>
      <p:sp>
        <p:nvSpPr>
          <p:cNvPr id="19" name="Text Placeholder 12">
            <a:extLst>
              <a:ext uri="{FF2B5EF4-FFF2-40B4-BE49-F238E27FC236}">
                <a16:creationId xmlns:a16="http://schemas.microsoft.com/office/drawing/2014/main" id="{2A1E9371-707E-4F59-A70D-53C364F27F35}"/>
              </a:ext>
            </a:extLst>
          </p:cNvPr>
          <p:cNvSpPr>
            <a:spLocks noGrp="1"/>
          </p:cNvSpPr>
          <p:nvPr>
            <p:ph type="body" sz="quarter" idx="13" hasCustomPrompt="1"/>
          </p:nvPr>
        </p:nvSpPr>
        <p:spPr>
          <a:xfrm>
            <a:off x="946868" y="1640429"/>
            <a:ext cx="2450182" cy="366712"/>
          </a:xfrm>
        </p:spPr>
        <p:txBody>
          <a:bodyPr/>
          <a:lstStyle>
            <a:lvl1pPr marL="0" indent="0">
              <a:buNone/>
              <a:defRPr b="1">
                <a:solidFill>
                  <a:schemeClr val="bg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a:t>Section heading</a:t>
            </a:r>
            <a:endParaRPr lang="en-GB"/>
          </a:p>
        </p:txBody>
      </p:sp>
    </p:spTree>
    <p:extLst>
      <p:ext uri="{BB962C8B-B14F-4D97-AF65-F5344CB8AC3E}">
        <p14:creationId xmlns:p14="http://schemas.microsoft.com/office/powerpoint/2010/main" val="5736409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Layout E1">
    <p:spTree>
      <p:nvGrpSpPr>
        <p:cNvPr id="1" name=""/>
        <p:cNvGrpSpPr/>
        <p:nvPr/>
      </p:nvGrpSpPr>
      <p:grpSpPr>
        <a:xfrm>
          <a:off x="0" y="0"/>
          <a:ext cx="0" cy="0"/>
          <a:chOff x="0" y="0"/>
          <a:chExt cx="0" cy="0"/>
        </a:xfrm>
      </p:grpSpPr>
      <p:sp>
        <p:nvSpPr>
          <p:cNvPr id="27" name="Freeform: Shape 26">
            <a:extLst>
              <a:ext uri="{FF2B5EF4-FFF2-40B4-BE49-F238E27FC236}">
                <a16:creationId xmlns:a16="http://schemas.microsoft.com/office/drawing/2014/main" id="{98B023A2-8349-4DCF-AB11-249B569E176E}"/>
              </a:ext>
            </a:extLst>
          </p:cNvPr>
          <p:cNvSpPr/>
          <p:nvPr userDrawn="1"/>
        </p:nvSpPr>
        <p:spPr>
          <a:xfrm>
            <a:off x="667266" y="2263140"/>
            <a:ext cx="5248733" cy="3913824"/>
          </a:xfrm>
          <a:custGeom>
            <a:avLst/>
            <a:gdLst>
              <a:gd name="connsiteX0" fmla="*/ 0 w 5248733"/>
              <a:gd name="connsiteY0" fmla="*/ 0 h 3913824"/>
              <a:gd name="connsiteX1" fmla="*/ 5248733 w 5248733"/>
              <a:gd name="connsiteY1" fmla="*/ 0 h 3913824"/>
              <a:gd name="connsiteX2" fmla="*/ 5248733 w 5248733"/>
              <a:gd name="connsiteY2" fmla="*/ 3664652 h 3913824"/>
              <a:gd name="connsiteX3" fmla="*/ 5248733 w 5248733"/>
              <a:gd name="connsiteY3" fmla="*/ 3827179 h 3913824"/>
              <a:gd name="connsiteX4" fmla="*/ 5162088 w 5248733"/>
              <a:gd name="connsiteY4" fmla="*/ 3913824 h 3913824"/>
              <a:gd name="connsiteX5" fmla="*/ 86645 w 5248733"/>
              <a:gd name="connsiteY5" fmla="*/ 3913824 h 3913824"/>
              <a:gd name="connsiteX6" fmla="*/ 0 w 5248733"/>
              <a:gd name="connsiteY6" fmla="*/ 3827179 h 3913824"/>
              <a:gd name="connsiteX7" fmla="*/ 0 w 5248733"/>
              <a:gd name="connsiteY7" fmla="*/ 3664652 h 391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8733" h="3913824">
                <a:moveTo>
                  <a:pt x="0" y="0"/>
                </a:moveTo>
                <a:lnTo>
                  <a:pt x="5248733" y="0"/>
                </a:lnTo>
                <a:lnTo>
                  <a:pt x="5248733" y="3664652"/>
                </a:lnTo>
                <a:lnTo>
                  <a:pt x="5248733" y="3827179"/>
                </a:lnTo>
                <a:cubicBezTo>
                  <a:pt x="5248733" y="3875032"/>
                  <a:pt x="5209941" y="3913824"/>
                  <a:pt x="5162088" y="3913824"/>
                </a:cubicBezTo>
                <a:lnTo>
                  <a:pt x="86645" y="3913824"/>
                </a:lnTo>
                <a:cubicBezTo>
                  <a:pt x="38792" y="3913824"/>
                  <a:pt x="0" y="3875032"/>
                  <a:pt x="0" y="3827179"/>
                </a:cubicBezTo>
                <a:lnTo>
                  <a:pt x="0" y="3664652"/>
                </a:lnTo>
                <a:close/>
              </a:path>
            </a:pathLst>
          </a:custGeom>
          <a:solidFill>
            <a:srgbClr val="E3E4E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5" name="Freeform: Shape 24">
            <a:extLst>
              <a:ext uri="{FF2B5EF4-FFF2-40B4-BE49-F238E27FC236}">
                <a16:creationId xmlns:a16="http://schemas.microsoft.com/office/drawing/2014/main" id="{97772112-E0E2-4992-AF10-ACA8363C350B}"/>
              </a:ext>
            </a:extLst>
          </p:cNvPr>
          <p:cNvSpPr/>
          <p:nvPr userDrawn="1"/>
        </p:nvSpPr>
        <p:spPr>
          <a:xfrm>
            <a:off x="667266" y="1457739"/>
            <a:ext cx="5248733" cy="805401"/>
          </a:xfrm>
          <a:custGeom>
            <a:avLst/>
            <a:gdLst>
              <a:gd name="connsiteX0" fmla="*/ 86645 w 5248733"/>
              <a:gd name="connsiteY0" fmla="*/ 0 h 805401"/>
              <a:gd name="connsiteX1" fmla="*/ 5162088 w 5248733"/>
              <a:gd name="connsiteY1" fmla="*/ 0 h 805401"/>
              <a:gd name="connsiteX2" fmla="*/ 5248733 w 5248733"/>
              <a:gd name="connsiteY2" fmla="*/ 86645 h 805401"/>
              <a:gd name="connsiteX3" fmla="*/ 5248733 w 5248733"/>
              <a:gd name="connsiteY3" fmla="*/ 805401 h 805401"/>
              <a:gd name="connsiteX4" fmla="*/ 0 w 5248733"/>
              <a:gd name="connsiteY4" fmla="*/ 805401 h 805401"/>
              <a:gd name="connsiteX5" fmla="*/ 0 w 5248733"/>
              <a:gd name="connsiteY5" fmla="*/ 86645 h 805401"/>
              <a:gd name="connsiteX6" fmla="*/ 86645 w 5248733"/>
              <a:gd name="connsiteY6" fmla="*/ 0 h 805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48733" h="805401">
                <a:moveTo>
                  <a:pt x="86645" y="0"/>
                </a:moveTo>
                <a:lnTo>
                  <a:pt x="5162088" y="0"/>
                </a:lnTo>
                <a:cubicBezTo>
                  <a:pt x="5209941" y="0"/>
                  <a:pt x="5248733" y="38792"/>
                  <a:pt x="5248733" y="86645"/>
                </a:cubicBezTo>
                <a:lnTo>
                  <a:pt x="5248733" y="805401"/>
                </a:lnTo>
                <a:lnTo>
                  <a:pt x="0" y="805401"/>
                </a:lnTo>
                <a:lnTo>
                  <a:pt x="0" y="86645"/>
                </a:lnTo>
                <a:cubicBezTo>
                  <a:pt x="0" y="38792"/>
                  <a:pt x="38792" y="0"/>
                  <a:pt x="86645" y="0"/>
                </a:cubicBezTo>
                <a:close/>
              </a:path>
            </a:pathLst>
          </a:custGeom>
          <a:solidFill>
            <a:srgbClr val="7478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1F9C20-D204-4A61-83D0-C8409FA061FE}"/>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12" name="Content Placeholder 3">
            <a:extLst>
              <a:ext uri="{FF2B5EF4-FFF2-40B4-BE49-F238E27FC236}">
                <a16:creationId xmlns:a16="http://schemas.microsoft.com/office/drawing/2014/main" id="{A0A3A707-B6E4-49DF-B76F-2FF1AE941CDE}"/>
              </a:ext>
            </a:extLst>
          </p:cNvPr>
          <p:cNvSpPr>
            <a:spLocks noGrp="1"/>
          </p:cNvSpPr>
          <p:nvPr>
            <p:ph sz="quarter" idx="12" hasCustomPrompt="1"/>
          </p:nvPr>
        </p:nvSpPr>
        <p:spPr>
          <a:xfrm>
            <a:off x="959768" y="2528322"/>
            <a:ext cx="4642135" cy="3399485"/>
          </a:xfrm>
        </p:spPr>
        <p:txBody>
          <a:bodyPr>
            <a:noAutofit/>
          </a:bodyPr>
          <a:lstStyle>
            <a:lvl1pPr marL="0" indent="0">
              <a:lnSpc>
                <a:spcPct val="100000"/>
              </a:lnSpc>
              <a:spcBef>
                <a:spcPts val="0"/>
              </a:spcBef>
              <a:buNone/>
              <a:defRPr sz="1600" b="1">
                <a:solidFill>
                  <a:srgbClr val="74787B"/>
                </a:solidFill>
              </a:defRPr>
            </a:lvl1pPr>
          </a:lstStyle>
          <a:p>
            <a:pPr lvl="0"/>
            <a:r>
              <a:rPr lang="en-GB"/>
              <a:t>Customer Name: </a:t>
            </a:r>
          </a:p>
          <a:p>
            <a:pPr lvl="0"/>
            <a:r>
              <a:rPr lang="en-GB"/>
              <a:t>Project:</a:t>
            </a:r>
          </a:p>
          <a:p>
            <a:pPr lvl="0"/>
            <a:r>
              <a:rPr lang="en-GB"/>
              <a:t>Description of Project:</a:t>
            </a:r>
          </a:p>
          <a:p>
            <a:pPr lvl="0"/>
            <a:r>
              <a:rPr lang="en-GB"/>
              <a:t>Country:</a:t>
            </a:r>
          </a:p>
          <a:p>
            <a:pPr lvl="0"/>
            <a:r>
              <a:rPr lang="en-GB"/>
              <a:t>Duration of project:</a:t>
            </a:r>
          </a:p>
          <a:p>
            <a:pPr lvl="0"/>
            <a:endParaRPr lang="en-GB"/>
          </a:p>
        </p:txBody>
      </p:sp>
      <p:sp>
        <p:nvSpPr>
          <p:cNvPr id="13" name="Text Placeholder 12">
            <a:extLst>
              <a:ext uri="{FF2B5EF4-FFF2-40B4-BE49-F238E27FC236}">
                <a16:creationId xmlns:a16="http://schemas.microsoft.com/office/drawing/2014/main" id="{AA0341ED-91C5-4B51-B2FF-21BE4819BA14}"/>
              </a:ext>
            </a:extLst>
          </p:cNvPr>
          <p:cNvSpPr>
            <a:spLocks noGrp="1"/>
          </p:cNvSpPr>
          <p:nvPr>
            <p:ph type="body" sz="quarter" idx="13" hasCustomPrompt="1"/>
          </p:nvPr>
        </p:nvSpPr>
        <p:spPr>
          <a:xfrm>
            <a:off x="959768" y="1722922"/>
            <a:ext cx="4734595" cy="366712"/>
          </a:xfrm>
        </p:spPr>
        <p:txBody>
          <a:bodyPr/>
          <a:lstStyle>
            <a:lvl1pPr marL="0" indent="0">
              <a:buNone/>
              <a:defRPr b="1">
                <a:solidFill>
                  <a:schemeClr val="bg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a:t>Project Details</a:t>
            </a:r>
            <a:endParaRPr lang="en-GB"/>
          </a:p>
        </p:txBody>
      </p:sp>
      <p:sp>
        <p:nvSpPr>
          <p:cNvPr id="14" name="Picture Placeholder 13">
            <a:extLst>
              <a:ext uri="{FF2B5EF4-FFF2-40B4-BE49-F238E27FC236}">
                <a16:creationId xmlns:a16="http://schemas.microsoft.com/office/drawing/2014/main" id="{7DF48CA2-1FBA-4160-A7FC-0537763C0D17}"/>
              </a:ext>
            </a:extLst>
          </p:cNvPr>
          <p:cNvSpPr>
            <a:spLocks noGrp="1"/>
          </p:cNvSpPr>
          <p:nvPr>
            <p:ph type="pic" sz="quarter" idx="14"/>
          </p:nvPr>
        </p:nvSpPr>
        <p:spPr bwMode="gray">
          <a:xfrm>
            <a:off x="6276000" y="1457740"/>
            <a:ext cx="5248733" cy="4719225"/>
          </a:xfrm>
          <a:custGeom>
            <a:avLst/>
            <a:gdLst>
              <a:gd name="connsiteX0" fmla="*/ 86645 w 5248733"/>
              <a:gd name="connsiteY0" fmla="*/ 0 h 4719225"/>
              <a:gd name="connsiteX1" fmla="*/ 5162088 w 5248733"/>
              <a:gd name="connsiteY1" fmla="*/ 0 h 4719225"/>
              <a:gd name="connsiteX2" fmla="*/ 5248733 w 5248733"/>
              <a:gd name="connsiteY2" fmla="*/ 86645 h 4719225"/>
              <a:gd name="connsiteX3" fmla="*/ 5248733 w 5248733"/>
              <a:gd name="connsiteY3" fmla="*/ 4632580 h 4719225"/>
              <a:gd name="connsiteX4" fmla="*/ 5162088 w 5248733"/>
              <a:gd name="connsiteY4" fmla="*/ 4719225 h 4719225"/>
              <a:gd name="connsiteX5" fmla="*/ 86645 w 5248733"/>
              <a:gd name="connsiteY5" fmla="*/ 4719225 h 4719225"/>
              <a:gd name="connsiteX6" fmla="*/ 0 w 5248733"/>
              <a:gd name="connsiteY6" fmla="*/ 4632580 h 4719225"/>
              <a:gd name="connsiteX7" fmla="*/ 0 w 5248733"/>
              <a:gd name="connsiteY7" fmla="*/ 86645 h 4719225"/>
              <a:gd name="connsiteX8" fmla="*/ 86645 w 5248733"/>
              <a:gd name="connsiteY8" fmla="*/ 0 h 4719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48733" h="4719225">
                <a:moveTo>
                  <a:pt x="86645" y="0"/>
                </a:moveTo>
                <a:lnTo>
                  <a:pt x="5162088" y="0"/>
                </a:lnTo>
                <a:cubicBezTo>
                  <a:pt x="5209941" y="0"/>
                  <a:pt x="5248733" y="38792"/>
                  <a:pt x="5248733" y="86645"/>
                </a:cubicBezTo>
                <a:lnTo>
                  <a:pt x="5248733" y="4632580"/>
                </a:lnTo>
                <a:cubicBezTo>
                  <a:pt x="5248733" y="4680433"/>
                  <a:pt x="5209941" y="4719225"/>
                  <a:pt x="5162088" y="4719225"/>
                </a:cubicBezTo>
                <a:lnTo>
                  <a:pt x="86645" y="4719225"/>
                </a:lnTo>
                <a:cubicBezTo>
                  <a:pt x="38792" y="4719225"/>
                  <a:pt x="0" y="4680433"/>
                  <a:pt x="0" y="4632580"/>
                </a:cubicBezTo>
                <a:lnTo>
                  <a:pt x="0" y="86645"/>
                </a:lnTo>
                <a:cubicBezTo>
                  <a:pt x="0" y="38792"/>
                  <a:pt x="38792" y="0"/>
                  <a:pt x="86645" y="0"/>
                </a:cubicBezTo>
                <a:close/>
              </a:path>
            </a:pathLst>
          </a:custGeom>
          <a:solidFill>
            <a:srgbClr val="E3E4E5"/>
          </a:solidFill>
        </p:spPr>
        <p:txBody>
          <a:bodyPr wrap="square" anchor="ctr">
            <a:noAutofit/>
          </a:bodyPr>
          <a:lstStyle>
            <a:lvl1pPr marL="0" indent="0" algn="ctr">
              <a:buNone/>
              <a:defRPr/>
            </a:lvl1pPr>
          </a:lstStyle>
          <a:p>
            <a:endParaRPr lang="en-GB"/>
          </a:p>
          <a:p>
            <a:endParaRPr lang="en-GB"/>
          </a:p>
          <a:p>
            <a:r>
              <a:rPr lang="en-GB"/>
              <a:t>Click to insert picture</a:t>
            </a:r>
          </a:p>
        </p:txBody>
      </p:sp>
    </p:spTree>
    <p:extLst>
      <p:ext uri="{BB962C8B-B14F-4D97-AF65-F5344CB8AC3E}">
        <p14:creationId xmlns:p14="http://schemas.microsoft.com/office/powerpoint/2010/main" val="21036221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Layout E2">
    <p:spTree>
      <p:nvGrpSpPr>
        <p:cNvPr id="1" name=""/>
        <p:cNvGrpSpPr/>
        <p:nvPr/>
      </p:nvGrpSpPr>
      <p:grpSpPr>
        <a:xfrm>
          <a:off x="0" y="0"/>
          <a:ext cx="0" cy="0"/>
          <a:chOff x="0" y="0"/>
          <a:chExt cx="0" cy="0"/>
        </a:xfrm>
      </p:grpSpPr>
      <p:sp>
        <p:nvSpPr>
          <p:cNvPr id="27" name="Freeform: Shape 26">
            <a:extLst>
              <a:ext uri="{FF2B5EF4-FFF2-40B4-BE49-F238E27FC236}">
                <a16:creationId xmlns:a16="http://schemas.microsoft.com/office/drawing/2014/main" id="{98B023A2-8349-4DCF-AB11-249B569E176E}"/>
              </a:ext>
            </a:extLst>
          </p:cNvPr>
          <p:cNvSpPr/>
          <p:nvPr userDrawn="1"/>
        </p:nvSpPr>
        <p:spPr>
          <a:xfrm>
            <a:off x="667266" y="2263140"/>
            <a:ext cx="5248733" cy="3913824"/>
          </a:xfrm>
          <a:custGeom>
            <a:avLst/>
            <a:gdLst>
              <a:gd name="connsiteX0" fmla="*/ 0 w 5248733"/>
              <a:gd name="connsiteY0" fmla="*/ 0 h 3913824"/>
              <a:gd name="connsiteX1" fmla="*/ 5248733 w 5248733"/>
              <a:gd name="connsiteY1" fmla="*/ 0 h 3913824"/>
              <a:gd name="connsiteX2" fmla="*/ 5248733 w 5248733"/>
              <a:gd name="connsiteY2" fmla="*/ 3664652 h 3913824"/>
              <a:gd name="connsiteX3" fmla="*/ 5248733 w 5248733"/>
              <a:gd name="connsiteY3" fmla="*/ 3827179 h 3913824"/>
              <a:gd name="connsiteX4" fmla="*/ 5162088 w 5248733"/>
              <a:gd name="connsiteY4" fmla="*/ 3913824 h 3913824"/>
              <a:gd name="connsiteX5" fmla="*/ 86645 w 5248733"/>
              <a:gd name="connsiteY5" fmla="*/ 3913824 h 3913824"/>
              <a:gd name="connsiteX6" fmla="*/ 0 w 5248733"/>
              <a:gd name="connsiteY6" fmla="*/ 3827179 h 3913824"/>
              <a:gd name="connsiteX7" fmla="*/ 0 w 5248733"/>
              <a:gd name="connsiteY7" fmla="*/ 3664652 h 391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8733" h="3913824">
                <a:moveTo>
                  <a:pt x="0" y="0"/>
                </a:moveTo>
                <a:lnTo>
                  <a:pt x="5248733" y="0"/>
                </a:lnTo>
                <a:lnTo>
                  <a:pt x="5248733" y="3664652"/>
                </a:lnTo>
                <a:lnTo>
                  <a:pt x="5248733" y="3827179"/>
                </a:lnTo>
                <a:cubicBezTo>
                  <a:pt x="5248733" y="3875032"/>
                  <a:pt x="5209941" y="3913824"/>
                  <a:pt x="5162088" y="3913824"/>
                </a:cubicBezTo>
                <a:lnTo>
                  <a:pt x="86645" y="3913824"/>
                </a:lnTo>
                <a:cubicBezTo>
                  <a:pt x="38792" y="3913824"/>
                  <a:pt x="0" y="3875032"/>
                  <a:pt x="0" y="3827179"/>
                </a:cubicBezTo>
                <a:lnTo>
                  <a:pt x="0" y="3664652"/>
                </a:lnTo>
                <a:close/>
              </a:path>
            </a:pathLst>
          </a:custGeom>
          <a:solidFill>
            <a:srgbClr val="74787B">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5" name="Freeform: Shape 24">
            <a:extLst>
              <a:ext uri="{FF2B5EF4-FFF2-40B4-BE49-F238E27FC236}">
                <a16:creationId xmlns:a16="http://schemas.microsoft.com/office/drawing/2014/main" id="{97772112-E0E2-4992-AF10-ACA8363C350B}"/>
              </a:ext>
            </a:extLst>
          </p:cNvPr>
          <p:cNvSpPr/>
          <p:nvPr userDrawn="1"/>
        </p:nvSpPr>
        <p:spPr>
          <a:xfrm>
            <a:off x="667266" y="1457739"/>
            <a:ext cx="5248733" cy="805401"/>
          </a:xfrm>
          <a:custGeom>
            <a:avLst/>
            <a:gdLst>
              <a:gd name="connsiteX0" fmla="*/ 86645 w 5248733"/>
              <a:gd name="connsiteY0" fmla="*/ 0 h 805401"/>
              <a:gd name="connsiteX1" fmla="*/ 5162088 w 5248733"/>
              <a:gd name="connsiteY1" fmla="*/ 0 h 805401"/>
              <a:gd name="connsiteX2" fmla="*/ 5248733 w 5248733"/>
              <a:gd name="connsiteY2" fmla="*/ 86645 h 805401"/>
              <a:gd name="connsiteX3" fmla="*/ 5248733 w 5248733"/>
              <a:gd name="connsiteY3" fmla="*/ 805401 h 805401"/>
              <a:gd name="connsiteX4" fmla="*/ 0 w 5248733"/>
              <a:gd name="connsiteY4" fmla="*/ 805401 h 805401"/>
              <a:gd name="connsiteX5" fmla="*/ 0 w 5248733"/>
              <a:gd name="connsiteY5" fmla="*/ 86645 h 805401"/>
              <a:gd name="connsiteX6" fmla="*/ 86645 w 5248733"/>
              <a:gd name="connsiteY6" fmla="*/ 0 h 805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48733" h="805401">
                <a:moveTo>
                  <a:pt x="86645" y="0"/>
                </a:moveTo>
                <a:lnTo>
                  <a:pt x="5162088" y="0"/>
                </a:lnTo>
                <a:cubicBezTo>
                  <a:pt x="5209941" y="0"/>
                  <a:pt x="5248733" y="38792"/>
                  <a:pt x="5248733" y="86645"/>
                </a:cubicBezTo>
                <a:lnTo>
                  <a:pt x="5248733" y="805401"/>
                </a:lnTo>
                <a:lnTo>
                  <a:pt x="0" y="805401"/>
                </a:lnTo>
                <a:lnTo>
                  <a:pt x="0" y="86645"/>
                </a:lnTo>
                <a:cubicBezTo>
                  <a:pt x="0" y="38792"/>
                  <a:pt x="38792" y="0"/>
                  <a:pt x="86645" y="0"/>
                </a:cubicBezTo>
                <a:close/>
              </a:path>
            </a:pathLst>
          </a:custGeom>
          <a:solidFill>
            <a:srgbClr val="7478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1F9C20-D204-4A61-83D0-C8409FA061FE}"/>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12" name="Content Placeholder 3">
            <a:extLst>
              <a:ext uri="{FF2B5EF4-FFF2-40B4-BE49-F238E27FC236}">
                <a16:creationId xmlns:a16="http://schemas.microsoft.com/office/drawing/2014/main" id="{A0A3A707-B6E4-49DF-B76F-2FF1AE941CDE}"/>
              </a:ext>
            </a:extLst>
          </p:cNvPr>
          <p:cNvSpPr>
            <a:spLocks noGrp="1"/>
          </p:cNvSpPr>
          <p:nvPr>
            <p:ph sz="quarter" idx="12" hasCustomPrompt="1"/>
          </p:nvPr>
        </p:nvSpPr>
        <p:spPr>
          <a:xfrm>
            <a:off x="959768" y="2528322"/>
            <a:ext cx="4642135" cy="3399485"/>
          </a:xfrm>
          <a:noFill/>
        </p:spPr>
        <p:txBody>
          <a:bodyPr>
            <a:noAutofit/>
          </a:bodyPr>
          <a:lstStyle>
            <a:lvl1pPr marL="0" indent="0">
              <a:lnSpc>
                <a:spcPct val="100000"/>
              </a:lnSpc>
              <a:spcBef>
                <a:spcPts val="0"/>
              </a:spcBef>
              <a:buNone/>
              <a:defRPr sz="1600" b="1">
                <a:solidFill>
                  <a:srgbClr val="74787B"/>
                </a:solidFill>
              </a:defRPr>
            </a:lvl1pPr>
          </a:lstStyle>
          <a:p>
            <a:pPr lvl="0"/>
            <a:r>
              <a:rPr lang="en-GB"/>
              <a:t>Customer Name:</a:t>
            </a:r>
          </a:p>
          <a:p>
            <a:pPr lvl="0"/>
            <a:r>
              <a:rPr lang="en-GB"/>
              <a:t>Project:</a:t>
            </a:r>
          </a:p>
          <a:p>
            <a:pPr lvl="0"/>
            <a:r>
              <a:rPr lang="en-GB"/>
              <a:t>Description of Project:</a:t>
            </a:r>
          </a:p>
          <a:p>
            <a:pPr lvl="0"/>
            <a:r>
              <a:rPr lang="en-GB"/>
              <a:t>Country:</a:t>
            </a:r>
          </a:p>
          <a:p>
            <a:pPr lvl="0"/>
            <a:r>
              <a:rPr lang="en-GB"/>
              <a:t>Duration of project:</a:t>
            </a:r>
          </a:p>
          <a:p>
            <a:pPr lvl="0"/>
            <a:endParaRPr lang="en-GB"/>
          </a:p>
        </p:txBody>
      </p:sp>
      <p:sp>
        <p:nvSpPr>
          <p:cNvPr id="13" name="Text Placeholder 12">
            <a:extLst>
              <a:ext uri="{FF2B5EF4-FFF2-40B4-BE49-F238E27FC236}">
                <a16:creationId xmlns:a16="http://schemas.microsoft.com/office/drawing/2014/main" id="{AA0341ED-91C5-4B51-B2FF-21BE4819BA14}"/>
              </a:ext>
            </a:extLst>
          </p:cNvPr>
          <p:cNvSpPr>
            <a:spLocks noGrp="1"/>
          </p:cNvSpPr>
          <p:nvPr>
            <p:ph type="body" sz="quarter" idx="13" hasCustomPrompt="1"/>
          </p:nvPr>
        </p:nvSpPr>
        <p:spPr>
          <a:xfrm>
            <a:off x="959768" y="1722922"/>
            <a:ext cx="4734595" cy="366712"/>
          </a:xfrm>
        </p:spPr>
        <p:txBody>
          <a:bodyPr/>
          <a:lstStyle>
            <a:lvl1pPr marL="0" indent="0">
              <a:buNone/>
              <a:defRPr b="1">
                <a:solidFill>
                  <a:schemeClr val="bg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a:t>Project Details</a:t>
            </a:r>
            <a:endParaRPr lang="en-GB"/>
          </a:p>
        </p:txBody>
      </p:sp>
      <p:sp>
        <p:nvSpPr>
          <p:cNvPr id="14" name="Picture Placeholder 13">
            <a:extLst>
              <a:ext uri="{FF2B5EF4-FFF2-40B4-BE49-F238E27FC236}">
                <a16:creationId xmlns:a16="http://schemas.microsoft.com/office/drawing/2014/main" id="{7DF48CA2-1FBA-4160-A7FC-0537763C0D17}"/>
              </a:ext>
            </a:extLst>
          </p:cNvPr>
          <p:cNvSpPr>
            <a:spLocks noGrp="1"/>
          </p:cNvSpPr>
          <p:nvPr>
            <p:ph type="pic" sz="quarter" idx="14"/>
          </p:nvPr>
        </p:nvSpPr>
        <p:spPr bwMode="gray">
          <a:xfrm>
            <a:off x="6276000" y="1457740"/>
            <a:ext cx="5248733" cy="4719225"/>
          </a:xfrm>
          <a:custGeom>
            <a:avLst/>
            <a:gdLst>
              <a:gd name="connsiteX0" fmla="*/ 86645 w 5248733"/>
              <a:gd name="connsiteY0" fmla="*/ 0 h 4719225"/>
              <a:gd name="connsiteX1" fmla="*/ 5162088 w 5248733"/>
              <a:gd name="connsiteY1" fmla="*/ 0 h 4719225"/>
              <a:gd name="connsiteX2" fmla="*/ 5248733 w 5248733"/>
              <a:gd name="connsiteY2" fmla="*/ 86645 h 4719225"/>
              <a:gd name="connsiteX3" fmla="*/ 5248733 w 5248733"/>
              <a:gd name="connsiteY3" fmla="*/ 4632580 h 4719225"/>
              <a:gd name="connsiteX4" fmla="*/ 5162088 w 5248733"/>
              <a:gd name="connsiteY4" fmla="*/ 4719225 h 4719225"/>
              <a:gd name="connsiteX5" fmla="*/ 86645 w 5248733"/>
              <a:gd name="connsiteY5" fmla="*/ 4719225 h 4719225"/>
              <a:gd name="connsiteX6" fmla="*/ 0 w 5248733"/>
              <a:gd name="connsiteY6" fmla="*/ 4632580 h 4719225"/>
              <a:gd name="connsiteX7" fmla="*/ 0 w 5248733"/>
              <a:gd name="connsiteY7" fmla="*/ 86645 h 4719225"/>
              <a:gd name="connsiteX8" fmla="*/ 86645 w 5248733"/>
              <a:gd name="connsiteY8" fmla="*/ 0 h 4719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48733" h="4719225">
                <a:moveTo>
                  <a:pt x="86645" y="0"/>
                </a:moveTo>
                <a:lnTo>
                  <a:pt x="5162088" y="0"/>
                </a:lnTo>
                <a:cubicBezTo>
                  <a:pt x="5209941" y="0"/>
                  <a:pt x="5248733" y="38792"/>
                  <a:pt x="5248733" y="86645"/>
                </a:cubicBezTo>
                <a:lnTo>
                  <a:pt x="5248733" y="4632580"/>
                </a:lnTo>
                <a:cubicBezTo>
                  <a:pt x="5248733" y="4680433"/>
                  <a:pt x="5209941" y="4719225"/>
                  <a:pt x="5162088" y="4719225"/>
                </a:cubicBezTo>
                <a:lnTo>
                  <a:pt x="86645" y="4719225"/>
                </a:lnTo>
                <a:cubicBezTo>
                  <a:pt x="38792" y="4719225"/>
                  <a:pt x="0" y="4680433"/>
                  <a:pt x="0" y="4632580"/>
                </a:cubicBezTo>
                <a:lnTo>
                  <a:pt x="0" y="86645"/>
                </a:lnTo>
                <a:cubicBezTo>
                  <a:pt x="0" y="38792"/>
                  <a:pt x="38792" y="0"/>
                  <a:pt x="86645" y="0"/>
                </a:cubicBezTo>
                <a:close/>
              </a:path>
            </a:pathLst>
          </a:custGeom>
          <a:solidFill>
            <a:srgbClr val="E3E4E5"/>
          </a:solidFill>
        </p:spPr>
        <p:txBody>
          <a:bodyPr wrap="square" anchor="ctr">
            <a:noAutofit/>
          </a:bodyPr>
          <a:lstStyle>
            <a:lvl1pPr marL="0" indent="0" algn="ctr">
              <a:buNone/>
              <a:defRPr/>
            </a:lvl1pPr>
          </a:lstStyle>
          <a:p>
            <a:endParaRPr lang="en-GB"/>
          </a:p>
          <a:p>
            <a:endParaRPr lang="en-GB"/>
          </a:p>
          <a:p>
            <a:r>
              <a:rPr lang="en-GB"/>
              <a:t>Click to insert picture</a:t>
            </a:r>
          </a:p>
        </p:txBody>
      </p:sp>
      <p:sp>
        <p:nvSpPr>
          <p:cNvPr id="11" name="Subtitle 2">
            <a:extLst>
              <a:ext uri="{FF2B5EF4-FFF2-40B4-BE49-F238E27FC236}">
                <a16:creationId xmlns:a16="http://schemas.microsoft.com/office/drawing/2014/main" id="{D3438840-3AB2-44DB-99A8-3BB7E1710E02}"/>
              </a:ext>
            </a:extLst>
          </p:cNvPr>
          <p:cNvSpPr>
            <a:spLocks noGrp="1"/>
          </p:cNvSpPr>
          <p:nvPr>
            <p:ph type="subTitle" idx="11"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Tree>
    <p:extLst>
      <p:ext uri="{BB962C8B-B14F-4D97-AF65-F5344CB8AC3E}">
        <p14:creationId xmlns:p14="http://schemas.microsoft.com/office/powerpoint/2010/main" val="3207783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Layout F1">
    <p:spTree>
      <p:nvGrpSpPr>
        <p:cNvPr id="1" name=""/>
        <p:cNvGrpSpPr/>
        <p:nvPr/>
      </p:nvGrpSpPr>
      <p:grpSpPr>
        <a:xfrm>
          <a:off x="0" y="0"/>
          <a:ext cx="0" cy="0"/>
          <a:chOff x="0" y="0"/>
          <a:chExt cx="0" cy="0"/>
        </a:xfrm>
      </p:grpSpPr>
      <p:sp>
        <p:nvSpPr>
          <p:cNvPr id="27" name="Freeform: Shape 26">
            <a:extLst>
              <a:ext uri="{FF2B5EF4-FFF2-40B4-BE49-F238E27FC236}">
                <a16:creationId xmlns:a16="http://schemas.microsoft.com/office/drawing/2014/main" id="{98B023A2-8349-4DCF-AB11-249B569E176E}"/>
              </a:ext>
            </a:extLst>
          </p:cNvPr>
          <p:cNvSpPr/>
          <p:nvPr userDrawn="1"/>
        </p:nvSpPr>
        <p:spPr>
          <a:xfrm>
            <a:off x="667266" y="2263140"/>
            <a:ext cx="5248733" cy="3913824"/>
          </a:xfrm>
          <a:custGeom>
            <a:avLst/>
            <a:gdLst>
              <a:gd name="connsiteX0" fmla="*/ 0 w 5248733"/>
              <a:gd name="connsiteY0" fmla="*/ 0 h 3913824"/>
              <a:gd name="connsiteX1" fmla="*/ 5248733 w 5248733"/>
              <a:gd name="connsiteY1" fmla="*/ 0 h 3913824"/>
              <a:gd name="connsiteX2" fmla="*/ 5248733 w 5248733"/>
              <a:gd name="connsiteY2" fmla="*/ 3664652 h 3913824"/>
              <a:gd name="connsiteX3" fmla="*/ 5248733 w 5248733"/>
              <a:gd name="connsiteY3" fmla="*/ 3827179 h 3913824"/>
              <a:gd name="connsiteX4" fmla="*/ 5162088 w 5248733"/>
              <a:gd name="connsiteY4" fmla="*/ 3913824 h 3913824"/>
              <a:gd name="connsiteX5" fmla="*/ 86645 w 5248733"/>
              <a:gd name="connsiteY5" fmla="*/ 3913824 h 3913824"/>
              <a:gd name="connsiteX6" fmla="*/ 0 w 5248733"/>
              <a:gd name="connsiteY6" fmla="*/ 3827179 h 3913824"/>
              <a:gd name="connsiteX7" fmla="*/ 0 w 5248733"/>
              <a:gd name="connsiteY7" fmla="*/ 3664652 h 391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8733" h="3913824">
                <a:moveTo>
                  <a:pt x="0" y="0"/>
                </a:moveTo>
                <a:lnTo>
                  <a:pt x="5248733" y="0"/>
                </a:lnTo>
                <a:lnTo>
                  <a:pt x="5248733" y="3664652"/>
                </a:lnTo>
                <a:lnTo>
                  <a:pt x="5248733" y="3827179"/>
                </a:lnTo>
                <a:cubicBezTo>
                  <a:pt x="5248733" y="3875032"/>
                  <a:pt x="5209941" y="3913824"/>
                  <a:pt x="5162088" y="3913824"/>
                </a:cubicBezTo>
                <a:lnTo>
                  <a:pt x="86645" y="3913824"/>
                </a:lnTo>
                <a:cubicBezTo>
                  <a:pt x="38792" y="3913824"/>
                  <a:pt x="0" y="3875032"/>
                  <a:pt x="0" y="3827179"/>
                </a:cubicBezTo>
                <a:lnTo>
                  <a:pt x="0" y="3664652"/>
                </a:lnTo>
                <a:close/>
              </a:path>
            </a:pathLst>
          </a:custGeom>
          <a:solidFill>
            <a:srgbClr val="74787B">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5" name="Freeform: Shape 24">
            <a:extLst>
              <a:ext uri="{FF2B5EF4-FFF2-40B4-BE49-F238E27FC236}">
                <a16:creationId xmlns:a16="http://schemas.microsoft.com/office/drawing/2014/main" id="{97772112-E0E2-4992-AF10-ACA8363C350B}"/>
              </a:ext>
            </a:extLst>
          </p:cNvPr>
          <p:cNvSpPr/>
          <p:nvPr userDrawn="1"/>
        </p:nvSpPr>
        <p:spPr>
          <a:xfrm>
            <a:off x="667266" y="1457739"/>
            <a:ext cx="5248733" cy="805401"/>
          </a:xfrm>
          <a:custGeom>
            <a:avLst/>
            <a:gdLst>
              <a:gd name="connsiteX0" fmla="*/ 86645 w 5248733"/>
              <a:gd name="connsiteY0" fmla="*/ 0 h 805401"/>
              <a:gd name="connsiteX1" fmla="*/ 5162088 w 5248733"/>
              <a:gd name="connsiteY1" fmla="*/ 0 h 805401"/>
              <a:gd name="connsiteX2" fmla="*/ 5248733 w 5248733"/>
              <a:gd name="connsiteY2" fmla="*/ 86645 h 805401"/>
              <a:gd name="connsiteX3" fmla="*/ 5248733 w 5248733"/>
              <a:gd name="connsiteY3" fmla="*/ 805401 h 805401"/>
              <a:gd name="connsiteX4" fmla="*/ 0 w 5248733"/>
              <a:gd name="connsiteY4" fmla="*/ 805401 h 805401"/>
              <a:gd name="connsiteX5" fmla="*/ 0 w 5248733"/>
              <a:gd name="connsiteY5" fmla="*/ 86645 h 805401"/>
              <a:gd name="connsiteX6" fmla="*/ 86645 w 5248733"/>
              <a:gd name="connsiteY6" fmla="*/ 0 h 805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48733" h="805401">
                <a:moveTo>
                  <a:pt x="86645" y="0"/>
                </a:moveTo>
                <a:lnTo>
                  <a:pt x="5162088" y="0"/>
                </a:lnTo>
                <a:cubicBezTo>
                  <a:pt x="5209941" y="0"/>
                  <a:pt x="5248733" y="38792"/>
                  <a:pt x="5248733" y="86645"/>
                </a:cubicBezTo>
                <a:lnTo>
                  <a:pt x="5248733" y="805401"/>
                </a:lnTo>
                <a:lnTo>
                  <a:pt x="0" y="805401"/>
                </a:lnTo>
                <a:lnTo>
                  <a:pt x="0" y="86645"/>
                </a:lnTo>
                <a:cubicBezTo>
                  <a:pt x="0" y="38792"/>
                  <a:pt x="38792" y="0"/>
                  <a:pt x="86645" y="0"/>
                </a:cubicBezTo>
                <a:close/>
              </a:path>
            </a:pathLst>
          </a:custGeom>
          <a:solidFill>
            <a:srgbClr val="7478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1F9C20-D204-4A61-83D0-C8409FA061FE}"/>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3200"/>
            </a:lvl1pPr>
          </a:lstStyle>
          <a:p>
            <a:r>
              <a:rPr lang="en-US"/>
              <a:t>Click to edit Heading</a:t>
            </a:r>
            <a:endParaRPr lang="en-GB"/>
          </a:p>
        </p:txBody>
      </p:sp>
      <p:sp>
        <p:nvSpPr>
          <p:cNvPr id="13" name="Text Placeholder 12">
            <a:extLst>
              <a:ext uri="{FF2B5EF4-FFF2-40B4-BE49-F238E27FC236}">
                <a16:creationId xmlns:a16="http://schemas.microsoft.com/office/drawing/2014/main" id="{AA0341ED-91C5-4B51-B2FF-21BE4819BA14}"/>
              </a:ext>
            </a:extLst>
          </p:cNvPr>
          <p:cNvSpPr>
            <a:spLocks noGrp="1"/>
          </p:cNvSpPr>
          <p:nvPr>
            <p:ph type="body" sz="quarter" idx="13" hasCustomPrompt="1"/>
          </p:nvPr>
        </p:nvSpPr>
        <p:spPr>
          <a:xfrm>
            <a:off x="959768" y="1722922"/>
            <a:ext cx="4734595" cy="366712"/>
          </a:xfrm>
        </p:spPr>
        <p:txBody>
          <a:bodyPr/>
          <a:lstStyle>
            <a:lvl1pPr marL="0" indent="0">
              <a:buNone/>
              <a:defRPr b="1">
                <a:solidFill>
                  <a:schemeClr val="bg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a:t>Pros / Strengths / Internal</a:t>
            </a:r>
            <a:endParaRPr lang="en-GB"/>
          </a:p>
        </p:txBody>
      </p:sp>
      <p:sp>
        <p:nvSpPr>
          <p:cNvPr id="4" name="Text Placeholder 3">
            <a:extLst>
              <a:ext uri="{FF2B5EF4-FFF2-40B4-BE49-F238E27FC236}">
                <a16:creationId xmlns:a16="http://schemas.microsoft.com/office/drawing/2014/main" id="{24F82DDE-FD1F-49DF-A028-1C502C9D490E}"/>
              </a:ext>
            </a:extLst>
          </p:cNvPr>
          <p:cNvSpPr>
            <a:spLocks noGrp="1"/>
          </p:cNvSpPr>
          <p:nvPr>
            <p:ph type="body" sz="quarter" idx="15"/>
          </p:nvPr>
        </p:nvSpPr>
        <p:spPr>
          <a:xfrm>
            <a:off x="924334" y="2528323"/>
            <a:ext cx="4734595" cy="3432525"/>
          </a:xfrm>
        </p:spPr>
        <p:txBody>
          <a:bodyPr/>
          <a:lstStyle>
            <a:lvl1pPr>
              <a:defRPr>
                <a:solidFill>
                  <a:srgbClr val="74787B"/>
                </a:solidFill>
              </a:defRPr>
            </a:lvl1pPr>
            <a:lvl2pPr>
              <a:defRPr>
                <a:solidFill>
                  <a:srgbClr val="74787B"/>
                </a:solidFill>
              </a:defRPr>
            </a:lvl2pPr>
            <a:lvl3pPr>
              <a:defRPr>
                <a:solidFill>
                  <a:srgbClr val="74787B"/>
                </a:solidFill>
              </a:defRPr>
            </a:lvl3pPr>
            <a:lvl4pPr>
              <a:defRPr>
                <a:solidFill>
                  <a:srgbClr val="74787B"/>
                </a:solidFill>
              </a:defRPr>
            </a:lvl4pPr>
            <a:lvl5pPr>
              <a:defRPr>
                <a:solidFill>
                  <a:srgbClr val="74787B"/>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6" name="Freeform: Shape 15">
            <a:extLst>
              <a:ext uri="{FF2B5EF4-FFF2-40B4-BE49-F238E27FC236}">
                <a16:creationId xmlns:a16="http://schemas.microsoft.com/office/drawing/2014/main" id="{72A07CF3-6BC3-4247-B9B7-137FCC4B228B}"/>
              </a:ext>
            </a:extLst>
          </p:cNvPr>
          <p:cNvSpPr/>
          <p:nvPr userDrawn="1"/>
        </p:nvSpPr>
        <p:spPr>
          <a:xfrm>
            <a:off x="6276003" y="2263140"/>
            <a:ext cx="5248733" cy="3913824"/>
          </a:xfrm>
          <a:custGeom>
            <a:avLst/>
            <a:gdLst>
              <a:gd name="connsiteX0" fmla="*/ 0 w 5248733"/>
              <a:gd name="connsiteY0" fmla="*/ 0 h 3913824"/>
              <a:gd name="connsiteX1" fmla="*/ 5248733 w 5248733"/>
              <a:gd name="connsiteY1" fmla="*/ 0 h 3913824"/>
              <a:gd name="connsiteX2" fmla="*/ 5248733 w 5248733"/>
              <a:gd name="connsiteY2" fmla="*/ 3664652 h 3913824"/>
              <a:gd name="connsiteX3" fmla="*/ 5248733 w 5248733"/>
              <a:gd name="connsiteY3" fmla="*/ 3827179 h 3913824"/>
              <a:gd name="connsiteX4" fmla="*/ 5162088 w 5248733"/>
              <a:gd name="connsiteY4" fmla="*/ 3913824 h 3913824"/>
              <a:gd name="connsiteX5" fmla="*/ 86645 w 5248733"/>
              <a:gd name="connsiteY5" fmla="*/ 3913824 h 3913824"/>
              <a:gd name="connsiteX6" fmla="*/ 0 w 5248733"/>
              <a:gd name="connsiteY6" fmla="*/ 3827179 h 3913824"/>
              <a:gd name="connsiteX7" fmla="*/ 0 w 5248733"/>
              <a:gd name="connsiteY7" fmla="*/ 3664652 h 391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8733" h="3913824">
                <a:moveTo>
                  <a:pt x="0" y="0"/>
                </a:moveTo>
                <a:lnTo>
                  <a:pt x="5248733" y="0"/>
                </a:lnTo>
                <a:lnTo>
                  <a:pt x="5248733" y="3664652"/>
                </a:lnTo>
                <a:lnTo>
                  <a:pt x="5248733" y="3827179"/>
                </a:lnTo>
                <a:cubicBezTo>
                  <a:pt x="5248733" y="3875032"/>
                  <a:pt x="5209941" y="3913824"/>
                  <a:pt x="5162088" y="3913824"/>
                </a:cubicBezTo>
                <a:lnTo>
                  <a:pt x="86645" y="3913824"/>
                </a:lnTo>
                <a:cubicBezTo>
                  <a:pt x="38792" y="3913824"/>
                  <a:pt x="0" y="3875032"/>
                  <a:pt x="0" y="3827179"/>
                </a:cubicBezTo>
                <a:lnTo>
                  <a:pt x="0" y="3664652"/>
                </a:lnTo>
                <a:close/>
              </a:path>
            </a:pathLst>
          </a:custGeom>
          <a:solidFill>
            <a:srgbClr val="74787B">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7" name="Freeform: Shape 16">
            <a:extLst>
              <a:ext uri="{FF2B5EF4-FFF2-40B4-BE49-F238E27FC236}">
                <a16:creationId xmlns:a16="http://schemas.microsoft.com/office/drawing/2014/main" id="{F7F412CB-57D2-47C3-95BE-25F9E537DE45}"/>
              </a:ext>
            </a:extLst>
          </p:cNvPr>
          <p:cNvSpPr/>
          <p:nvPr userDrawn="1"/>
        </p:nvSpPr>
        <p:spPr>
          <a:xfrm>
            <a:off x="6276003" y="1457739"/>
            <a:ext cx="5248733" cy="805401"/>
          </a:xfrm>
          <a:custGeom>
            <a:avLst/>
            <a:gdLst>
              <a:gd name="connsiteX0" fmla="*/ 86645 w 5248733"/>
              <a:gd name="connsiteY0" fmla="*/ 0 h 805401"/>
              <a:gd name="connsiteX1" fmla="*/ 5162088 w 5248733"/>
              <a:gd name="connsiteY1" fmla="*/ 0 h 805401"/>
              <a:gd name="connsiteX2" fmla="*/ 5248733 w 5248733"/>
              <a:gd name="connsiteY2" fmla="*/ 86645 h 805401"/>
              <a:gd name="connsiteX3" fmla="*/ 5248733 w 5248733"/>
              <a:gd name="connsiteY3" fmla="*/ 805401 h 805401"/>
              <a:gd name="connsiteX4" fmla="*/ 0 w 5248733"/>
              <a:gd name="connsiteY4" fmla="*/ 805401 h 805401"/>
              <a:gd name="connsiteX5" fmla="*/ 0 w 5248733"/>
              <a:gd name="connsiteY5" fmla="*/ 86645 h 805401"/>
              <a:gd name="connsiteX6" fmla="*/ 86645 w 5248733"/>
              <a:gd name="connsiteY6" fmla="*/ 0 h 805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48733" h="805401">
                <a:moveTo>
                  <a:pt x="86645" y="0"/>
                </a:moveTo>
                <a:lnTo>
                  <a:pt x="5162088" y="0"/>
                </a:lnTo>
                <a:cubicBezTo>
                  <a:pt x="5209941" y="0"/>
                  <a:pt x="5248733" y="38792"/>
                  <a:pt x="5248733" y="86645"/>
                </a:cubicBezTo>
                <a:lnTo>
                  <a:pt x="5248733" y="805401"/>
                </a:lnTo>
                <a:lnTo>
                  <a:pt x="0" y="805401"/>
                </a:lnTo>
                <a:lnTo>
                  <a:pt x="0" y="86645"/>
                </a:lnTo>
                <a:cubicBezTo>
                  <a:pt x="0" y="38792"/>
                  <a:pt x="38792" y="0"/>
                  <a:pt x="86645" y="0"/>
                </a:cubicBezTo>
                <a:close/>
              </a:path>
            </a:pathLst>
          </a:custGeom>
          <a:solidFill>
            <a:srgbClr val="7478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8" name="Text Placeholder 12">
            <a:extLst>
              <a:ext uri="{FF2B5EF4-FFF2-40B4-BE49-F238E27FC236}">
                <a16:creationId xmlns:a16="http://schemas.microsoft.com/office/drawing/2014/main" id="{C51214C1-FC5A-4947-BFAB-EA433A7FF742}"/>
              </a:ext>
            </a:extLst>
          </p:cNvPr>
          <p:cNvSpPr>
            <a:spLocks noGrp="1"/>
          </p:cNvSpPr>
          <p:nvPr>
            <p:ph type="body" sz="quarter" idx="16" hasCustomPrompt="1"/>
          </p:nvPr>
        </p:nvSpPr>
        <p:spPr>
          <a:xfrm>
            <a:off x="6568505" y="1722922"/>
            <a:ext cx="4734595" cy="366712"/>
          </a:xfrm>
        </p:spPr>
        <p:txBody>
          <a:bodyPr/>
          <a:lstStyle>
            <a:lvl1pPr marL="0" indent="0">
              <a:buNone/>
              <a:defRPr b="1">
                <a:solidFill>
                  <a:schemeClr val="bg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a:t>Cons / Weaknesses / External</a:t>
            </a:r>
            <a:endParaRPr lang="en-GB"/>
          </a:p>
        </p:txBody>
      </p:sp>
      <p:sp>
        <p:nvSpPr>
          <p:cNvPr id="19" name="Text Placeholder 3">
            <a:extLst>
              <a:ext uri="{FF2B5EF4-FFF2-40B4-BE49-F238E27FC236}">
                <a16:creationId xmlns:a16="http://schemas.microsoft.com/office/drawing/2014/main" id="{028FB2EA-577D-4D85-BD10-24828949996D}"/>
              </a:ext>
            </a:extLst>
          </p:cNvPr>
          <p:cNvSpPr>
            <a:spLocks noGrp="1"/>
          </p:cNvSpPr>
          <p:nvPr>
            <p:ph type="body" sz="quarter" idx="17"/>
          </p:nvPr>
        </p:nvSpPr>
        <p:spPr>
          <a:xfrm>
            <a:off x="6533071" y="2528323"/>
            <a:ext cx="4734595" cy="3432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8115012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Layout F2">
    <p:spTree>
      <p:nvGrpSpPr>
        <p:cNvPr id="1" name=""/>
        <p:cNvGrpSpPr/>
        <p:nvPr/>
      </p:nvGrpSpPr>
      <p:grpSpPr>
        <a:xfrm>
          <a:off x="0" y="0"/>
          <a:ext cx="0" cy="0"/>
          <a:chOff x="0" y="0"/>
          <a:chExt cx="0" cy="0"/>
        </a:xfrm>
      </p:grpSpPr>
      <p:sp>
        <p:nvSpPr>
          <p:cNvPr id="27" name="Freeform: Shape 26">
            <a:extLst>
              <a:ext uri="{FF2B5EF4-FFF2-40B4-BE49-F238E27FC236}">
                <a16:creationId xmlns:a16="http://schemas.microsoft.com/office/drawing/2014/main" id="{98B023A2-8349-4DCF-AB11-249B569E176E}"/>
              </a:ext>
            </a:extLst>
          </p:cNvPr>
          <p:cNvSpPr/>
          <p:nvPr userDrawn="1"/>
        </p:nvSpPr>
        <p:spPr>
          <a:xfrm>
            <a:off x="667266" y="2263140"/>
            <a:ext cx="5248733" cy="3913824"/>
          </a:xfrm>
          <a:custGeom>
            <a:avLst/>
            <a:gdLst>
              <a:gd name="connsiteX0" fmla="*/ 0 w 5248733"/>
              <a:gd name="connsiteY0" fmla="*/ 0 h 3913824"/>
              <a:gd name="connsiteX1" fmla="*/ 5248733 w 5248733"/>
              <a:gd name="connsiteY1" fmla="*/ 0 h 3913824"/>
              <a:gd name="connsiteX2" fmla="*/ 5248733 w 5248733"/>
              <a:gd name="connsiteY2" fmla="*/ 3664652 h 3913824"/>
              <a:gd name="connsiteX3" fmla="*/ 5248733 w 5248733"/>
              <a:gd name="connsiteY3" fmla="*/ 3827179 h 3913824"/>
              <a:gd name="connsiteX4" fmla="*/ 5162088 w 5248733"/>
              <a:gd name="connsiteY4" fmla="*/ 3913824 h 3913824"/>
              <a:gd name="connsiteX5" fmla="*/ 86645 w 5248733"/>
              <a:gd name="connsiteY5" fmla="*/ 3913824 h 3913824"/>
              <a:gd name="connsiteX6" fmla="*/ 0 w 5248733"/>
              <a:gd name="connsiteY6" fmla="*/ 3827179 h 3913824"/>
              <a:gd name="connsiteX7" fmla="*/ 0 w 5248733"/>
              <a:gd name="connsiteY7" fmla="*/ 3664652 h 391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8733" h="3913824">
                <a:moveTo>
                  <a:pt x="0" y="0"/>
                </a:moveTo>
                <a:lnTo>
                  <a:pt x="5248733" y="0"/>
                </a:lnTo>
                <a:lnTo>
                  <a:pt x="5248733" y="3664652"/>
                </a:lnTo>
                <a:lnTo>
                  <a:pt x="5248733" y="3827179"/>
                </a:lnTo>
                <a:cubicBezTo>
                  <a:pt x="5248733" y="3875032"/>
                  <a:pt x="5209941" y="3913824"/>
                  <a:pt x="5162088" y="3913824"/>
                </a:cubicBezTo>
                <a:lnTo>
                  <a:pt x="86645" y="3913824"/>
                </a:lnTo>
                <a:cubicBezTo>
                  <a:pt x="38792" y="3913824"/>
                  <a:pt x="0" y="3875032"/>
                  <a:pt x="0" y="3827179"/>
                </a:cubicBezTo>
                <a:lnTo>
                  <a:pt x="0" y="3664652"/>
                </a:lnTo>
                <a:close/>
              </a:path>
            </a:pathLst>
          </a:custGeom>
          <a:solidFill>
            <a:srgbClr val="74787B">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5" name="Freeform: Shape 24">
            <a:extLst>
              <a:ext uri="{FF2B5EF4-FFF2-40B4-BE49-F238E27FC236}">
                <a16:creationId xmlns:a16="http://schemas.microsoft.com/office/drawing/2014/main" id="{97772112-E0E2-4992-AF10-ACA8363C350B}"/>
              </a:ext>
            </a:extLst>
          </p:cNvPr>
          <p:cNvSpPr/>
          <p:nvPr userDrawn="1"/>
        </p:nvSpPr>
        <p:spPr>
          <a:xfrm>
            <a:off x="667266" y="1457739"/>
            <a:ext cx="5248733" cy="805401"/>
          </a:xfrm>
          <a:custGeom>
            <a:avLst/>
            <a:gdLst>
              <a:gd name="connsiteX0" fmla="*/ 86645 w 5248733"/>
              <a:gd name="connsiteY0" fmla="*/ 0 h 805401"/>
              <a:gd name="connsiteX1" fmla="*/ 5162088 w 5248733"/>
              <a:gd name="connsiteY1" fmla="*/ 0 h 805401"/>
              <a:gd name="connsiteX2" fmla="*/ 5248733 w 5248733"/>
              <a:gd name="connsiteY2" fmla="*/ 86645 h 805401"/>
              <a:gd name="connsiteX3" fmla="*/ 5248733 w 5248733"/>
              <a:gd name="connsiteY3" fmla="*/ 805401 h 805401"/>
              <a:gd name="connsiteX4" fmla="*/ 0 w 5248733"/>
              <a:gd name="connsiteY4" fmla="*/ 805401 h 805401"/>
              <a:gd name="connsiteX5" fmla="*/ 0 w 5248733"/>
              <a:gd name="connsiteY5" fmla="*/ 86645 h 805401"/>
              <a:gd name="connsiteX6" fmla="*/ 86645 w 5248733"/>
              <a:gd name="connsiteY6" fmla="*/ 0 h 805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48733" h="805401">
                <a:moveTo>
                  <a:pt x="86645" y="0"/>
                </a:moveTo>
                <a:lnTo>
                  <a:pt x="5162088" y="0"/>
                </a:lnTo>
                <a:cubicBezTo>
                  <a:pt x="5209941" y="0"/>
                  <a:pt x="5248733" y="38792"/>
                  <a:pt x="5248733" y="86645"/>
                </a:cubicBezTo>
                <a:lnTo>
                  <a:pt x="5248733" y="805401"/>
                </a:lnTo>
                <a:lnTo>
                  <a:pt x="0" y="805401"/>
                </a:lnTo>
                <a:lnTo>
                  <a:pt x="0" y="86645"/>
                </a:lnTo>
                <a:cubicBezTo>
                  <a:pt x="0" y="38792"/>
                  <a:pt x="38792" y="0"/>
                  <a:pt x="86645" y="0"/>
                </a:cubicBezTo>
                <a:close/>
              </a:path>
            </a:pathLst>
          </a:custGeom>
          <a:solidFill>
            <a:srgbClr val="7478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1F9C20-D204-4A61-83D0-C8409FA061FE}"/>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13" name="Text Placeholder 12">
            <a:extLst>
              <a:ext uri="{FF2B5EF4-FFF2-40B4-BE49-F238E27FC236}">
                <a16:creationId xmlns:a16="http://schemas.microsoft.com/office/drawing/2014/main" id="{AA0341ED-91C5-4B51-B2FF-21BE4819BA14}"/>
              </a:ext>
            </a:extLst>
          </p:cNvPr>
          <p:cNvSpPr>
            <a:spLocks noGrp="1"/>
          </p:cNvSpPr>
          <p:nvPr>
            <p:ph type="body" sz="quarter" idx="13" hasCustomPrompt="1"/>
          </p:nvPr>
        </p:nvSpPr>
        <p:spPr>
          <a:xfrm>
            <a:off x="959768" y="1722922"/>
            <a:ext cx="4734595" cy="366712"/>
          </a:xfrm>
        </p:spPr>
        <p:txBody>
          <a:bodyPr/>
          <a:lstStyle>
            <a:lvl1pPr marL="0" indent="0">
              <a:buNone/>
              <a:defRPr b="1">
                <a:solidFill>
                  <a:schemeClr val="bg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a:t>Pros / Strengths / Internal</a:t>
            </a:r>
            <a:endParaRPr lang="en-GB"/>
          </a:p>
        </p:txBody>
      </p:sp>
      <p:sp>
        <p:nvSpPr>
          <p:cNvPr id="4" name="Text Placeholder 3">
            <a:extLst>
              <a:ext uri="{FF2B5EF4-FFF2-40B4-BE49-F238E27FC236}">
                <a16:creationId xmlns:a16="http://schemas.microsoft.com/office/drawing/2014/main" id="{24F82DDE-FD1F-49DF-A028-1C502C9D490E}"/>
              </a:ext>
            </a:extLst>
          </p:cNvPr>
          <p:cNvSpPr>
            <a:spLocks noGrp="1"/>
          </p:cNvSpPr>
          <p:nvPr>
            <p:ph type="body" sz="quarter" idx="15"/>
          </p:nvPr>
        </p:nvSpPr>
        <p:spPr>
          <a:xfrm>
            <a:off x="924334" y="2528323"/>
            <a:ext cx="4734595" cy="3432525"/>
          </a:xfrm>
        </p:spPr>
        <p:txBody>
          <a:bodyPr/>
          <a:lstStyle>
            <a:lvl1pPr>
              <a:defRPr>
                <a:solidFill>
                  <a:srgbClr val="74787B"/>
                </a:solidFill>
              </a:defRPr>
            </a:lvl1pPr>
            <a:lvl2pPr>
              <a:defRPr>
                <a:solidFill>
                  <a:srgbClr val="74787B"/>
                </a:solidFill>
              </a:defRPr>
            </a:lvl2pPr>
            <a:lvl3pPr>
              <a:defRPr>
                <a:solidFill>
                  <a:srgbClr val="74787B"/>
                </a:solidFill>
              </a:defRPr>
            </a:lvl3pPr>
            <a:lvl4pPr>
              <a:defRPr>
                <a:solidFill>
                  <a:srgbClr val="74787B"/>
                </a:solidFill>
              </a:defRPr>
            </a:lvl4pPr>
            <a:lvl5pPr>
              <a:defRPr>
                <a:solidFill>
                  <a:srgbClr val="74787B"/>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6" name="Freeform: Shape 15">
            <a:extLst>
              <a:ext uri="{FF2B5EF4-FFF2-40B4-BE49-F238E27FC236}">
                <a16:creationId xmlns:a16="http://schemas.microsoft.com/office/drawing/2014/main" id="{72A07CF3-6BC3-4247-B9B7-137FCC4B228B}"/>
              </a:ext>
            </a:extLst>
          </p:cNvPr>
          <p:cNvSpPr/>
          <p:nvPr userDrawn="1"/>
        </p:nvSpPr>
        <p:spPr>
          <a:xfrm>
            <a:off x="6276003" y="2263140"/>
            <a:ext cx="5248733" cy="3913824"/>
          </a:xfrm>
          <a:custGeom>
            <a:avLst/>
            <a:gdLst>
              <a:gd name="connsiteX0" fmla="*/ 0 w 5248733"/>
              <a:gd name="connsiteY0" fmla="*/ 0 h 3913824"/>
              <a:gd name="connsiteX1" fmla="*/ 5248733 w 5248733"/>
              <a:gd name="connsiteY1" fmla="*/ 0 h 3913824"/>
              <a:gd name="connsiteX2" fmla="*/ 5248733 w 5248733"/>
              <a:gd name="connsiteY2" fmla="*/ 3664652 h 3913824"/>
              <a:gd name="connsiteX3" fmla="*/ 5248733 w 5248733"/>
              <a:gd name="connsiteY3" fmla="*/ 3827179 h 3913824"/>
              <a:gd name="connsiteX4" fmla="*/ 5162088 w 5248733"/>
              <a:gd name="connsiteY4" fmla="*/ 3913824 h 3913824"/>
              <a:gd name="connsiteX5" fmla="*/ 86645 w 5248733"/>
              <a:gd name="connsiteY5" fmla="*/ 3913824 h 3913824"/>
              <a:gd name="connsiteX6" fmla="*/ 0 w 5248733"/>
              <a:gd name="connsiteY6" fmla="*/ 3827179 h 3913824"/>
              <a:gd name="connsiteX7" fmla="*/ 0 w 5248733"/>
              <a:gd name="connsiteY7" fmla="*/ 3664652 h 391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8733" h="3913824">
                <a:moveTo>
                  <a:pt x="0" y="0"/>
                </a:moveTo>
                <a:lnTo>
                  <a:pt x="5248733" y="0"/>
                </a:lnTo>
                <a:lnTo>
                  <a:pt x="5248733" y="3664652"/>
                </a:lnTo>
                <a:lnTo>
                  <a:pt x="5248733" y="3827179"/>
                </a:lnTo>
                <a:cubicBezTo>
                  <a:pt x="5248733" y="3875032"/>
                  <a:pt x="5209941" y="3913824"/>
                  <a:pt x="5162088" y="3913824"/>
                </a:cubicBezTo>
                <a:lnTo>
                  <a:pt x="86645" y="3913824"/>
                </a:lnTo>
                <a:cubicBezTo>
                  <a:pt x="38792" y="3913824"/>
                  <a:pt x="0" y="3875032"/>
                  <a:pt x="0" y="3827179"/>
                </a:cubicBezTo>
                <a:lnTo>
                  <a:pt x="0" y="3664652"/>
                </a:lnTo>
                <a:close/>
              </a:path>
            </a:pathLst>
          </a:custGeom>
          <a:solidFill>
            <a:srgbClr val="74787B">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7" name="Freeform: Shape 16">
            <a:extLst>
              <a:ext uri="{FF2B5EF4-FFF2-40B4-BE49-F238E27FC236}">
                <a16:creationId xmlns:a16="http://schemas.microsoft.com/office/drawing/2014/main" id="{F7F412CB-57D2-47C3-95BE-25F9E537DE45}"/>
              </a:ext>
            </a:extLst>
          </p:cNvPr>
          <p:cNvSpPr/>
          <p:nvPr userDrawn="1"/>
        </p:nvSpPr>
        <p:spPr>
          <a:xfrm>
            <a:off x="6276003" y="1457739"/>
            <a:ext cx="5248733" cy="805401"/>
          </a:xfrm>
          <a:custGeom>
            <a:avLst/>
            <a:gdLst>
              <a:gd name="connsiteX0" fmla="*/ 86645 w 5248733"/>
              <a:gd name="connsiteY0" fmla="*/ 0 h 805401"/>
              <a:gd name="connsiteX1" fmla="*/ 5162088 w 5248733"/>
              <a:gd name="connsiteY1" fmla="*/ 0 h 805401"/>
              <a:gd name="connsiteX2" fmla="*/ 5248733 w 5248733"/>
              <a:gd name="connsiteY2" fmla="*/ 86645 h 805401"/>
              <a:gd name="connsiteX3" fmla="*/ 5248733 w 5248733"/>
              <a:gd name="connsiteY3" fmla="*/ 805401 h 805401"/>
              <a:gd name="connsiteX4" fmla="*/ 0 w 5248733"/>
              <a:gd name="connsiteY4" fmla="*/ 805401 h 805401"/>
              <a:gd name="connsiteX5" fmla="*/ 0 w 5248733"/>
              <a:gd name="connsiteY5" fmla="*/ 86645 h 805401"/>
              <a:gd name="connsiteX6" fmla="*/ 86645 w 5248733"/>
              <a:gd name="connsiteY6" fmla="*/ 0 h 805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48733" h="805401">
                <a:moveTo>
                  <a:pt x="86645" y="0"/>
                </a:moveTo>
                <a:lnTo>
                  <a:pt x="5162088" y="0"/>
                </a:lnTo>
                <a:cubicBezTo>
                  <a:pt x="5209941" y="0"/>
                  <a:pt x="5248733" y="38792"/>
                  <a:pt x="5248733" y="86645"/>
                </a:cubicBezTo>
                <a:lnTo>
                  <a:pt x="5248733" y="805401"/>
                </a:lnTo>
                <a:lnTo>
                  <a:pt x="0" y="805401"/>
                </a:lnTo>
                <a:lnTo>
                  <a:pt x="0" y="86645"/>
                </a:lnTo>
                <a:cubicBezTo>
                  <a:pt x="0" y="38792"/>
                  <a:pt x="38792" y="0"/>
                  <a:pt x="86645" y="0"/>
                </a:cubicBezTo>
                <a:close/>
              </a:path>
            </a:pathLst>
          </a:custGeom>
          <a:solidFill>
            <a:srgbClr val="7478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8" name="Text Placeholder 12">
            <a:extLst>
              <a:ext uri="{FF2B5EF4-FFF2-40B4-BE49-F238E27FC236}">
                <a16:creationId xmlns:a16="http://schemas.microsoft.com/office/drawing/2014/main" id="{C51214C1-FC5A-4947-BFAB-EA433A7FF742}"/>
              </a:ext>
            </a:extLst>
          </p:cNvPr>
          <p:cNvSpPr>
            <a:spLocks noGrp="1"/>
          </p:cNvSpPr>
          <p:nvPr>
            <p:ph type="body" sz="quarter" idx="16" hasCustomPrompt="1"/>
          </p:nvPr>
        </p:nvSpPr>
        <p:spPr>
          <a:xfrm>
            <a:off x="6568505" y="1722922"/>
            <a:ext cx="4734595" cy="366712"/>
          </a:xfrm>
        </p:spPr>
        <p:txBody>
          <a:bodyPr/>
          <a:lstStyle>
            <a:lvl1pPr marL="0" indent="0">
              <a:buNone/>
              <a:defRPr b="1">
                <a:solidFill>
                  <a:schemeClr val="bg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a:t>Cons / Weaknesses / External</a:t>
            </a:r>
            <a:endParaRPr lang="en-GB"/>
          </a:p>
        </p:txBody>
      </p:sp>
      <p:sp>
        <p:nvSpPr>
          <p:cNvPr id="19" name="Text Placeholder 3">
            <a:extLst>
              <a:ext uri="{FF2B5EF4-FFF2-40B4-BE49-F238E27FC236}">
                <a16:creationId xmlns:a16="http://schemas.microsoft.com/office/drawing/2014/main" id="{028FB2EA-577D-4D85-BD10-24828949996D}"/>
              </a:ext>
            </a:extLst>
          </p:cNvPr>
          <p:cNvSpPr>
            <a:spLocks noGrp="1"/>
          </p:cNvSpPr>
          <p:nvPr>
            <p:ph type="body" sz="quarter" idx="17"/>
          </p:nvPr>
        </p:nvSpPr>
        <p:spPr>
          <a:xfrm>
            <a:off x="6533071" y="2528323"/>
            <a:ext cx="4734595" cy="3432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1" name="Subtitle 2">
            <a:extLst>
              <a:ext uri="{FF2B5EF4-FFF2-40B4-BE49-F238E27FC236}">
                <a16:creationId xmlns:a16="http://schemas.microsoft.com/office/drawing/2014/main" id="{9B0855DF-E694-41B9-A5D4-5C65699A9732}"/>
              </a:ext>
            </a:extLst>
          </p:cNvPr>
          <p:cNvSpPr>
            <a:spLocks noGrp="1"/>
          </p:cNvSpPr>
          <p:nvPr>
            <p:ph type="subTitle" idx="11"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Tree>
    <p:extLst>
      <p:ext uri="{BB962C8B-B14F-4D97-AF65-F5344CB8AC3E}">
        <p14:creationId xmlns:p14="http://schemas.microsoft.com/office/powerpoint/2010/main" val="36931728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Layout G1">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1F9C20-D204-4A61-83D0-C8409FA061FE}"/>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21" name="Subtitle 2">
            <a:extLst>
              <a:ext uri="{FF2B5EF4-FFF2-40B4-BE49-F238E27FC236}">
                <a16:creationId xmlns:a16="http://schemas.microsoft.com/office/drawing/2014/main" id="{9B0855DF-E694-41B9-A5D4-5C65699A9732}"/>
              </a:ext>
            </a:extLst>
          </p:cNvPr>
          <p:cNvSpPr>
            <a:spLocks noGrp="1"/>
          </p:cNvSpPr>
          <p:nvPr>
            <p:ph type="subTitle" idx="11"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
        <p:nvSpPr>
          <p:cNvPr id="2" name="Oval 1">
            <a:extLst>
              <a:ext uri="{FF2B5EF4-FFF2-40B4-BE49-F238E27FC236}">
                <a16:creationId xmlns:a16="http://schemas.microsoft.com/office/drawing/2014/main" id="{87905A31-6F13-487C-93F5-374E6F710A39}"/>
              </a:ext>
            </a:extLst>
          </p:cNvPr>
          <p:cNvSpPr/>
          <p:nvPr userDrawn="1"/>
        </p:nvSpPr>
        <p:spPr>
          <a:xfrm>
            <a:off x="790241" y="2118492"/>
            <a:ext cx="3040732" cy="3040732"/>
          </a:xfrm>
          <a:prstGeom prst="ellipse">
            <a:avLst/>
          </a:prstGeom>
          <a:solidFill>
            <a:srgbClr val="CB33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Oval 19">
            <a:extLst>
              <a:ext uri="{FF2B5EF4-FFF2-40B4-BE49-F238E27FC236}">
                <a16:creationId xmlns:a16="http://schemas.microsoft.com/office/drawing/2014/main" id="{87F230A8-11AD-44CF-86AB-B285709282BC}"/>
              </a:ext>
            </a:extLst>
          </p:cNvPr>
          <p:cNvSpPr/>
          <p:nvPr userDrawn="1"/>
        </p:nvSpPr>
        <p:spPr>
          <a:xfrm>
            <a:off x="8530555" y="2118492"/>
            <a:ext cx="3040732" cy="3040732"/>
          </a:xfrm>
          <a:prstGeom prst="ellipse">
            <a:avLst/>
          </a:prstGeom>
          <a:solidFill>
            <a:srgbClr val="7478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Oval 21">
            <a:extLst>
              <a:ext uri="{FF2B5EF4-FFF2-40B4-BE49-F238E27FC236}">
                <a16:creationId xmlns:a16="http://schemas.microsoft.com/office/drawing/2014/main" id="{C0AE51C6-E68D-4580-A6D9-5E2B30DA7413}"/>
              </a:ext>
            </a:extLst>
          </p:cNvPr>
          <p:cNvSpPr/>
          <p:nvPr userDrawn="1"/>
        </p:nvSpPr>
        <p:spPr>
          <a:xfrm>
            <a:off x="4660398" y="2118492"/>
            <a:ext cx="3040732" cy="3040732"/>
          </a:xfrm>
          <a:prstGeom prst="ellipse">
            <a:avLst/>
          </a:prstGeom>
          <a:solidFill>
            <a:srgbClr val="3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7">
            <a:extLst>
              <a:ext uri="{FF2B5EF4-FFF2-40B4-BE49-F238E27FC236}">
                <a16:creationId xmlns:a16="http://schemas.microsoft.com/office/drawing/2014/main" id="{2E5C83BC-E2F2-48C7-B9E1-5C07E6A746EB}"/>
              </a:ext>
            </a:extLst>
          </p:cNvPr>
          <p:cNvSpPr>
            <a:spLocks noGrp="1"/>
          </p:cNvSpPr>
          <p:nvPr>
            <p:ph type="body" sz="quarter" idx="12"/>
          </p:nvPr>
        </p:nvSpPr>
        <p:spPr>
          <a:xfrm>
            <a:off x="1239044" y="2567295"/>
            <a:ext cx="2143125" cy="2143125"/>
          </a:xfrm>
        </p:spPr>
        <p:txBody>
          <a:bodyPr anchor="ctr">
            <a:normAutofit/>
          </a:bodyPr>
          <a:lstStyle>
            <a:lvl1pPr marL="0" indent="0" algn="ctr">
              <a:buNone/>
              <a:defRPr sz="20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a:t>
            </a:r>
            <a:endParaRPr lang="en-GB"/>
          </a:p>
        </p:txBody>
      </p:sp>
      <p:sp>
        <p:nvSpPr>
          <p:cNvPr id="23" name="Text Placeholder 7">
            <a:extLst>
              <a:ext uri="{FF2B5EF4-FFF2-40B4-BE49-F238E27FC236}">
                <a16:creationId xmlns:a16="http://schemas.microsoft.com/office/drawing/2014/main" id="{163A6657-099C-4167-939E-CB2CA839C70A}"/>
              </a:ext>
            </a:extLst>
          </p:cNvPr>
          <p:cNvSpPr>
            <a:spLocks noGrp="1"/>
          </p:cNvSpPr>
          <p:nvPr>
            <p:ph type="body" sz="quarter" idx="13"/>
          </p:nvPr>
        </p:nvSpPr>
        <p:spPr>
          <a:xfrm>
            <a:off x="5109201" y="2567295"/>
            <a:ext cx="2143125" cy="2143125"/>
          </a:xfrm>
        </p:spPr>
        <p:txBody>
          <a:bodyPr anchor="ctr">
            <a:normAutofit/>
          </a:bodyPr>
          <a:lstStyle>
            <a:lvl1pPr marL="0" indent="0" algn="ctr">
              <a:buNone/>
              <a:defRPr sz="20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a:t>
            </a:r>
            <a:endParaRPr lang="en-GB"/>
          </a:p>
        </p:txBody>
      </p:sp>
      <p:sp>
        <p:nvSpPr>
          <p:cNvPr id="24" name="Text Placeholder 7">
            <a:extLst>
              <a:ext uri="{FF2B5EF4-FFF2-40B4-BE49-F238E27FC236}">
                <a16:creationId xmlns:a16="http://schemas.microsoft.com/office/drawing/2014/main" id="{AFEF55FD-2696-4617-B47F-B0641384E2EC}"/>
              </a:ext>
            </a:extLst>
          </p:cNvPr>
          <p:cNvSpPr>
            <a:spLocks noGrp="1"/>
          </p:cNvSpPr>
          <p:nvPr>
            <p:ph type="body" sz="quarter" idx="14"/>
          </p:nvPr>
        </p:nvSpPr>
        <p:spPr>
          <a:xfrm>
            <a:off x="8979358" y="2567294"/>
            <a:ext cx="2143125" cy="2143125"/>
          </a:xfrm>
        </p:spPr>
        <p:txBody>
          <a:bodyPr anchor="ctr">
            <a:normAutofit/>
          </a:bodyPr>
          <a:lstStyle>
            <a:lvl1pPr marL="0" indent="0" algn="ctr">
              <a:buNone/>
              <a:defRPr sz="20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a:t>
            </a:r>
            <a:endParaRPr lang="en-GB"/>
          </a:p>
        </p:txBody>
      </p:sp>
      <p:cxnSp>
        <p:nvCxnSpPr>
          <p:cNvPr id="14" name="Straight Connector 13">
            <a:extLst>
              <a:ext uri="{FF2B5EF4-FFF2-40B4-BE49-F238E27FC236}">
                <a16:creationId xmlns:a16="http://schemas.microsoft.com/office/drawing/2014/main" id="{063475AF-D2F8-43A0-8ACF-E051E1587A00}"/>
              </a:ext>
            </a:extLst>
          </p:cNvPr>
          <p:cNvCxnSpPr>
            <a:cxnSpLocks/>
          </p:cNvCxnSpPr>
          <p:nvPr userDrawn="1"/>
        </p:nvCxnSpPr>
        <p:spPr>
          <a:xfrm>
            <a:off x="3888123" y="3657600"/>
            <a:ext cx="695325" cy="0"/>
          </a:xfrm>
          <a:prstGeom prst="line">
            <a:avLst/>
          </a:prstGeom>
          <a:ln w="19050">
            <a:solidFill>
              <a:srgbClr val="97999B"/>
            </a:solidFill>
            <a:prstDash val="dash"/>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7C6C2C1-283F-477B-8562-9B58C474CAD6}"/>
              </a:ext>
            </a:extLst>
          </p:cNvPr>
          <p:cNvCxnSpPr>
            <a:cxnSpLocks/>
          </p:cNvCxnSpPr>
          <p:nvPr userDrawn="1"/>
        </p:nvCxnSpPr>
        <p:spPr>
          <a:xfrm>
            <a:off x="7768555" y="3657600"/>
            <a:ext cx="695325" cy="0"/>
          </a:xfrm>
          <a:prstGeom prst="line">
            <a:avLst/>
          </a:prstGeom>
          <a:ln w="19050">
            <a:solidFill>
              <a:srgbClr val="97999B"/>
            </a:solidFill>
            <a:prstDash val="dash"/>
          </a:ln>
        </p:spPr>
        <p:style>
          <a:lnRef idx="1">
            <a:schemeClr val="accent1"/>
          </a:lnRef>
          <a:fillRef idx="0">
            <a:schemeClr val="accent1"/>
          </a:fillRef>
          <a:effectRef idx="0">
            <a:schemeClr val="accent1"/>
          </a:effectRef>
          <a:fontRef idx="minor">
            <a:schemeClr val="tx1"/>
          </a:fontRef>
        </p:style>
      </p:cxnSp>
      <p:sp>
        <p:nvSpPr>
          <p:cNvPr id="16" name="Text Placeholder 33">
            <a:extLst>
              <a:ext uri="{FF2B5EF4-FFF2-40B4-BE49-F238E27FC236}">
                <a16:creationId xmlns:a16="http://schemas.microsoft.com/office/drawing/2014/main" id="{8DDE272A-12B1-4738-A42F-55248413B46A}"/>
              </a:ext>
            </a:extLst>
          </p:cNvPr>
          <p:cNvSpPr>
            <a:spLocks noGrp="1"/>
          </p:cNvSpPr>
          <p:nvPr>
            <p:ph type="body" sz="quarter" idx="18" hasCustomPrompt="1"/>
          </p:nvPr>
        </p:nvSpPr>
        <p:spPr>
          <a:xfrm>
            <a:off x="667266" y="1473157"/>
            <a:ext cx="5429250" cy="298207"/>
          </a:xfrm>
        </p:spPr>
        <p:txBody>
          <a:bodyPr/>
          <a:lstStyle>
            <a:lvl1pPr marL="0" indent="0">
              <a:buNone/>
              <a:defRPr b="1">
                <a:solidFill>
                  <a:srgbClr val="334EA2"/>
                </a:solidFill>
              </a:defRPr>
            </a:lvl1pPr>
          </a:lstStyle>
          <a:p>
            <a:pPr lvl="0"/>
            <a:r>
              <a:rPr lang="en-US"/>
              <a:t>Chart Title</a:t>
            </a:r>
            <a:endParaRPr lang="en-GB"/>
          </a:p>
        </p:txBody>
      </p:sp>
    </p:spTree>
    <p:extLst>
      <p:ext uri="{BB962C8B-B14F-4D97-AF65-F5344CB8AC3E}">
        <p14:creationId xmlns:p14="http://schemas.microsoft.com/office/powerpoint/2010/main" val="329959761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Layout H1">
    <p:spTree>
      <p:nvGrpSpPr>
        <p:cNvPr id="1" name=""/>
        <p:cNvGrpSpPr/>
        <p:nvPr/>
      </p:nvGrpSpPr>
      <p:grpSpPr>
        <a:xfrm>
          <a:off x="0" y="0"/>
          <a:ext cx="0" cy="0"/>
          <a:chOff x="0" y="0"/>
          <a:chExt cx="0" cy="0"/>
        </a:xfrm>
      </p:grpSpPr>
      <p:cxnSp>
        <p:nvCxnSpPr>
          <p:cNvPr id="36" name="Straight Connector 35">
            <a:extLst>
              <a:ext uri="{FF2B5EF4-FFF2-40B4-BE49-F238E27FC236}">
                <a16:creationId xmlns:a16="http://schemas.microsoft.com/office/drawing/2014/main" id="{C5A850D7-C4BC-4FE7-9A07-924D2F1B5F08}"/>
              </a:ext>
            </a:extLst>
          </p:cNvPr>
          <p:cNvCxnSpPr/>
          <p:nvPr userDrawn="1"/>
        </p:nvCxnSpPr>
        <p:spPr>
          <a:xfrm>
            <a:off x="6004559" y="3620110"/>
            <a:ext cx="504000" cy="0"/>
          </a:xfrm>
          <a:prstGeom prst="line">
            <a:avLst/>
          </a:prstGeom>
          <a:ln w="15875">
            <a:solidFill>
              <a:srgbClr val="74787B"/>
            </a:solidFill>
            <a:prstDash val="dash"/>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524187C4-A75E-410F-A420-C487ED5F46E1}"/>
              </a:ext>
            </a:extLst>
          </p:cNvPr>
          <p:cNvCxnSpPr/>
          <p:nvPr userDrawn="1"/>
        </p:nvCxnSpPr>
        <p:spPr>
          <a:xfrm>
            <a:off x="8808126" y="3620110"/>
            <a:ext cx="504000" cy="0"/>
          </a:xfrm>
          <a:prstGeom prst="line">
            <a:avLst/>
          </a:prstGeom>
          <a:ln w="15875">
            <a:solidFill>
              <a:srgbClr val="74787B"/>
            </a:solidFill>
            <a:prstDash val="dash"/>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92045E4-F98C-4480-9B42-7A6C18C64863}"/>
              </a:ext>
            </a:extLst>
          </p:cNvPr>
          <p:cNvCxnSpPr/>
          <p:nvPr userDrawn="1"/>
        </p:nvCxnSpPr>
        <p:spPr>
          <a:xfrm>
            <a:off x="3168650" y="3638855"/>
            <a:ext cx="504000" cy="0"/>
          </a:xfrm>
          <a:prstGeom prst="line">
            <a:avLst/>
          </a:prstGeom>
          <a:ln w="15875">
            <a:solidFill>
              <a:srgbClr val="74787B"/>
            </a:solidFill>
            <a:prstDash val="dash"/>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1F9C20-D204-4A61-83D0-C8409FA061FE}"/>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21" name="Subtitle 2">
            <a:extLst>
              <a:ext uri="{FF2B5EF4-FFF2-40B4-BE49-F238E27FC236}">
                <a16:creationId xmlns:a16="http://schemas.microsoft.com/office/drawing/2014/main" id="{9B0855DF-E694-41B9-A5D4-5C65699A9732}"/>
              </a:ext>
            </a:extLst>
          </p:cNvPr>
          <p:cNvSpPr>
            <a:spLocks noGrp="1"/>
          </p:cNvSpPr>
          <p:nvPr>
            <p:ph type="subTitle" idx="11"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
        <p:nvSpPr>
          <p:cNvPr id="2" name="Oval 1">
            <a:extLst>
              <a:ext uri="{FF2B5EF4-FFF2-40B4-BE49-F238E27FC236}">
                <a16:creationId xmlns:a16="http://schemas.microsoft.com/office/drawing/2014/main" id="{87905A31-6F13-487C-93F5-374E6F710A39}"/>
              </a:ext>
            </a:extLst>
          </p:cNvPr>
          <p:cNvSpPr/>
          <p:nvPr userDrawn="1"/>
        </p:nvSpPr>
        <p:spPr>
          <a:xfrm>
            <a:off x="790241" y="2411794"/>
            <a:ext cx="2454123" cy="2454123"/>
          </a:xfrm>
          <a:prstGeom prst="ellipse">
            <a:avLst/>
          </a:prstGeom>
          <a:solidFill>
            <a:srgbClr val="E3E4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7">
            <a:extLst>
              <a:ext uri="{FF2B5EF4-FFF2-40B4-BE49-F238E27FC236}">
                <a16:creationId xmlns:a16="http://schemas.microsoft.com/office/drawing/2014/main" id="{2E5C83BC-E2F2-48C7-B9E1-5C07E6A746EB}"/>
              </a:ext>
            </a:extLst>
          </p:cNvPr>
          <p:cNvSpPr>
            <a:spLocks noGrp="1"/>
          </p:cNvSpPr>
          <p:nvPr>
            <p:ph type="body" sz="quarter" idx="12"/>
          </p:nvPr>
        </p:nvSpPr>
        <p:spPr>
          <a:xfrm>
            <a:off x="1152462" y="2774015"/>
            <a:ext cx="1729680" cy="1729680"/>
          </a:xfrm>
        </p:spPr>
        <p:txBody>
          <a:bodyPr anchor="ctr">
            <a:normAutofit/>
          </a:bodyPr>
          <a:lstStyle>
            <a:lvl1pPr marL="0" indent="0" algn="ctr">
              <a:buNone/>
              <a:defRPr sz="2000">
                <a:solidFill>
                  <a:srgbClr val="74787B"/>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a:t>
            </a:r>
            <a:endParaRPr lang="en-GB"/>
          </a:p>
        </p:txBody>
      </p:sp>
      <p:sp>
        <p:nvSpPr>
          <p:cNvPr id="26" name="Oval 25">
            <a:extLst>
              <a:ext uri="{FF2B5EF4-FFF2-40B4-BE49-F238E27FC236}">
                <a16:creationId xmlns:a16="http://schemas.microsoft.com/office/drawing/2014/main" id="{C4F2ED8E-5FAD-4A60-99DC-9C6AF3E5E3E6}"/>
              </a:ext>
            </a:extLst>
          </p:cNvPr>
          <p:cNvSpPr/>
          <p:nvPr userDrawn="1"/>
        </p:nvSpPr>
        <p:spPr>
          <a:xfrm>
            <a:off x="3613936" y="2411793"/>
            <a:ext cx="2454123" cy="2454123"/>
          </a:xfrm>
          <a:prstGeom prst="ellipse">
            <a:avLst/>
          </a:prstGeom>
          <a:solidFill>
            <a:srgbClr val="E3E4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Text Placeholder 7">
            <a:extLst>
              <a:ext uri="{FF2B5EF4-FFF2-40B4-BE49-F238E27FC236}">
                <a16:creationId xmlns:a16="http://schemas.microsoft.com/office/drawing/2014/main" id="{636F485A-9F66-4673-8BA9-5D5D450960CF}"/>
              </a:ext>
            </a:extLst>
          </p:cNvPr>
          <p:cNvSpPr>
            <a:spLocks noGrp="1"/>
          </p:cNvSpPr>
          <p:nvPr>
            <p:ph type="body" sz="quarter" idx="13"/>
          </p:nvPr>
        </p:nvSpPr>
        <p:spPr>
          <a:xfrm>
            <a:off x="3976157" y="2774014"/>
            <a:ext cx="1729680" cy="1729680"/>
          </a:xfrm>
        </p:spPr>
        <p:txBody>
          <a:bodyPr anchor="ctr">
            <a:normAutofit/>
          </a:bodyPr>
          <a:lstStyle>
            <a:lvl1pPr marL="0" indent="0" algn="ctr">
              <a:buNone/>
              <a:defRPr sz="2000">
                <a:solidFill>
                  <a:srgbClr val="74787B"/>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a:t>
            </a:r>
            <a:endParaRPr lang="en-GB"/>
          </a:p>
        </p:txBody>
      </p:sp>
      <p:sp>
        <p:nvSpPr>
          <p:cNvPr id="30" name="Oval 29">
            <a:extLst>
              <a:ext uri="{FF2B5EF4-FFF2-40B4-BE49-F238E27FC236}">
                <a16:creationId xmlns:a16="http://schemas.microsoft.com/office/drawing/2014/main" id="{6D595F1A-A5C7-4FB9-920C-A40F6A085AAA}"/>
              </a:ext>
            </a:extLst>
          </p:cNvPr>
          <p:cNvSpPr/>
          <p:nvPr userDrawn="1"/>
        </p:nvSpPr>
        <p:spPr>
          <a:xfrm>
            <a:off x="6437631" y="2411793"/>
            <a:ext cx="2454123" cy="2454123"/>
          </a:xfrm>
          <a:prstGeom prst="ellipse">
            <a:avLst/>
          </a:prstGeom>
          <a:solidFill>
            <a:srgbClr val="E3E4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Text Placeholder 7">
            <a:extLst>
              <a:ext uri="{FF2B5EF4-FFF2-40B4-BE49-F238E27FC236}">
                <a16:creationId xmlns:a16="http://schemas.microsoft.com/office/drawing/2014/main" id="{F725F02B-E884-4554-935D-5EFDAB6DF5E8}"/>
              </a:ext>
            </a:extLst>
          </p:cNvPr>
          <p:cNvSpPr>
            <a:spLocks noGrp="1"/>
          </p:cNvSpPr>
          <p:nvPr>
            <p:ph type="body" sz="quarter" idx="14"/>
          </p:nvPr>
        </p:nvSpPr>
        <p:spPr>
          <a:xfrm>
            <a:off x="6799852" y="2774014"/>
            <a:ext cx="1729680" cy="1729680"/>
          </a:xfrm>
        </p:spPr>
        <p:txBody>
          <a:bodyPr anchor="ctr">
            <a:normAutofit/>
          </a:bodyPr>
          <a:lstStyle>
            <a:lvl1pPr marL="0" indent="0" algn="ctr">
              <a:buNone/>
              <a:defRPr sz="2000">
                <a:solidFill>
                  <a:srgbClr val="74787B"/>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a:t>
            </a:r>
            <a:endParaRPr lang="en-GB"/>
          </a:p>
        </p:txBody>
      </p:sp>
      <p:sp>
        <p:nvSpPr>
          <p:cNvPr id="33" name="Oval 32">
            <a:extLst>
              <a:ext uri="{FF2B5EF4-FFF2-40B4-BE49-F238E27FC236}">
                <a16:creationId xmlns:a16="http://schemas.microsoft.com/office/drawing/2014/main" id="{0443A7AF-D79B-4712-BB1B-4040B3FFBA50}"/>
              </a:ext>
            </a:extLst>
          </p:cNvPr>
          <p:cNvSpPr/>
          <p:nvPr userDrawn="1"/>
        </p:nvSpPr>
        <p:spPr>
          <a:xfrm>
            <a:off x="9261326" y="2411793"/>
            <a:ext cx="2454123" cy="2454123"/>
          </a:xfrm>
          <a:prstGeom prst="ellipse">
            <a:avLst/>
          </a:prstGeom>
          <a:solidFill>
            <a:srgbClr val="E3E4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Text Placeholder 7">
            <a:extLst>
              <a:ext uri="{FF2B5EF4-FFF2-40B4-BE49-F238E27FC236}">
                <a16:creationId xmlns:a16="http://schemas.microsoft.com/office/drawing/2014/main" id="{A9B4AD9E-F446-40BC-B715-52F22515349D}"/>
              </a:ext>
            </a:extLst>
          </p:cNvPr>
          <p:cNvSpPr>
            <a:spLocks noGrp="1"/>
          </p:cNvSpPr>
          <p:nvPr>
            <p:ph type="body" sz="quarter" idx="15"/>
          </p:nvPr>
        </p:nvSpPr>
        <p:spPr>
          <a:xfrm>
            <a:off x="9623547" y="2774014"/>
            <a:ext cx="1729680" cy="1729680"/>
          </a:xfrm>
        </p:spPr>
        <p:txBody>
          <a:bodyPr anchor="ctr">
            <a:normAutofit/>
          </a:bodyPr>
          <a:lstStyle>
            <a:lvl1pPr marL="0" indent="0" algn="ctr">
              <a:buNone/>
              <a:defRPr sz="2000">
                <a:solidFill>
                  <a:srgbClr val="74787B"/>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a:t>
            </a:r>
            <a:endParaRPr lang="en-GB"/>
          </a:p>
        </p:txBody>
      </p:sp>
      <p:sp>
        <p:nvSpPr>
          <p:cNvPr id="17" name="Text Placeholder 33">
            <a:extLst>
              <a:ext uri="{FF2B5EF4-FFF2-40B4-BE49-F238E27FC236}">
                <a16:creationId xmlns:a16="http://schemas.microsoft.com/office/drawing/2014/main" id="{5A1F9C0F-918B-413B-B862-CA9479FA5F2B}"/>
              </a:ext>
            </a:extLst>
          </p:cNvPr>
          <p:cNvSpPr>
            <a:spLocks noGrp="1"/>
          </p:cNvSpPr>
          <p:nvPr>
            <p:ph type="body" sz="quarter" idx="18" hasCustomPrompt="1"/>
          </p:nvPr>
        </p:nvSpPr>
        <p:spPr>
          <a:xfrm>
            <a:off x="667266" y="1473157"/>
            <a:ext cx="5429250" cy="298207"/>
          </a:xfrm>
        </p:spPr>
        <p:txBody>
          <a:bodyPr/>
          <a:lstStyle>
            <a:lvl1pPr marL="0" indent="0">
              <a:buNone/>
              <a:defRPr b="1">
                <a:solidFill>
                  <a:srgbClr val="334EA2"/>
                </a:solidFill>
              </a:defRPr>
            </a:lvl1pPr>
          </a:lstStyle>
          <a:p>
            <a:pPr lvl="0"/>
            <a:r>
              <a:rPr lang="en-US"/>
              <a:t>Chart Title</a:t>
            </a:r>
            <a:endParaRPr lang="en-GB"/>
          </a:p>
        </p:txBody>
      </p:sp>
    </p:spTree>
    <p:extLst>
      <p:ext uri="{BB962C8B-B14F-4D97-AF65-F5344CB8AC3E}">
        <p14:creationId xmlns:p14="http://schemas.microsoft.com/office/powerpoint/2010/main" val="19140096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rocess Flow 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349761C-2C0C-4AEA-94EE-37E00DCAD1BC}"/>
              </a:ext>
            </a:extLst>
          </p:cNvPr>
          <p:cNvSpPr>
            <a:spLocks noGrp="1"/>
          </p:cNvSpPr>
          <p:nvPr>
            <p:ph type="sldNum" sz="quarter" idx="10"/>
          </p:nvPr>
        </p:nvSpPr>
        <p:spPr/>
        <p:txBody>
          <a:bodyPr/>
          <a:lstStyle/>
          <a:p>
            <a:fld id="{F9C72FE7-3E28-4995-B4B7-F4CABFB817F3}" type="slidenum">
              <a:rPr lang="en-GB" smtClean="0"/>
              <a:pPr/>
              <a:t>‹#›</a:t>
            </a:fld>
            <a:endParaRPr lang="en-GB"/>
          </a:p>
        </p:txBody>
      </p:sp>
      <p:sp>
        <p:nvSpPr>
          <p:cNvPr id="6" name="Freeform: Shape 5">
            <a:extLst>
              <a:ext uri="{FF2B5EF4-FFF2-40B4-BE49-F238E27FC236}">
                <a16:creationId xmlns:a16="http://schemas.microsoft.com/office/drawing/2014/main" id="{7789F24A-743F-429B-8D4E-86645D122C8B}"/>
              </a:ext>
            </a:extLst>
          </p:cNvPr>
          <p:cNvSpPr/>
          <p:nvPr/>
        </p:nvSpPr>
        <p:spPr>
          <a:xfrm>
            <a:off x="669577" y="2099829"/>
            <a:ext cx="3704380" cy="1027267"/>
          </a:xfrm>
          <a:custGeom>
            <a:avLst/>
            <a:gdLst>
              <a:gd name="connsiteX0" fmla="*/ 166258 w 3597137"/>
              <a:gd name="connsiteY0" fmla="*/ 0 h 997527"/>
              <a:gd name="connsiteX1" fmla="*/ 3169626 w 3597137"/>
              <a:gd name="connsiteY1" fmla="*/ 0 h 997527"/>
              <a:gd name="connsiteX2" fmla="*/ 3597137 w 3597137"/>
              <a:gd name="connsiteY2" fmla="*/ 498763 h 997527"/>
              <a:gd name="connsiteX3" fmla="*/ 3169625 w 3597137"/>
              <a:gd name="connsiteY3" fmla="*/ 997527 h 997527"/>
              <a:gd name="connsiteX4" fmla="*/ 166258 w 3597137"/>
              <a:gd name="connsiteY4" fmla="*/ 997527 h 997527"/>
              <a:gd name="connsiteX5" fmla="*/ 0 w 3597137"/>
              <a:gd name="connsiteY5" fmla="*/ 831269 h 997527"/>
              <a:gd name="connsiteX6" fmla="*/ 0 w 3597137"/>
              <a:gd name="connsiteY6" fmla="*/ 166258 h 997527"/>
              <a:gd name="connsiteX7" fmla="*/ 166258 w 3597137"/>
              <a:gd name="connsiteY7" fmla="*/ 0 h 99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97137" h="997527">
                <a:moveTo>
                  <a:pt x="166258" y="0"/>
                </a:moveTo>
                <a:lnTo>
                  <a:pt x="3169626" y="0"/>
                </a:lnTo>
                <a:lnTo>
                  <a:pt x="3597137" y="498763"/>
                </a:lnTo>
                <a:lnTo>
                  <a:pt x="3169625" y="997527"/>
                </a:lnTo>
                <a:lnTo>
                  <a:pt x="166258" y="997527"/>
                </a:lnTo>
                <a:cubicBezTo>
                  <a:pt x="74436" y="997527"/>
                  <a:pt x="0" y="923091"/>
                  <a:pt x="0" y="831269"/>
                </a:cubicBezTo>
                <a:lnTo>
                  <a:pt x="0" y="166258"/>
                </a:lnTo>
                <a:cubicBezTo>
                  <a:pt x="0" y="74436"/>
                  <a:pt x="74436" y="0"/>
                  <a:pt x="166258" y="0"/>
                </a:cubicBezTo>
                <a:close/>
              </a:path>
            </a:pathLst>
          </a:custGeom>
          <a:solidFill>
            <a:srgbClr val="CB333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solidFill>
                <a:schemeClr val="tx1"/>
              </a:solidFill>
            </a:endParaRPr>
          </a:p>
        </p:txBody>
      </p:sp>
      <p:sp>
        <p:nvSpPr>
          <p:cNvPr id="7" name="Freeform: Shape 6">
            <a:extLst>
              <a:ext uri="{FF2B5EF4-FFF2-40B4-BE49-F238E27FC236}">
                <a16:creationId xmlns:a16="http://schemas.microsoft.com/office/drawing/2014/main" id="{A09ED201-65B1-4331-9B92-0D6B98C803DA}"/>
              </a:ext>
            </a:extLst>
          </p:cNvPr>
          <p:cNvSpPr/>
          <p:nvPr/>
        </p:nvSpPr>
        <p:spPr>
          <a:xfrm>
            <a:off x="4376268" y="2099831"/>
            <a:ext cx="3707351" cy="1027267"/>
          </a:xfrm>
          <a:custGeom>
            <a:avLst/>
            <a:gdLst>
              <a:gd name="connsiteX0" fmla="*/ 1 w 3600022"/>
              <a:gd name="connsiteY0" fmla="*/ 0 h 997527"/>
              <a:gd name="connsiteX1" fmla="*/ 3172511 w 3600022"/>
              <a:gd name="connsiteY1" fmla="*/ 0 h 997527"/>
              <a:gd name="connsiteX2" fmla="*/ 3600022 w 3600022"/>
              <a:gd name="connsiteY2" fmla="*/ 498763 h 997527"/>
              <a:gd name="connsiteX3" fmla="*/ 3172510 w 3600022"/>
              <a:gd name="connsiteY3" fmla="*/ 997527 h 997527"/>
              <a:gd name="connsiteX4" fmla="*/ 0 w 3600022"/>
              <a:gd name="connsiteY4" fmla="*/ 997527 h 997527"/>
              <a:gd name="connsiteX5" fmla="*/ 427512 w 3600022"/>
              <a:gd name="connsiteY5" fmla="*/ 498763 h 997527"/>
              <a:gd name="connsiteX6" fmla="*/ 1 w 3600022"/>
              <a:gd name="connsiteY6" fmla="*/ 0 h 99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0022" h="997527">
                <a:moveTo>
                  <a:pt x="1" y="0"/>
                </a:moveTo>
                <a:lnTo>
                  <a:pt x="3172511" y="0"/>
                </a:lnTo>
                <a:lnTo>
                  <a:pt x="3600022" y="498763"/>
                </a:lnTo>
                <a:lnTo>
                  <a:pt x="3172510" y="997527"/>
                </a:lnTo>
                <a:lnTo>
                  <a:pt x="0" y="997527"/>
                </a:lnTo>
                <a:lnTo>
                  <a:pt x="427512" y="498763"/>
                </a:lnTo>
                <a:lnTo>
                  <a:pt x="1" y="0"/>
                </a:lnTo>
                <a:close/>
              </a:path>
            </a:pathLst>
          </a:custGeom>
          <a:solidFill>
            <a:srgbClr val="334EA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solidFill>
                <a:schemeClr val="tx1"/>
              </a:solidFill>
            </a:endParaRPr>
          </a:p>
        </p:txBody>
      </p:sp>
      <p:sp>
        <p:nvSpPr>
          <p:cNvPr id="8" name="Freeform: Shape 7">
            <a:extLst>
              <a:ext uri="{FF2B5EF4-FFF2-40B4-BE49-F238E27FC236}">
                <a16:creationId xmlns:a16="http://schemas.microsoft.com/office/drawing/2014/main" id="{D63FEA47-58CA-4EA5-A613-FA39AC9D8AD8}"/>
              </a:ext>
            </a:extLst>
          </p:cNvPr>
          <p:cNvSpPr/>
          <p:nvPr userDrawn="1"/>
        </p:nvSpPr>
        <p:spPr>
          <a:xfrm>
            <a:off x="8083619" y="2099827"/>
            <a:ext cx="3702706" cy="1027267"/>
          </a:xfrm>
          <a:custGeom>
            <a:avLst/>
            <a:gdLst>
              <a:gd name="connsiteX0" fmla="*/ 1 w 3595512"/>
              <a:gd name="connsiteY0" fmla="*/ 0 h 997527"/>
              <a:gd name="connsiteX1" fmla="*/ 3429254 w 3595512"/>
              <a:gd name="connsiteY1" fmla="*/ 0 h 997527"/>
              <a:gd name="connsiteX2" fmla="*/ 3595512 w 3595512"/>
              <a:gd name="connsiteY2" fmla="*/ 166258 h 997527"/>
              <a:gd name="connsiteX3" fmla="*/ 3595512 w 3595512"/>
              <a:gd name="connsiteY3" fmla="*/ 831269 h 997527"/>
              <a:gd name="connsiteX4" fmla="*/ 3429254 w 3595512"/>
              <a:gd name="connsiteY4" fmla="*/ 997527 h 997527"/>
              <a:gd name="connsiteX5" fmla="*/ 0 w 3595512"/>
              <a:gd name="connsiteY5" fmla="*/ 997527 h 997527"/>
              <a:gd name="connsiteX6" fmla="*/ 427512 w 3595512"/>
              <a:gd name="connsiteY6" fmla="*/ 498763 h 997527"/>
              <a:gd name="connsiteX7" fmla="*/ 1 w 3595512"/>
              <a:gd name="connsiteY7" fmla="*/ 0 h 997527"/>
              <a:gd name="connsiteX0" fmla="*/ 1 w 3595512"/>
              <a:gd name="connsiteY0" fmla="*/ 0 h 997527"/>
              <a:gd name="connsiteX1" fmla="*/ 3429254 w 3595512"/>
              <a:gd name="connsiteY1" fmla="*/ 0 h 997527"/>
              <a:gd name="connsiteX2" fmla="*/ 3595512 w 3595512"/>
              <a:gd name="connsiteY2" fmla="*/ 166258 h 997527"/>
              <a:gd name="connsiteX3" fmla="*/ 3595512 w 3595512"/>
              <a:gd name="connsiteY3" fmla="*/ 831269 h 997527"/>
              <a:gd name="connsiteX4" fmla="*/ 3429254 w 3595512"/>
              <a:gd name="connsiteY4" fmla="*/ 997527 h 997527"/>
              <a:gd name="connsiteX5" fmla="*/ 0 w 3595512"/>
              <a:gd name="connsiteY5" fmla="*/ 997527 h 997527"/>
              <a:gd name="connsiteX6" fmla="*/ 427512 w 3595512"/>
              <a:gd name="connsiteY6" fmla="*/ 498763 h 997527"/>
              <a:gd name="connsiteX7" fmla="*/ 1 w 3595512"/>
              <a:gd name="connsiteY7" fmla="*/ 0 h 99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95512" h="997527">
                <a:moveTo>
                  <a:pt x="1" y="0"/>
                </a:moveTo>
                <a:lnTo>
                  <a:pt x="3429254" y="0"/>
                </a:lnTo>
                <a:cubicBezTo>
                  <a:pt x="3521076" y="0"/>
                  <a:pt x="3595512" y="74436"/>
                  <a:pt x="3595512" y="166258"/>
                </a:cubicBezTo>
                <a:lnTo>
                  <a:pt x="3595512" y="831269"/>
                </a:lnTo>
                <a:cubicBezTo>
                  <a:pt x="3595512" y="923091"/>
                  <a:pt x="3521076" y="997527"/>
                  <a:pt x="3429254" y="997527"/>
                </a:cubicBezTo>
                <a:lnTo>
                  <a:pt x="0" y="997527"/>
                </a:lnTo>
                <a:lnTo>
                  <a:pt x="427512" y="498763"/>
                </a:lnTo>
                <a:lnTo>
                  <a:pt x="1" y="0"/>
                </a:lnTo>
                <a:close/>
              </a:path>
            </a:pathLst>
          </a:custGeom>
          <a:solidFill>
            <a:srgbClr val="7478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solidFill>
                <a:schemeClr val="tx1"/>
              </a:solidFill>
            </a:endParaRPr>
          </a:p>
        </p:txBody>
      </p:sp>
      <p:cxnSp>
        <p:nvCxnSpPr>
          <p:cNvPr id="12" name="Straight Connector 11">
            <a:extLst>
              <a:ext uri="{FF2B5EF4-FFF2-40B4-BE49-F238E27FC236}">
                <a16:creationId xmlns:a16="http://schemas.microsoft.com/office/drawing/2014/main" id="{C1D3021E-7C9B-4DF3-BE3D-EF0B415ACF4D}"/>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13" name="Title 1">
            <a:extLst>
              <a:ext uri="{FF2B5EF4-FFF2-40B4-BE49-F238E27FC236}">
                <a16:creationId xmlns:a16="http://schemas.microsoft.com/office/drawing/2014/main" id="{DB1F61BD-C52C-4F50-A6F9-F0970CF211B2}"/>
              </a:ext>
            </a:extLst>
          </p:cNvPr>
          <p:cNvSpPr>
            <a:spLocks noGrp="1"/>
          </p:cNvSpPr>
          <p:nvPr userDrawn="1">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14" name="Subtitle 2">
            <a:extLst>
              <a:ext uri="{FF2B5EF4-FFF2-40B4-BE49-F238E27FC236}">
                <a16:creationId xmlns:a16="http://schemas.microsoft.com/office/drawing/2014/main" id="{6D2CE97D-73C3-44D4-91E5-CF02B6103AC7}"/>
              </a:ext>
            </a:extLst>
          </p:cNvPr>
          <p:cNvSpPr>
            <a:spLocks noGrp="1"/>
          </p:cNvSpPr>
          <p:nvPr userDrawn="1">
            <p:ph type="subTitle" idx="11"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
        <p:nvSpPr>
          <p:cNvPr id="21" name="Text Placeholder 20">
            <a:extLst>
              <a:ext uri="{FF2B5EF4-FFF2-40B4-BE49-F238E27FC236}">
                <a16:creationId xmlns:a16="http://schemas.microsoft.com/office/drawing/2014/main" id="{F3A60C56-A0DF-4010-B245-9A4B4AD261B1}"/>
              </a:ext>
            </a:extLst>
          </p:cNvPr>
          <p:cNvSpPr>
            <a:spLocks noGrp="1"/>
          </p:cNvSpPr>
          <p:nvPr>
            <p:ph type="body" sz="quarter" idx="12" hasCustomPrompt="1"/>
          </p:nvPr>
        </p:nvSpPr>
        <p:spPr>
          <a:xfrm>
            <a:off x="1028700" y="2380099"/>
            <a:ext cx="2819400" cy="466725"/>
          </a:xfrm>
        </p:spPr>
        <p:txBody>
          <a:bodyPr anchor="ctr">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Stage 1</a:t>
            </a:r>
          </a:p>
        </p:txBody>
      </p:sp>
      <p:sp>
        <p:nvSpPr>
          <p:cNvPr id="22" name="Text Placeholder 20">
            <a:extLst>
              <a:ext uri="{FF2B5EF4-FFF2-40B4-BE49-F238E27FC236}">
                <a16:creationId xmlns:a16="http://schemas.microsoft.com/office/drawing/2014/main" id="{98147716-B155-44CF-885A-8F8FAC6462A1}"/>
              </a:ext>
            </a:extLst>
          </p:cNvPr>
          <p:cNvSpPr>
            <a:spLocks noGrp="1"/>
          </p:cNvSpPr>
          <p:nvPr>
            <p:ph type="body" sz="quarter" idx="13" hasCustomPrompt="1"/>
          </p:nvPr>
        </p:nvSpPr>
        <p:spPr>
          <a:xfrm>
            <a:off x="4843122" y="2380101"/>
            <a:ext cx="2819400" cy="466725"/>
          </a:xfrm>
        </p:spPr>
        <p:txBody>
          <a:bodyPr anchor="ctr">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Stage 2</a:t>
            </a:r>
          </a:p>
        </p:txBody>
      </p:sp>
      <p:sp>
        <p:nvSpPr>
          <p:cNvPr id="23" name="Text Placeholder 20">
            <a:extLst>
              <a:ext uri="{FF2B5EF4-FFF2-40B4-BE49-F238E27FC236}">
                <a16:creationId xmlns:a16="http://schemas.microsoft.com/office/drawing/2014/main" id="{3A03DCDE-357E-4001-B144-25A5397A8282}"/>
              </a:ext>
            </a:extLst>
          </p:cNvPr>
          <p:cNvSpPr>
            <a:spLocks noGrp="1"/>
          </p:cNvSpPr>
          <p:nvPr>
            <p:ph type="body" sz="quarter" idx="14" hasCustomPrompt="1"/>
          </p:nvPr>
        </p:nvSpPr>
        <p:spPr>
          <a:xfrm>
            <a:off x="8582360" y="2380101"/>
            <a:ext cx="2819400" cy="466725"/>
          </a:xfrm>
        </p:spPr>
        <p:txBody>
          <a:bodyPr anchor="ctr">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Stage 3</a:t>
            </a:r>
          </a:p>
        </p:txBody>
      </p:sp>
      <p:sp>
        <p:nvSpPr>
          <p:cNvPr id="25" name="Text Placeholder 24">
            <a:extLst>
              <a:ext uri="{FF2B5EF4-FFF2-40B4-BE49-F238E27FC236}">
                <a16:creationId xmlns:a16="http://schemas.microsoft.com/office/drawing/2014/main" id="{C5D438C4-8D3A-4986-836B-1C48C86C4626}"/>
              </a:ext>
            </a:extLst>
          </p:cNvPr>
          <p:cNvSpPr>
            <a:spLocks noGrp="1"/>
          </p:cNvSpPr>
          <p:nvPr>
            <p:ph type="body" sz="quarter" idx="15"/>
          </p:nvPr>
        </p:nvSpPr>
        <p:spPr>
          <a:xfrm>
            <a:off x="667266" y="3438524"/>
            <a:ext cx="3514725" cy="26669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1" name="Text Placeholder 24">
            <a:extLst>
              <a:ext uri="{FF2B5EF4-FFF2-40B4-BE49-F238E27FC236}">
                <a16:creationId xmlns:a16="http://schemas.microsoft.com/office/drawing/2014/main" id="{E2777A43-294F-443F-B96D-4DA88EE4BF97}"/>
              </a:ext>
            </a:extLst>
          </p:cNvPr>
          <p:cNvSpPr>
            <a:spLocks noGrp="1"/>
          </p:cNvSpPr>
          <p:nvPr>
            <p:ph type="body" sz="quarter" idx="16"/>
          </p:nvPr>
        </p:nvSpPr>
        <p:spPr>
          <a:xfrm>
            <a:off x="8271600" y="3438524"/>
            <a:ext cx="3514725" cy="26669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2" name="Text Placeholder 24">
            <a:extLst>
              <a:ext uri="{FF2B5EF4-FFF2-40B4-BE49-F238E27FC236}">
                <a16:creationId xmlns:a16="http://schemas.microsoft.com/office/drawing/2014/main" id="{9BB85AFA-B231-49A6-A191-5D3D7B787E21}"/>
              </a:ext>
            </a:extLst>
          </p:cNvPr>
          <p:cNvSpPr>
            <a:spLocks noGrp="1"/>
          </p:cNvSpPr>
          <p:nvPr>
            <p:ph type="body" sz="quarter" idx="17"/>
          </p:nvPr>
        </p:nvSpPr>
        <p:spPr>
          <a:xfrm>
            <a:off x="4472580" y="3438524"/>
            <a:ext cx="3514725" cy="26669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4" name="Text Placeholder 33">
            <a:extLst>
              <a:ext uri="{FF2B5EF4-FFF2-40B4-BE49-F238E27FC236}">
                <a16:creationId xmlns:a16="http://schemas.microsoft.com/office/drawing/2014/main" id="{6A6A61CF-B116-4428-9A1F-631B02C5D71F}"/>
              </a:ext>
            </a:extLst>
          </p:cNvPr>
          <p:cNvSpPr>
            <a:spLocks noGrp="1"/>
          </p:cNvSpPr>
          <p:nvPr>
            <p:ph type="body" sz="quarter" idx="18" hasCustomPrompt="1"/>
          </p:nvPr>
        </p:nvSpPr>
        <p:spPr>
          <a:xfrm>
            <a:off x="667266" y="1473157"/>
            <a:ext cx="5429250" cy="298207"/>
          </a:xfrm>
        </p:spPr>
        <p:txBody>
          <a:bodyPr/>
          <a:lstStyle>
            <a:lvl1pPr marL="0" indent="0">
              <a:buNone/>
              <a:defRPr b="1">
                <a:solidFill>
                  <a:srgbClr val="334EA2"/>
                </a:solidFill>
              </a:defRPr>
            </a:lvl1pPr>
          </a:lstStyle>
          <a:p>
            <a:pPr lvl="0"/>
            <a:r>
              <a:rPr lang="en-US"/>
              <a:t>Process Flow / Timeline stages</a:t>
            </a:r>
            <a:endParaRPr lang="en-GB"/>
          </a:p>
        </p:txBody>
      </p:sp>
    </p:spTree>
    <p:extLst>
      <p:ext uri="{BB962C8B-B14F-4D97-AF65-F5344CB8AC3E}">
        <p14:creationId xmlns:p14="http://schemas.microsoft.com/office/powerpoint/2010/main" val="396607226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rocess Flow B">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349761C-2C0C-4AEA-94EE-37E00DCAD1BC}"/>
              </a:ext>
            </a:extLst>
          </p:cNvPr>
          <p:cNvSpPr>
            <a:spLocks noGrp="1"/>
          </p:cNvSpPr>
          <p:nvPr>
            <p:ph type="sldNum" sz="quarter" idx="10"/>
          </p:nvPr>
        </p:nvSpPr>
        <p:spPr/>
        <p:txBody>
          <a:bodyPr/>
          <a:lstStyle/>
          <a:p>
            <a:fld id="{F9C72FE7-3E28-4995-B4B7-F4CABFB817F3}" type="slidenum">
              <a:rPr lang="en-GB" smtClean="0"/>
              <a:pPr/>
              <a:t>‹#›</a:t>
            </a:fld>
            <a:endParaRPr lang="en-GB"/>
          </a:p>
        </p:txBody>
      </p:sp>
      <p:cxnSp>
        <p:nvCxnSpPr>
          <p:cNvPr id="12" name="Straight Connector 11">
            <a:extLst>
              <a:ext uri="{FF2B5EF4-FFF2-40B4-BE49-F238E27FC236}">
                <a16:creationId xmlns:a16="http://schemas.microsoft.com/office/drawing/2014/main" id="{C1D3021E-7C9B-4DF3-BE3D-EF0B415ACF4D}"/>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13" name="Title 1">
            <a:extLst>
              <a:ext uri="{FF2B5EF4-FFF2-40B4-BE49-F238E27FC236}">
                <a16:creationId xmlns:a16="http://schemas.microsoft.com/office/drawing/2014/main" id="{DB1F61BD-C52C-4F50-A6F9-F0970CF211B2}"/>
              </a:ext>
            </a:extLst>
          </p:cNvPr>
          <p:cNvSpPr>
            <a:spLocks noGrp="1"/>
          </p:cNvSpPr>
          <p:nvPr userDrawn="1">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14" name="Subtitle 2">
            <a:extLst>
              <a:ext uri="{FF2B5EF4-FFF2-40B4-BE49-F238E27FC236}">
                <a16:creationId xmlns:a16="http://schemas.microsoft.com/office/drawing/2014/main" id="{6D2CE97D-73C3-44D4-91E5-CF02B6103AC7}"/>
              </a:ext>
            </a:extLst>
          </p:cNvPr>
          <p:cNvSpPr>
            <a:spLocks noGrp="1"/>
          </p:cNvSpPr>
          <p:nvPr userDrawn="1">
            <p:ph type="subTitle" idx="11"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
        <p:nvSpPr>
          <p:cNvPr id="19" name="Freeform: Shape 18">
            <a:extLst>
              <a:ext uri="{FF2B5EF4-FFF2-40B4-BE49-F238E27FC236}">
                <a16:creationId xmlns:a16="http://schemas.microsoft.com/office/drawing/2014/main" id="{E452952C-96A0-4404-A5AD-165C2339097D}"/>
              </a:ext>
            </a:extLst>
          </p:cNvPr>
          <p:cNvSpPr/>
          <p:nvPr/>
        </p:nvSpPr>
        <p:spPr>
          <a:xfrm>
            <a:off x="719603" y="2146597"/>
            <a:ext cx="2745739" cy="761425"/>
          </a:xfrm>
          <a:custGeom>
            <a:avLst/>
            <a:gdLst>
              <a:gd name="connsiteX0" fmla="*/ 166258 w 3597137"/>
              <a:gd name="connsiteY0" fmla="*/ 0 h 997527"/>
              <a:gd name="connsiteX1" fmla="*/ 3169626 w 3597137"/>
              <a:gd name="connsiteY1" fmla="*/ 0 h 997527"/>
              <a:gd name="connsiteX2" fmla="*/ 3597137 w 3597137"/>
              <a:gd name="connsiteY2" fmla="*/ 498763 h 997527"/>
              <a:gd name="connsiteX3" fmla="*/ 3169625 w 3597137"/>
              <a:gd name="connsiteY3" fmla="*/ 997527 h 997527"/>
              <a:gd name="connsiteX4" fmla="*/ 166258 w 3597137"/>
              <a:gd name="connsiteY4" fmla="*/ 997527 h 997527"/>
              <a:gd name="connsiteX5" fmla="*/ 0 w 3597137"/>
              <a:gd name="connsiteY5" fmla="*/ 831269 h 997527"/>
              <a:gd name="connsiteX6" fmla="*/ 0 w 3597137"/>
              <a:gd name="connsiteY6" fmla="*/ 166258 h 997527"/>
              <a:gd name="connsiteX7" fmla="*/ 166258 w 3597137"/>
              <a:gd name="connsiteY7" fmla="*/ 0 h 99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97137" h="997527">
                <a:moveTo>
                  <a:pt x="166258" y="0"/>
                </a:moveTo>
                <a:lnTo>
                  <a:pt x="3169626" y="0"/>
                </a:lnTo>
                <a:lnTo>
                  <a:pt x="3597137" y="498763"/>
                </a:lnTo>
                <a:lnTo>
                  <a:pt x="3169625" y="997527"/>
                </a:lnTo>
                <a:lnTo>
                  <a:pt x="166258" y="997527"/>
                </a:lnTo>
                <a:cubicBezTo>
                  <a:pt x="74436" y="997527"/>
                  <a:pt x="0" y="923091"/>
                  <a:pt x="0" y="831269"/>
                </a:cubicBezTo>
                <a:lnTo>
                  <a:pt x="0" y="166258"/>
                </a:lnTo>
                <a:cubicBezTo>
                  <a:pt x="0" y="74436"/>
                  <a:pt x="74436" y="0"/>
                  <a:pt x="166258" y="0"/>
                </a:cubicBezTo>
                <a:close/>
              </a:path>
            </a:pathLst>
          </a:custGeom>
          <a:solidFill>
            <a:srgbClr val="CB333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solidFill>
                <a:schemeClr val="tx1"/>
              </a:solidFill>
            </a:endParaRPr>
          </a:p>
        </p:txBody>
      </p:sp>
      <p:sp>
        <p:nvSpPr>
          <p:cNvPr id="20" name="Freeform: Shape 19">
            <a:extLst>
              <a:ext uri="{FF2B5EF4-FFF2-40B4-BE49-F238E27FC236}">
                <a16:creationId xmlns:a16="http://schemas.microsoft.com/office/drawing/2014/main" id="{8A0DC33C-1444-4FFC-B988-0BCB27B644A4}"/>
              </a:ext>
            </a:extLst>
          </p:cNvPr>
          <p:cNvSpPr/>
          <p:nvPr/>
        </p:nvSpPr>
        <p:spPr>
          <a:xfrm>
            <a:off x="3468768" y="2146597"/>
            <a:ext cx="2747942" cy="761425"/>
          </a:xfrm>
          <a:custGeom>
            <a:avLst/>
            <a:gdLst>
              <a:gd name="connsiteX0" fmla="*/ 1 w 3600022"/>
              <a:gd name="connsiteY0" fmla="*/ 0 h 997527"/>
              <a:gd name="connsiteX1" fmla="*/ 3172511 w 3600022"/>
              <a:gd name="connsiteY1" fmla="*/ 0 h 997527"/>
              <a:gd name="connsiteX2" fmla="*/ 3600022 w 3600022"/>
              <a:gd name="connsiteY2" fmla="*/ 498763 h 997527"/>
              <a:gd name="connsiteX3" fmla="*/ 3172510 w 3600022"/>
              <a:gd name="connsiteY3" fmla="*/ 997527 h 997527"/>
              <a:gd name="connsiteX4" fmla="*/ 0 w 3600022"/>
              <a:gd name="connsiteY4" fmla="*/ 997527 h 997527"/>
              <a:gd name="connsiteX5" fmla="*/ 427512 w 3600022"/>
              <a:gd name="connsiteY5" fmla="*/ 498763 h 997527"/>
              <a:gd name="connsiteX6" fmla="*/ 1 w 3600022"/>
              <a:gd name="connsiteY6" fmla="*/ 0 h 99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0022" h="997527">
                <a:moveTo>
                  <a:pt x="1" y="0"/>
                </a:moveTo>
                <a:lnTo>
                  <a:pt x="3172511" y="0"/>
                </a:lnTo>
                <a:lnTo>
                  <a:pt x="3600022" y="498763"/>
                </a:lnTo>
                <a:lnTo>
                  <a:pt x="3172510" y="997527"/>
                </a:lnTo>
                <a:lnTo>
                  <a:pt x="0" y="997527"/>
                </a:lnTo>
                <a:lnTo>
                  <a:pt x="427512" y="498763"/>
                </a:lnTo>
                <a:lnTo>
                  <a:pt x="1" y="0"/>
                </a:lnTo>
                <a:close/>
              </a:path>
            </a:pathLst>
          </a:custGeom>
          <a:solidFill>
            <a:srgbClr val="334EA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solidFill>
                <a:schemeClr val="tx1"/>
              </a:solidFill>
            </a:endParaRPr>
          </a:p>
        </p:txBody>
      </p:sp>
      <p:sp>
        <p:nvSpPr>
          <p:cNvPr id="21" name="Freeform: Shape 20">
            <a:extLst>
              <a:ext uri="{FF2B5EF4-FFF2-40B4-BE49-F238E27FC236}">
                <a16:creationId xmlns:a16="http://schemas.microsoft.com/office/drawing/2014/main" id="{4871856A-4299-408F-B73F-39EB8579A945}"/>
              </a:ext>
            </a:extLst>
          </p:cNvPr>
          <p:cNvSpPr/>
          <p:nvPr/>
        </p:nvSpPr>
        <p:spPr>
          <a:xfrm>
            <a:off x="6216710" y="2146565"/>
            <a:ext cx="2747942" cy="761425"/>
          </a:xfrm>
          <a:custGeom>
            <a:avLst/>
            <a:gdLst>
              <a:gd name="connsiteX0" fmla="*/ 1 w 3600022"/>
              <a:gd name="connsiteY0" fmla="*/ 0 h 997527"/>
              <a:gd name="connsiteX1" fmla="*/ 3172511 w 3600022"/>
              <a:gd name="connsiteY1" fmla="*/ 0 h 997527"/>
              <a:gd name="connsiteX2" fmla="*/ 3600022 w 3600022"/>
              <a:gd name="connsiteY2" fmla="*/ 498763 h 997527"/>
              <a:gd name="connsiteX3" fmla="*/ 3172510 w 3600022"/>
              <a:gd name="connsiteY3" fmla="*/ 997527 h 997527"/>
              <a:gd name="connsiteX4" fmla="*/ 0 w 3600022"/>
              <a:gd name="connsiteY4" fmla="*/ 997527 h 997527"/>
              <a:gd name="connsiteX5" fmla="*/ 427512 w 3600022"/>
              <a:gd name="connsiteY5" fmla="*/ 498763 h 997527"/>
              <a:gd name="connsiteX6" fmla="*/ 1 w 3600022"/>
              <a:gd name="connsiteY6" fmla="*/ 0 h 99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0022" h="997527">
                <a:moveTo>
                  <a:pt x="1" y="0"/>
                </a:moveTo>
                <a:lnTo>
                  <a:pt x="3172511" y="0"/>
                </a:lnTo>
                <a:lnTo>
                  <a:pt x="3600022" y="498763"/>
                </a:lnTo>
                <a:lnTo>
                  <a:pt x="3172510" y="997527"/>
                </a:lnTo>
                <a:lnTo>
                  <a:pt x="0" y="997527"/>
                </a:lnTo>
                <a:lnTo>
                  <a:pt x="427512" y="498763"/>
                </a:lnTo>
                <a:lnTo>
                  <a:pt x="1" y="0"/>
                </a:lnTo>
                <a:close/>
              </a:path>
            </a:pathLst>
          </a:custGeom>
          <a:solidFill>
            <a:srgbClr val="7478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baseline="0">
              <a:solidFill>
                <a:schemeClr val="tx1"/>
              </a:solidFill>
            </a:endParaRPr>
          </a:p>
        </p:txBody>
      </p:sp>
      <p:sp>
        <p:nvSpPr>
          <p:cNvPr id="22" name="Freeform: Shape 21">
            <a:extLst>
              <a:ext uri="{FF2B5EF4-FFF2-40B4-BE49-F238E27FC236}">
                <a16:creationId xmlns:a16="http://schemas.microsoft.com/office/drawing/2014/main" id="{416CA1C6-C843-4E21-A71D-0B39FC7AAF4F}"/>
              </a:ext>
            </a:extLst>
          </p:cNvPr>
          <p:cNvSpPr/>
          <p:nvPr/>
        </p:nvSpPr>
        <p:spPr>
          <a:xfrm>
            <a:off x="8968077" y="2146565"/>
            <a:ext cx="2744499" cy="761425"/>
          </a:xfrm>
          <a:custGeom>
            <a:avLst/>
            <a:gdLst>
              <a:gd name="connsiteX0" fmla="*/ 1 w 3595512"/>
              <a:gd name="connsiteY0" fmla="*/ 0 h 997527"/>
              <a:gd name="connsiteX1" fmla="*/ 3429254 w 3595512"/>
              <a:gd name="connsiteY1" fmla="*/ 0 h 997527"/>
              <a:gd name="connsiteX2" fmla="*/ 3595512 w 3595512"/>
              <a:gd name="connsiteY2" fmla="*/ 166258 h 997527"/>
              <a:gd name="connsiteX3" fmla="*/ 3595512 w 3595512"/>
              <a:gd name="connsiteY3" fmla="*/ 831269 h 997527"/>
              <a:gd name="connsiteX4" fmla="*/ 3429254 w 3595512"/>
              <a:gd name="connsiteY4" fmla="*/ 997527 h 997527"/>
              <a:gd name="connsiteX5" fmla="*/ 0 w 3595512"/>
              <a:gd name="connsiteY5" fmla="*/ 997527 h 997527"/>
              <a:gd name="connsiteX6" fmla="*/ 427512 w 3595512"/>
              <a:gd name="connsiteY6" fmla="*/ 498763 h 997527"/>
              <a:gd name="connsiteX7" fmla="*/ 1 w 3595512"/>
              <a:gd name="connsiteY7" fmla="*/ 0 h 99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95512" h="997527">
                <a:moveTo>
                  <a:pt x="1" y="0"/>
                </a:moveTo>
                <a:lnTo>
                  <a:pt x="3429254" y="0"/>
                </a:lnTo>
                <a:cubicBezTo>
                  <a:pt x="3521076" y="0"/>
                  <a:pt x="3595512" y="74436"/>
                  <a:pt x="3595512" y="166258"/>
                </a:cubicBezTo>
                <a:lnTo>
                  <a:pt x="3595512" y="831269"/>
                </a:lnTo>
                <a:cubicBezTo>
                  <a:pt x="3595512" y="923091"/>
                  <a:pt x="3521076" y="997527"/>
                  <a:pt x="3429254" y="997527"/>
                </a:cubicBezTo>
                <a:lnTo>
                  <a:pt x="0" y="997527"/>
                </a:lnTo>
                <a:lnTo>
                  <a:pt x="427512" y="498763"/>
                </a:lnTo>
                <a:lnTo>
                  <a:pt x="1" y="0"/>
                </a:lnTo>
                <a:close/>
              </a:path>
            </a:pathLst>
          </a:custGeom>
          <a:solidFill>
            <a:srgbClr val="74787B">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baseline="0">
              <a:solidFill>
                <a:schemeClr val="tx1"/>
              </a:solidFill>
            </a:endParaRPr>
          </a:p>
        </p:txBody>
      </p:sp>
      <p:sp>
        <p:nvSpPr>
          <p:cNvPr id="23" name="Text Placeholder 24">
            <a:extLst>
              <a:ext uri="{FF2B5EF4-FFF2-40B4-BE49-F238E27FC236}">
                <a16:creationId xmlns:a16="http://schemas.microsoft.com/office/drawing/2014/main" id="{3A6354F7-380F-44D5-A7C4-3FD01727FAC9}"/>
              </a:ext>
            </a:extLst>
          </p:cNvPr>
          <p:cNvSpPr>
            <a:spLocks noGrp="1"/>
          </p:cNvSpPr>
          <p:nvPr>
            <p:ph type="body" sz="quarter" idx="15"/>
          </p:nvPr>
        </p:nvSpPr>
        <p:spPr>
          <a:xfrm>
            <a:off x="719603" y="3433762"/>
            <a:ext cx="2666483" cy="2838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6" name="Text Placeholder 24">
            <a:extLst>
              <a:ext uri="{FF2B5EF4-FFF2-40B4-BE49-F238E27FC236}">
                <a16:creationId xmlns:a16="http://schemas.microsoft.com/office/drawing/2014/main" id="{4A62C3F4-2974-429B-9BF3-C57A944A274F}"/>
              </a:ext>
            </a:extLst>
          </p:cNvPr>
          <p:cNvSpPr>
            <a:spLocks noGrp="1"/>
          </p:cNvSpPr>
          <p:nvPr>
            <p:ph type="body" sz="quarter" idx="16"/>
          </p:nvPr>
        </p:nvSpPr>
        <p:spPr>
          <a:xfrm>
            <a:off x="9046093" y="3433762"/>
            <a:ext cx="2666483" cy="2838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7" name="Text Placeholder 24">
            <a:extLst>
              <a:ext uri="{FF2B5EF4-FFF2-40B4-BE49-F238E27FC236}">
                <a16:creationId xmlns:a16="http://schemas.microsoft.com/office/drawing/2014/main" id="{E816FB1C-57CB-43CB-8220-3EB05215AC8A}"/>
              </a:ext>
            </a:extLst>
          </p:cNvPr>
          <p:cNvSpPr>
            <a:spLocks noGrp="1"/>
          </p:cNvSpPr>
          <p:nvPr>
            <p:ph type="body" sz="quarter" idx="17"/>
          </p:nvPr>
        </p:nvSpPr>
        <p:spPr>
          <a:xfrm>
            <a:off x="3495100" y="3433762"/>
            <a:ext cx="2666483" cy="2838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8" name="Text Placeholder 24">
            <a:extLst>
              <a:ext uri="{FF2B5EF4-FFF2-40B4-BE49-F238E27FC236}">
                <a16:creationId xmlns:a16="http://schemas.microsoft.com/office/drawing/2014/main" id="{FA94A680-88B7-4626-91F5-157C7207414D}"/>
              </a:ext>
            </a:extLst>
          </p:cNvPr>
          <p:cNvSpPr>
            <a:spLocks noGrp="1"/>
          </p:cNvSpPr>
          <p:nvPr>
            <p:ph type="body" sz="quarter" idx="18"/>
          </p:nvPr>
        </p:nvSpPr>
        <p:spPr>
          <a:xfrm>
            <a:off x="6270597" y="3433762"/>
            <a:ext cx="2666483" cy="2838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9" name="Text Placeholder 33">
            <a:extLst>
              <a:ext uri="{FF2B5EF4-FFF2-40B4-BE49-F238E27FC236}">
                <a16:creationId xmlns:a16="http://schemas.microsoft.com/office/drawing/2014/main" id="{0FB407E0-F616-45FD-8CED-DB153B1A590A}"/>
              </a:ext>
            </a:extLst>
          </p:cNvPr>
          <p:cNvSpPr>
            <a:spLocks noGrp="1"/>
          </p:cNvSpPr>
          <p:nvPr>
            <p:ph type="body" sz="quarter" idx="19" hasCustomPrompt="1"/>
          </p:nvPr>
        </p:nvSpPr>
        <p:spPr>
          <a:xfrm>
            <a:off x="667266" y="1473157"/>
            <a:ext cx="5429250" cy="298207"/>
          </a:xfrm>
        </p:spPr>
        <p:txBody>
          <a:bodyPr/>
          <a:lstStyle>
            <a:lvl1pPr marL="0" indent="0">
              <a:buNone/>
              <a:defRPr b="1">
                <a:solidFill>
                  <a:srgbClr val="334EA2"/>
                </a:solidFill>
              </a:defRPr>
            </a:lvl1pPr>
          </a:lstStyle>
          <a:p>
            <a:pPr lvl="0"/>
            <a:r>
              <a:rPr lang="en-US"/>
              <a:t>Process Flow / Timeline stages</a:t>
            </a:r>
            <a:endParaRPr lang="en-GB"/>
          </a:p>
        </p:txBody>
      </p:sp>
    </p:spTree>
    <p:extLst>
      <p:ext uri="{BB962C8B-B14F-4D97-AF65-F5344CB8AC3E}">
        <p14:creationId xmlns:p14="http://schemas.microsoft.com/office/powerpoint/2010/main" val="179602301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rocess Flow-Customer">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349761C-2C0C-4AEA-94EE-37E00DCAD1BC}"/>
              </a:ext>
            </a:extLst>
          </p:cNvPr>
          <p:cNvSpPr>
            <a:spLocks noGrp="1"/>
          </p:cNvSpPr>
          <p:nvPr>
            <p:ph type="sldNum" sz="quarter" idx="10"/>
          </p:nvPr>
        </p:nvSpPr>
        <p:spPr/>
        <p:txBody>
          <a:bodyPr/>
          <a:lstStyle/>
          <a:p>
            <a:fld id="{F9C72FE7-3E28-4995-B4B7-F4CABFB817F3}" type="slidenum">
              <a:rPr lang="en-GB" smtClean="0"/>
              <a:pPr/>
              <a:t>‹#›</a:t>
            </a:fld>
            <a:endParaRPr lang="en-GB"/>
          </a:p>
        </p:txBody>
      </p:sp>
      <p:cxnSp>
        <p:nvCxnSpPr>
          <p:cNvPr id="12" name="Straight Connector 11">
            <a:extLst>
              <a:ext uri="{FF2B5EF4-FFF2-40B4-BE49-F238E27FC236}">
                <a16:creationId xmlns:a16="http://schemas.microsoft.com/office/drawing/2014/main" id="{C1D3021E-7C9B-4DF3-BE3D-EF0B415ACF4D}"/>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13" name="Title 1">
            <a:extLst>
              <a:ext uri="{FF2B5EF4-FFF2-40B4-BE49-F238E27FC236}">
                <a16:creationId xmlns:a16="http://schemas.microsoft.com/office/drawing/2014/main" id="{DB1F61BD-C52C-4F50-A6F9-F0970CF211B2}"/>
              </a:ext>
            </a:extLst>
          </p:cNvPr>
          <p:cNvSpPr>
            <a:spLocks noGrp="1"/>
          </p:cNvSpPr>
          <p:nvPr userDrawn="1">
            <p:ph type="title" hasCustomPrompt="1"/>
          </p:nvPr>
        </p:nvSpPr>
        <p:spPr>
          <a:xfrm>
            <a:off x="667266" y="271131"/>
            <a:ext cx="5857359" cy="539009"/>
          </a:xfrm>
          <a:prstGeom prst="rect">
            <a:avLst/>
          </a:prstGeom>
        </p:spPr>
        <p:txBody>
          <a:bodyPr anchor="ctr">
            <a:noAutofit/>
          </a:bodyPr>
          <a:lstStyle>
            <a:lvl1pPr>
              <a:defRPr sz="2800"/>
            </a:lvl1pPr>
          </a:lstStyle>
          <a:p>
            <a:r>
              <a:rPr lang="en-US"/>
              <a:t>Click to edit Heading</a:t>
            </a:r>
            <a:endParaRPr lang="en-GB"/>
          </a:p>
        </p:txBody>
      </p:sp>
      <p:sp>
        <p:nvSpPr>
          <p:cNvPr id="14" name="Subtitle 2">
            <a:extLst>
              <a:ext uri="{FF2B5EF4-FFF2-40B4-BE49-F238E27FC236}">
                <a16:creationId xmlns:a16="http://schemas.microsoft.com/office/drawing/2014/main" id="{6D2CE97D-73C3-44D4-91E5-CF02B6103AC7}"/>
              </a:ext>
            </a:extLst>
          </p:cNvPr>
          <p:cNvSpPr>
            <a:spLocks noGrp="1"/>
          </p:cNvSpPr>
          <p:nvPr userDrawn="1">
            <p:ph type="subTitle" idx="11" hasCustomPrompt="1"/>
          </p:nvPr>
        </p:nvSpPr>
        <p:spPr>
          <a:xfrm>
            <a:off x="667266" y="832308"/>
            <a:ext cx="5857359"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
        <p:nvSpPr>
          <p:cNvPr id="19" name="Freeform: Shape 18">
            <a:extLst>
              <a:ext uri="{FF2B5EF4-FFF2-40B4-BE49-F238E27FC236}">
                <a16:creationId xmlns:a16="http://schemas.microsoft.com/office/drawing/2014/main" id="{E452952C-96A0-4404-A5AD-165C2339097D}"/>
              </a:ext>
            </a:extLst>
          </p:cNvPr>
          <p:cNvSpPr/>
          <p:nvPr/>
        </p:nvSpPr>
        <p:spPr>
          <a:xfrm>
            <a:off x="719603" y="2146597"/>
            <a:ext cx="2745739" cy="761425"/>
          </a:xfrm>
          <a:custGeom>
            <a:avLst/>
            <a:gdLst>
              <a:gd name="connsiteX0" fmla="*/ 166258 w 3597137"/>
              <a:gd name="connsiteY0" fmla="*/ 0 h 997527"/>
              <a:gd name="connsiteX1" fmla="*/ 3169626 w 3597137"/>
              <a:gd name="connsiteY1" fmla="*/ 0 h 997527"/>
              <a:gd name="connsiteX2" fmla="*/ 3597137 w 3597137"/>
              <a:gd name="connsiteY2" fmla="*/ 498763 h 997527"/>
              <a:gd name="connsiteX3" fmla="*/ 3169625 w 3597137"/>
              <a:gd name="connsiteY3" fmla="*/ 997527 h 997527"/>
              <a:gd name="connsiteX4" fmla="*/ 166258 w 3597137"/>
              <a:gd name="connsiteY4" fmla="*/ 997527 h 997527"/>
              <a:gd name="connsiteX5" fmla="*/ 0 w 3597137"/>
              <a:gd name="connsiteY5" fmla="*/ 831269 h 997527"/>
              <a:gd name="connsiteX6" fmla="*/ 0 w 3597137"/>
              <a:gd name="connsiteY6" fmla="*/ 166258 h 997527"/>
              <a:gd name="connsiteX7" fmla="*/ 166258 w 3597137"/>
              <a:gd name="connsiteY7" fmla="*/ 0 h 99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97137" h="997527">
                <a:moveTo>
                  <a:pt x="166258" y="0"/>
                </a:moveTo>
                <a:lnTo>
                  <a:pt x="3169626" y="0"/>
                </a:lnTo>
                <a:lnTo>
                  <a:pt x="3597137" y="498763"/>
                </a:lnTo>
                <a:lnTo>
                  <a:pt x="3169625" y="997527"/>
                </a:lnTo>
                <a:lnTo>
                  <a:pt x="166258" y="997527"/>
                </a:lnTo>
                <a:cubicBezTo>
                  <a:pt x="74436" y="997527"/>
                  <a:pt x="0" y="923091"/>
                  <a:pt x="0" y="831269"/>
                </a:cubicBezTo>
                <a:lnTo>
                  <a:pt x="0" y="166258"/>
                </a:lnTo>
                <a:cubicBezTo>
                  <a:pt x="0" y="74436"/>
                  <a:pt x="74436" y="0"/>
                  <a:pt x="166258" y="0"/>
                </a:cubicBezTo>
                <a:close/>
              </a:path>
            </a:pathLst>
          </a:custGeom>
          <a:solidFill>
            <a:srgbClr val="CB333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solidFill>
                <a:schemeClr val="tx1"/>
              </a:solidFill>
            </a:endParaRPr>
          </a:p>
        </p:txBody>
      </p:sp>
      <p:sp>
        <p:nvSpPr>
          <p:cNvPr id="20" name="Freeform: Shape 19">
            <a:extLst>
              <a:ext uri="{FF2B5EF4-FFF2-40B4-BE49-F238E27FC236}">
                <a16:creationId xmlns:a16="http://schemas.microsoft.com/office/drawing/2014/main" id="{8A0DC33C-1444-4FFC-B988-0BCB27B644A4}"/>
              </a:ext>
            </a:extLst>
          </p:cNvPr>
          <p:cNvSpPr/>
          <p:nvPr/>
        </p:nvSpPr>
        <p:spPr>
          <a:xfrm>
            <a:off x="3468768" y="2146597"/>
            <a:ext cx="2747942" cy="761425"/>
          </a:xfrm>
          <a:custGeom>
            <a:avLst/>
            <a:gdLst>
              <a:gd name="connsiteX0" fmla="*/ 1 w 3600022"/>
              <a:gd name="connsiteY0" fmla="*/ 0 h 997527"/>
              <a:gd name="connsiteX1" fmla="*/ 3172511 w 3600022"/>
              <a:gd name="connsiteY1" fmla="*/ 0 h 997527"/>
              <a:gd name="connsiteX2" fmla="*/ 3600022 w 3600022"/>
              <a:gd name="connsiteY2" fmla="*/ 498763 h 997527"/>
              <a:gd name="connsiteX3" fmla="*/ 3172510 w 3600022"/>
              <a:gd name="connsiteY3" fmla="*/ 997527 h 997527"/>
              <a:gd name="connsiteX4" fmla="*/ 0 w 3600022"/>
              <a:gd name="connsiteY4" fmla="*/ 997527 h 997527"/>
              <a:gd name="connsiteX5" fmla="*/ 427512 w 3600022"/>
              <a:gd name="connsiteY5" fmla="*/ 498763 h 997527"/>
              <a:gd name="connsiteX6" fmla="*/ 1 w 3600022"/>
              <a:gd name="connsiteY6" fmla="*/ 0 h 99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0022" h="997527">
                <a:moveTo>
                  <a:pt x="1" y="0"/>
                </a:moveTo>
                <a:lnTo>
                  <a:pt x="3172511" y="0"/>
                </a:lnTo>
                <a:lnTo>
                  <a:pt x="3600022" y="498763"/>
                </a:lnTo>
                <a:lnTo>
                  <a:pt x="3172510" y="997527"/>
                </a:lnTo>
                <a:lnTo>
                  <a:pt x="0" y="997527"/>
                </a:lnTo>
                <a:lnTo>
                  <a:pt x="427512" y="498763"/>
                </a:lnTo>
                <a:lnTo>
                  <a:pt x="1" y="0"/>
                </a:lnTo>
                <a:close/>
              </a:path>
            </a:pathLst>
          </a:custGeom>
          <a:solidFill>
            <a:srgbClr val="334EA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solidFill>
                <a:schemeClr val="tx1"/>
              </a:solidFill>
            </a:endParaRPr>
          </a:p>
        </p:txBody>
      </p:sp>
      <p:sp>
        <p:nvSpPr>
          <p:cNvPr id="21" name="Freeform: Shape 20">
            <a:extLst>
              <a:ext uri="{FF2B5EF4-FFF2-40B4-BE49-F238E27FC236}">
                <a16:creationId xmlns:a16="http://schemas.microsoft.com/office/drawing/2014/main" id="{4871856A-4299-408F-B73F-39EB8579A945}"/>
              </a:ext>
            </a:extLst>
          </p:cNvPr>
          <p:cNvSpPr/>
          <p:nvPr/>
        </p:nvSpPr>
        <p:spPr>
          <a:xfrm>
            <a:off x="6216710" y="2146565"/>
            <a:ext cx="2747942" cy="761425"/>
          </a:xfrm>
          <a:custGeom>
            <a:avLst/>
            <a:gdLst>
              <a:gd name="connsiteX0" fmla="*/ 1 w 3600022"/>
              <a:gd name="connsiteY0" fmla="*/ 0 h 997527"/>
              <a:gd name="connsiteX1" fmla="*/ 3172511 w 3600022"/>
              <a:gd name="connsiteY1" fmla="*/ 0 h 997527"/>
              <a:gd name="connsiteX2" fmla="*/ 3600022 w 3600022"/>
              <a:gd name="connsiteY2" fmla="*/ 498763 h 997527"/>
              <a:gd name="connsiteX3" fmla="*/ 3172510 w 3600022"/>
              <a:gd name="connsiteY3" fmla="*/ 997527 h 997527"/>
              <a:gd name="connsiteX4" fmla="*/ 0 w 3600022"/>
              <a:gd name="connsiteY4" fmla="*/ 997527 h 997527"/>
              <a:gd name="connsiteX5" fmla="*/ 427512 w 3600022"/>
              <a:gd name="connsiteY5" fmla="*/ 498763 h 997527"/>
              <a:gd name="connsiteX6" fmla="*/ 1 w 3600022"/>
              <a:gd name="connsiteY6" fmla="*/ 0 h 99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0022" h="997527">
                <a:moveTo>
                  <a:pt x="1" y="0"/>
                </a:moveTo>
                <a:lnTo>
                  <a:pt x="3172511" y="0"/>
                </a:lnTo>
                <a:lnTo>
                  <a:pt x="3600022" y="498763"/>
                </a:lnTo>
                <a:lnTo>
                  <a:pt x="3172510" y="997527"/>
                </a:lnTo>
                <a:lnTo>
                  <a:pt x="0" y="997527"/>
                </a:lnTo>
                <a:lnTo>
                  <a:pt x="427512" y="498763"/>
                </a:lnTo>
                <a:lnTo>
                  <a:pt x="1" y="0"/>
                </a:lnTo>
                <a:close/>
              </a:path>
            </a:pathLst>
          </a:custGeom>
          <a:solidFill>
            <a:srgbClr val="7478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baseline="0">
              <a:solidFill>
                <a:schemeClr val="tx1"/>
              </a:solidFill>
            </a:endParaRPr>
          </a:p>
        </p:txBody>
      </p:sp>
      <p:sp>
        <p:nvSpPr>
          <p:cNvPr id="22" name="Freeform: Shape 21">
            <a:extLst>
              <a:ext uri="{FF2B5EF4-FFF2-40B4-BE49-F238E27FC236}">
                <a16:creationId xmlns:a16="http://schemas.microsoft.com/office/drawing/2014/main" id="{416CA1C6-C843-4E21-A71D-0B39FC7AAF4F}"/>
              </a:ext>
            </a:extLst>
          </p:cNvPr>
          <p:cNvSpPr/>
          <p:nvPr/>
        </p:nvSpPr>
        <p:spPr>
          <a:xfrm>
            <a:off x="8968077" y="2146565"/>
            <a:ext cx="2744499" cy="761425"/>
          </a:xfrm>
          <a:custGeom>
            <a:avLst/>
            <a:gdLst>
              <a:gd name="connsiteX0" fmla="*/ 1 w 3595512"/>
              <a:gd name="connsiteY0" fmla="*/ 0 h 997527"/>
              <a:gd name="connsiteX1" fmla="*/ 3429254 w 3595512"/>
              <a:gd name="connsiteY1" fmla="*/ 0 h 997527"/>
              <a:gd name="connsiteX2" fmla="*/ 3595512 w 3595512"/>
              <a:gd name="connsiteY2" fmla="*/ 166258 h 997527"/>
              <a:gd name="connsiteX3" fmla="*/ 3595512 w 3595512"/>
              <a:gd name="connsiteY3" fmla="*/ 831269 h 997527"/>
              <a:gd name="connsiteX4" fmla="*/ 3429254 w 3595512"/>
              <a:gd name="connsiteY4" fmla="*/ 997527 h 997527"/>
              <a:gd name="connsiteX5" fmla="*/ 0 w 3595512"/>
              <a:gd name="connsiteY5" fmla="*/ 997527 h 997527"/>
              <a:gd name="connsiteX6" fmla="*/ 427512 w 3595512"/>
              <a:gd name="connsiteY6" fmla="*/ 498763 h 997527"/>
              <a:gd name="connsiteX7" fmla="*/ 1 w 3595512"/>
              <a:gd name="connsiteY7" fmla="*/ 0 h 99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95512" h="997527">
                <a:moveTo>
                  <a:pt x="1" y="0"/>
                </a:moveTo>
                <a:lnTo>
                  <a:pt x="3429254" y="0"/>
                </a:lnTo>
                <a:cubicBezTo>
                  <a:pt x="3521076" y="0"/>
                  <a:pt x="3595512" y="74436"/>
                  <a:pt x="3595512" y="166258"/>
                </a:cubicBezTo>
                <a:lnTo>
                  <a:pt x="3595512" y="831269"/>
                </a:lnTo>
                <a:cubicBezTo>
                  <a:pt x="3595512" y="923091"/>
                  <a:pt x="3521076" y="997527"/>
                  <a:pt x="3429254" y="997527"/>
                </a:cubicBezTo>
                <a:lnTo>
                  <a:pt x="0" y="997527"/>
                </a:lnTo>
                <a:lnTo>
                  <a:pt x="427512" y="498763"/>
                </a:lnTo>
                <a:lnTo>
                  <a:pt x="1" y="0"/>
                </a:lnTo>
                <a:close/>
              </a:path>
            </a:pathLst>
          </a:custGeom>
          <a:solidFill>
            <a:srgbClr val="74787B">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baseline="0">
              <a:solidFill>
                <a:schemeClr val="tx1"/>
              </a:solidFill>
            </a:endParaRPr>
          </a:p>
        </p:txBody>
      </p:sp>
      <p:sp>
        <p:nvSpPr>
          <p:cNvPr id="23" name="Text Placeholder 24">
            <a:extLst>
              <a:ext uri="{FF2B5EF4-FFF2-40B4-BE49-F238E27FC236}">
                <a16:creationId xmlns:a16="http://schemas.microsoft.com/office/drawing/2014/main" id="{3A6354F7-380F-44D5-A7C4-3FD01727FAC9}"/>
              </a:ext>
            </a:extLst>
          </p:cNvPr>
          <p:cNvSpPr>
            <a:spLocks noGrp="1"/>
          </p:cNvSpPr>
          <p:nvPr>
            <p:ph type="body" sz="quarter" idx="15" hasCustomPrompt="1"/>
          </p:nvPr>
        </p:nvSpPr>
        <p:spPr>
          <a:xfrm>
            <a:off x="719603" y="3433762"/>
            <a:ext cx="2666483" cy="2838450"/>
          </a:xfrm>
        </p:spPr>
        <p:txBody>
          <a:bodyPr/>
          <a:lstStyle>
            <a:lvl1pPr>
              <a:defRPr/>
            </a:lvl1pPr>
          </a:lstStyle>
          <a:p>
            <a:pPr marL="0" indent="0">
              <a:buNone/>
            </a:pPr>
            <a:r>
              <a:rPr lang="en-GB"/>
              <a:t>Use this section to enter: Previous achievements and projects; Closed opportunities in CRM; Outcomes and solutions</a:t>
            </a:r>
          </a:p>
        </p:txBody>
      </p:sp>
      <p:sp>
        <p:nvSpPr>
          <p:cNvPr id="26" name="Text Placeholder 24">
            <a:extLst>
              <a:ext uri="{FF2B5EF4-FFF2-40B4-BE49-F238E27FC236}">
                <a16:creationId xmlns:a16="http://schemas.microsoft.com/office/drawing/2014/main" id="{4A62C3F4-2974-429B-9BF3-C57A944A274F}"/>
              </a:ext>
            </a:extLst>
          </p:cNvPr>
          <p:cNvSpPr>
            <a:spLocks noGrp="1"/>
          </p:cNvSpPr>
          <p:nvPr>
            <p:ph type="body" sz="quarter" idx="16" hasCustomPrompt="1"/>
          </p:nvPr>
        </p:nvSpPr>
        <p:spPr>
          <a:xfrm>
            <a:off x="9046093" y="3433762"/>
            <a:ext cx="2666483" cy="2838450"/>
          </a:xfrm>
        </p:spPr>
        <p:txBody>
          <a:bodyPr/>
          <a:lstStyle>
            <a:lvl1pPr>
              <a:defRPr/>
            </a:lvl1pPr>
          </a:lstStyle>
          <a:p>
            <a:pPr marL="0" indent="0">
              <a:buNone/>
            </a:pPr>
            <a:r>
              <a:rPr lang="en-GB"/>
              <a:t>Use this section to highlight innovation: Can we work together? (Data collection, blue-sky thinking etc.)</a:t>
            </a:r>
          </a:p>
        </p:txBody>
      </p:sp>
      <p:sp>
        <p:nvSpPr>
          <p:cNvPr id="27" name="Text Placeholder 24">
            <a:extLst>
              <a:ext uri="{FF2B5EF4-FFF2-40B4-BE49-F238E27FC236}">
                <a16:creationId xmlns:a16="http://schemas.microsoft.com/office/drawing/2014/main" id="{E816FB1C-57CB-43CB-8220-3EB05215AC8A}"/>
              </a:ext>
            </a:extLst>
          </p:cNvPr>
          <p:cNvSpPr>
            <a:spLocks noGrp="1"/>
          </p:cNvSpPr>
          <p:nvPr>
            <p:ph type="body" sz="quarter" idx="17" hasCustomPrompt="1"/>
          </p:nvPr>
        </p:nvSpPr>
        <p:spPr>
          <a:xfrm>
            <a:off x="3495100" y="3433762"/>
            <a:ext cx="2666483" cy="2838450"/>
          </a:xfrm>
        </p:spPr>
        <p:txBody>
          <a:bodyPr/>
          <a:lstStyle>
            <a:lvl1pPr>
              <a:defRPr/>
            </a:lvl1pPr>
          </a:lstStyle>
          <a:p>
            <a:pPr marL="0" indent="0">
              <a:buNone/>
            </a:pPr>
            <a:r>
              <a:rPr lang="en-GB"/>
              <a:t>Use this section to enter: Current information; What are we doing now; What are our key successes? ; Compare Nomad to competitors; How many opportunities are in CRM?</a:t>
            </a:r>
          </a:p>
        </p:txBody>
      </p:sp>
      <p:sp>
        <p:nvSpPr>
          <p:cNvPr id="28" name="Text Placeholder 24">
            <a:extLst>
              <a:ext uri="{FF2B5EF4-FFF2-40B4-BE49-F238E27FC236}">
                <a16:creationId xmlns:a16="http://schemas.microsoft.com/office/drawing/2014/main" id="{FA94A680-88B7-4626-91F5-157C7207414D}"/>
              </a:ext>
            </a:extLst>
          </p:cNvPr>
          <p:cNvSpPr>
            <a:spLocks noGrp="1"/>
          </p:cNvSpPr>
          <p:nvPr>
            <p:ph type="body" sz="quarter" idx="18" hasCustomPrompt="1"/>
          </p:nvPr>
        </p:nvSpPr>
        <p:spPr>
          <a:xfrm>
            <a:off x="6270597" y="3433762"/>
            <a:ext cx="2666483" cy="2838450"/>
          </a:xfrm>
        </p:spPr>
        <p:txBody>
          <a:bodyPr/>
          <a:lstStyle>
            <a:lvl1pPr>
              <a:defRPr/>
            </a:lvl1pPr>
          </a:lstStyle>
          <a:p>
            <a:pPr marL="0" indent="0">
              <a:buNone/>
            </a:pPr>
            <a:r>
              <a:rPr lang="en-GB"/>
              <a:t>Use this section to look ahead: What can we offer this customer? ; How can we add value to them?  ; Cover existing products, portal, Nomad Navigator, OBIS, Data Factory etc, etc. </a:t>
            </a:r>
          </a:p>
        </p:txBody>
      </p:sp>
      <p:sp>
        <p:nvSpPr>
          <p:cNvPr id="29" name="Text Placeholder 33">
            <a:extLst>
              <a:ext uri="{FF2B5EF4-FFF2-40B4-BE49-F238E27FC236}">
                <a16:creationId xmlns:a16="http://schemas.microsoft.com/office/drawing/2014/main" id="{0FB407E0-F616-45FD-8CED-DB153B1A590A}"/>
              </a:ext>
            </a:extLst>
          </p:cNvPr>
          <p:cNvSpPr>
            <a:spLocks noGrp="1"/>
          </p:cNvSpPr>
          <p:nvPr>
            <p:ph type="body" sz="quarter" idx="19" hasCustomPrompt="1"/>
          </p:nvPr>
        </p:nvSpPr>
        <p:spPr>
          <a:xfrm>
            <a:off x="667266" y="1473157"/>
            <a:ext cx="5429250" cy="298207"/>
          </a:xfrm>
        </p:spPr>
        <p:txBody>
          <a:bodyPr/>
          <a:lstStyle>
            <a:lvl1pPr marL="0" indent="0">
              <a:buNone/>
              <a:defRPr b="1">
                <a:solidFill>
                  <a:srgbClr val="334EA2"/>
                </a:solidFill>
              </a:defRPr>
            </a:lvl1pPr>
          </a:lstStyle>
          <a:p>
            <a:pPr lvl="0"/>
            <a:r>
              <a:rPr lang="en-US"/>
              <a:t>Process Flow / Timeline stages</a:t>
            </a:r>
            <a:endParaRPr lang="en-GB"/>
          </a:p>
        </p:txBody>
      </p:sp>
      <p:sp>
        <p:nvSpPr>
          <p:cNvPr id="4" name="Picture Placeholder 3">
            <a:extLst>
              <a:ext uri="{FF2B5EF4-FFF2-40B4-BE49-F238E27FC236}">
                <a16:creationId xmlns:a16="http://schemas.microsoft.com/office/drawing/2014/main" id="{F1269816-8FC2-4AC3-BFFF-2B87CFA7FEDD}"/>
              </a:ext>
            </a:extLst>
          </p:cNvPr>
          <p:cNvSpPr>
            <a:spLocks noGrp="1"/>
          </p:cNvSpPr>
          <p:nvPr>
            <p:ph type="pic" sz="quarter" idx="20" hasCustomPrompt="1"/>
          </p:nvPr>
        </p:nvSpPr>
        <p:spPr>
          <a:xfrm>
            <a:off x="8046721" y="300488"/>
            <a:ext cx="2869390" cy="592738"/>
          </a:xfrm>
          <a:noFill/>
        </p:spPr>
        <p:txBody>
          <a:bodyPr anchor="ctr"/>
          <a:lstStyle>
            <a:lvl1pPr marL="0" indent="0" algn="ctr">
              <a:buNone/>
              <a:defRPr b="0"/>
            </a:lvl1pPr>
          </a:lstStyle>
          <a:p>
            <a:r>
              <a:rPr lang="en-GB"/>
              <a:t>Insert Customer Logo</a:t>
            </a:r>
          </a:p>
        </p:txBody>
      </p:sp>
      <p:sp>
        <p:nvSpPr>
          <p:cNvPr id="6" name="Text Placeholder 5">
            <a:extLst>
              <a:ext uri="{FF2B5EF4-FFF2-40B4-BE49-F238E27FC236}">
                <a16:creationId xmlns:a16="http://schemas.microsoft.com/office/drawing/2014/main" id="{945DA355-0681-4A42-BBA3-E19ED6223B46}"/>
              </a:ext>
            </a:extLst>
          </p:cNvPr>
          <p:cNvSpPr>
            <a:spLocks noGrp="1"/>
          </p:cNvSpPr>
          <p:nvPr>
            <p:ph type="body" sz="quarter" idx="21" hasCustomPrompt="1"/>
          </p:nvPr>
        </p:nvSpPr>
        <p:spPr>
          <a:xfrm>
            <a:off x="1040351" y="2332014"/>
            <a:ext cx="1838325" cy="390525"/>
          </a:xfrm>
        </p:spPr>
        <p:txBody>
          <a:bodyPr anchor="ctr"/>
          <a:lstStyle>
            <a:lvl1pPr marL="0" indent="0" algn="ctr">
              <a:buNone/>
              <a:defRPr b="1">
                <a:solidFill>
                  <a:schemeClr val="bg1"/>
                </a:solidFill>
              </a:defRPr>
            </a:lvl1pPr>
            <a:lvl2pPr>
              <a:defRPr b="1">
                <a:solidFill>
                  <a:schemeClr val="bg1"/>
                </a:solidFill>
              </a:defRPr>
            </a:lvl2pPr>
            <a:lvl3pPr>
              <a:defRPr b="1">
                <a:solidFill>
                  <a:schemeClr val="bg1"/>
                </a:solidFill>
              </a:defRPr>
            </a:lvl3pPr>
            <a:lvl4pPr>
              <a:defRPr b="1">
                <a:solidFill>
                  <a:schemeClr val="bg1"/>
                </a:solidFill>
              </a:defRPr>
            </a:lvl4pPr>
            <a:lvl5pPr marL="1828800" indent="0">
              <a:buNone/>
              <a:defRPr b="1">
                <a:solidFill>
                  <a:schemeClr val="bg1"/>
                </a:solidFill>
              </a:defRPr>
            </a:lvl5pPr>
          </a:lstStyle>
          <a:p>
            <a:pPr lvl="0"/>
            <a:r>
              <a:rPr lang="en-GB"/>
              <a:t>Achieved</a:t>
            </a:r>
          </a:p>
        </p:txBody>
      </p:sp>
      <p:sp>
        <p:nvSpPr>
          <p:cNvPr id="24" name="Text Placeholder 5">
            <a:extLst>
              <a:ext uri="{FF2B5EF4-FFF2-40B4-BE49-F238E27FC236}">
                <a16:creationId xmlns:a16="http://schemas.microsoft.com/office/drawing/2014/main" id="{44AACBEC-F62E-46C0-8B08-9CE919B61B25}"/>
              </a:ext>
            </a:extLst>
          </p:cNvPr>
          <p:cNvSpPr>
            <a:spLocks noGrp="1"/>
          </p:cNvSpPr>
          <p:nvPr>
            <p:ph type="body" sz="quarter" idx="22" hasCustomPrompt="1"/>
          </p:nvPr>
        </p:nvSpPr>
        <p:spPr>
          <a:xfrm>
            <a:off x="3920150" y="2332014"/>
            <a:ext cx="1838325" cy="390525"/>
          </a:xfrm>
        </p:spPr>
        <p:txBody>
          <a:bodyPr anchor="ctr"/>
          <a:lstStyle>
            <a:lvl1pPr marL="0" indent="0" algn="ctr">
              <a:buNone/>
              <a:defRPr b="1">
                <a:solidFill>
                  <a:schemeClr val="bg1"/>
                </a:solidFill>
              </a:defRPr>
            </a:lvl1pPr>
            <a:lvl2pPr>
              <a:defRPr b="1">
                <a:solidFill>
                  <a:schemeClr val="bg1"/>
                </a:solidFill>
              </a:defRPr>
            </a:lvl2pPr>
            <a:lvl3pPr>
              <a:defRPr b="1">
                <a:solidFill>
                  <a:schemeClr val="bg1"/>
                </a:solidFill>
              </a:defRPr>
            </a:lvl3pPr>
            <a:lvl4pPr>
              <a:defRPr b="1">
                <a:solidFill>
                  <a:schemeClr val="bg1"/>
                </a:solidFill>
              </a:defRPr>
            </a:lvl4pPr>
            <a:lvl5pPr marL="1828800" indent="0">
              <a:buNone/>
              <a:defRPr b="1">
                <a:solidFill>
                  <a:schemeClr val="bg1"/>
                </a:solidFill>
              </a:defRPr>
            </a:lvl5pPr>
          </a:lstStyle>
          <a:p>
            <a:pPr lvl="0"/>
            <a:r>
              <a:rPr lang="en-GB"/>
              <a:t>Current projects</a:t>
            </a:r>
          </a:p>
        </p:txBody>
      </p:sp>
      <p:sp>
        <p:nvSpPr>
          <p:cNvPr id="25" name="Text Placeholder 5">
            <a:extLst>
              <a:ext uri="{FF2B5EF4-FFF2-40B4-BE49-F238E27FC236}">
                <a16:creationId xmlns:a16="http://schemas.microsoft.com/office/drawing/2014/main" id="{80407CFB-0133-4969-9F60-63FDB000BEE5}"/>
              </a:ext>
            </a:extLst>
          </p:cNvPr>
          <p:cNvSpPr>
            <a:spLocks noGrp="1"/>
          </p:cNvSpPr>
          <p:nvPr>
            <p:ph type="body" sz="quarter" idx="23" hasCustomPrompt="1"/>
          </p:nvPr>
        </p:nvSpPr>
        <p:spPr>
          <a:xfrm>
            <a:off x="6668092" y="2332014"/>
            <a:ext cx="1838325" cy="390525"/>
          </a:xfrm>
        </p:spPr>
        <p:txBody>
          <a:bodyPr anchor="ctr"/>
          <a:lstStyle>
            <a:lvl1pPr marL="0" indent="0" algn="ctr">
              <a:buNone/>
              <a:defRPr b="1">
                <a:solidFill>
                  <a:schemeClr val="bg1"/>
                </a:solidFill>
              </a:defRPr>
            </a:lvl1pPr>
            <a:lvl2pPr>
              <a:defRPr b="1">
                <a:solidFill>
                  <a:schemeClr val="bg1"/>
                </a:solidFill>
              </a:defRPr>
            </a:lvl2pPr>
            <a:lvl3pPr>
              <a:defRPr b="1">
                <a:solidFill>
                  <a:schemeClr val="bg1"/>
                </a:solidFill>
              </a:defRPr>
            </a:lvl3pPr>
            <a:lvl4pPr>
              <a:defRPr b="1">
                <a:solidFill>
                  <a:schemeClr val="bg1"/>
                </a:solidFill>
              </a:defRPr>
            </a:lvl4pPr>
            <a:lvl5pPr marL="1828800" indent="0">
              <a:buNone/>
              <a:defRPr b="1">
                <a:solidFill>
                  <a:schemeClr val="bg1"/>
                </a:solidFill>
              </a:defRPr>
            </a:lvl5pPr>
          </a:lstStyle>
          <a:p>
            <a:pPr lvl="0"/>
            <a:r>
              <a:rPr lang="en-GB"/>
              <a:t>Future projects</a:t>
            </a:r>
          </a:p>
        </p:txBody>
      </p:sp>
      <p:sp>
        <p:nvSpPr>
          <p:cNvPr id="30" name="Text Placeholder 5">
            <a:extLst>
              <a:ext uri="{FF2B5EF4-FFF2-40B4-BE49-F238E27FC236}">
                <a16:creationId xmlns:a16="http://schemas.microsoft.com/office/drawing/2014/main" id="{5AF70C9A-CF79-4D56-A8AE-17FE4090514E}"/>
              </a:ext>
            </a:extLst>
          </p:cNvPr>
          <p:cNvSpPr>
            <a:spLocks noGrp="1"/>
          </p:cNvSpPr>
          <p:nvPr>
            <p:ph type="body" sz="quarter" idx="24" hasCustomPrompt="1"/>
          </p:nvPr>
        </p:nvSpPr>
        <p:spPr>
          <a:xfrm>
            <a:off x="9258300" y="2332013"/>
            <a:ext cx="2438400" cy="390525"/>
          </a:xfrm>
        </p:spPr>
        <p:txBody>
          <a:bodyPr anchor="ctr"/>
          <a:lstStyle>
            <a:lvl1pPr marL="0" indent="0" algn="ctr">
              <a:buNone/>
              <a:defRPr b="1">
                <a:solidFill>
                  <a:srgbClr val="74787B"/>
                </a:solidFill>
              </a:defRPr>
            </a:lvl1pPr>
            <a:lvl2pPr>
              <a:defRPr b="1">
                <a:solidFill>
                  <a:schemeClr val="bg1"/>
                </a:solidFill>
              </a:defRPr>
            </a:lvl2pPr>
            <a:lvl3pPr>
              <a:defRPr b="1">
                <a:solidFill>
                  <a:schemeClr val="bg1"/>
                </a:solidFill>
              </a:defRPr>
            </a:lvl3pPr>
            <a:lvl4pPr>
              <a:defRPr b="1">
                <a:solidFill>
                  <a:schemeClr val="bg1"/>
                </a:solidFill>
              </a:defRPr>
            </a:lvl4pPr>
            <a:lvl5pPr marL="1828800" indent="0">
              <a:buNone/>
              <a:defRPr b="1">
                <a:solidFill>
                  <a:schemeClr val="bg1"/>
                </a:solidFill>
              </a:defRPr>
            </a:lvl5pPr>
          </a:lstStyle>
          <a:p>
            <a:pPr lvl="0"/>
            <a:r>
              <a:rPr lang="en-GB"/>
              <a:t>Collaborative working</a:t>
            </a:r>
          </a:p>
        </p:txBody>
      </p:sp>
    </p:spTree>
    <p:extLst>
      <p:ext uri="{BB962C8B-B14F-4D97-AF65-F5344CB8AC3E}">
        <p14:creationId xmlns:p14="http://schemas.microsoft.com/office/powerpoint/2010/main" val="176921955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icture Layout A1">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3EE9A70-91FA-4DFC-B912-9776A91E85F2}"/>
              </a:ext>
            </a:extLst>
          </p:cNvPr>
          <p:cNvSpPr>
            <a:spLocks noGrp="1"/>
          </p:cNvSpPr>
          <p:nvPr>
            <p:ph type="pic" sz="quarter" idx="11"/>
          </p:nvPr>
        </p:nvSpPr>
        <p:spPr>
          <a:xfrm>
            <a:off x="369525" y="1156112"/>
            <a:ext cx="11832000" cy="5200238"/>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3" name="Slide Number Placeholder 2">
            <a:extLst>
              <a:ext uri="{FF2B5EF4-FFF2-40B4-BE49-F238E27FC236}">
                <a16:creationId xmlns:a16="http://schemas.microsoft.com/office/drawing/2014/main" id="{A7688725-B959-46AC-B974-CA703F3667BF}"/>
              </a:ext>
            </a:extLst>
          </p:cNvPr>
          <p:cNvSpPr>
            <a:spLocks noGrp="1"/>
          </p:cNvSpPr>
          <p:nvPr>
            <p:ph type="sldNum" sz="quarter" idx="10"/>
          </p:nvPr>
        </p:nvSpPr>
        <p:spPr/>
        <p:txBody>
          <a:bodyPr/>
          <a:lstStyle/>
          <a:p>
            <a:fld id="{F9C72FE7-3E28-4995-B4B7-F4CABFB817F3}" type="slidenum">
              <a:rPr lang="en-GB" smtClean="0"/>
              <a:pPr/>
              <a:t>‹#›</a:t>
            </a:fld>
            <a:endParaRPr lang="en-GB"/>
          </a:p>
        </p:txBody>
      </p:sp>
      <p:sp>
        <p:nvSpPr>
          <p:cNvPr id="11" name="Title 1">
            <a:extLst>
              <a:ext uri="{FF2B5EF4-FFF2-40B4-BE49-F238E27FC236}">
                <a16:creationId xmlns:a16="http://schemas.microsoft.com/office/drawing/2014/main" id="{896C2FED-8270-43C8-AB75-D4428B315A8C}"/>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Tree>
    <p:extLst>
      <p:ext uri="{BB962C8B-B14F-4D97-AF65-F5344CB8AC3E}">
        <p14:creationId xmlns:p14="http://schemas.microsoft.com/office/powerpoint/2010/main" val="83033199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icture Layout A2">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3EE9A70-91FA-4DFC-B912-9776A91E85F2}"/>
              </a:ext>
            </a:extLst>
          </p:cNvPr>
          <p:cNvSpPr>
            <a:spLocks noGrp="1"/>
          </p:cNvSpPr>
          <p:nvPr>
            <p:ph type="pic" sz="quarter" idx="11"/>
          </p:nvPr>
        </p:nvSpPr>
        <p:spPr>
          <a:xfrm>
            <a:off x="369525" y="1156112"/>
            <a:ext cx="11832000" cy="5200238"/>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3" name="Slide Number Placeholder 2">
            <a:extLst>
              <a:ext uri="{FF2B5EF4-FFF2-40B4-BE49-F238E27FC236}">
                <a16:creationId xmlns:a16="http://schemas.microsoft.com/office/drawing/2014/main" id="{A7688725-B959-46AC-B974-CA703F3667BF}"/>
              </a:ext>
            </a:extLst>
          </p:cNvPr>
          <p:cNvSpPr>
            <a:spLocks noGrp="1"/>
          </p:cNvSpPr>
          <p:nvPr>
            <p:ph type="sldNum" sz="quarter" idx="10"/>
          </p:nvPr>
        </p:nvSpPr>
        <p:spPr/>
        <p:txBody>
          <a:bodyPr/>
          <a:lstStyle/>
          <a:p>
            <a:fld id="{F9C72FE7-3E28-4995-B4B7-F4CABFB817F3}" type="slidenum">
              <a:rPr lang="en-GB" smtClean="0"/>
              <a:pPr/>
              <a:t>‹#›</a:t>
            </a:fld>
            <a:endParaRPr lang="en-GB"/>
          </a:p>
        </p:txBody>
      </p:sp>
      <p:sp>
        <p:nvSpPr>
          <p:cNvPr id="11" name="Title 1">
            <a:extLst>
              <a:ext uri="{FF2B5EF4-FFF2-40B4-BE49-F238E27FC236}">
                <a16:creationId xmlns:a16="http://schemas.microsoft.com/office/drawing/2014/main" id="{896C2FED-8270-43C8-AB75-D4428B315A8C}"/>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8" name="Subtitle 2">
            <a:extLst>
              <a:ext uri="{FF2B5EF4-FFF2-40B4-BE49-F238E27FC236}">
                <a16:creationId xmlns:a16="http://schemas.microsoft.com/office/drawing/2014/main" id="{C7CBBAD6-B0DA-4A48-95D8-27C96A418A99}"/>
              </a:ext>
            </a:extLst>
          </p:cNvPr>
          <p:cNvSpPr>
            <a:spLocks noGrp="1"/>
          </p:cNvSpPr>
          <p:nvPr>
            <p:ph type="subTitle" idx="13"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Tree>
    <p:extLst>
      <p:ext uri="{BB962C8B-B14F-4D97-AF65-F5344CB8AC3E}">
        <p14:creationId xmlns:p14="http://schemas.microsoft.com/office/powerpoint/2010/main" val="221816767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Picture Layout B1">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3EE9A70-91FA-4DFC-B912-9776A91E85F2}"/>
              </a:ext>
            </a:extLst>
          </p:cNvPr>
          <p:cNvSpPr>
            <a:spLocks noGrp="1"/>
          </p:cNvSpPr>
          <p:nvPr>
            <p:ph type="pic" sz="quarter" idx="11"/>
          </p:nvPr>
        </p:nvSpPr>
        <p:spPr>
          <a:xfrm>
            <a:off x="369525" y="3429000"/>
            <a:ext cx="11832000" cy="292735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3" name="Slide Number Placeholder 2">
            <a:extLst>
              <a:ext uri="{FF2B5EF4-FFF2-40B4-BE49-F238E27FC236}">
                <a16:creationId xmlns:a16="http://schemas.microsoft.com/office/drawing/2014/main" id="{A7688725-B959-46AC-B974-CA703F3667BF}"/>
              </a:ext>
            </a:extLst>
          </p:cNvPr>
          <p:cNvSpPr>
            <a:spLocks noGrp="1"/>
          </p:cNvSpPr>
          <p:nvPr>
            <p:ph type="sldNum" sz="quarter" idx="10"/>
          </p:nvPr>
        </p:nvSpPr>
        <p:spPr/>
        <p:txBody>
          <a:bodyPr/>
          <a:lstStyle/>
          <a:p>
            <a:fld id="{F9C72FE7-3E28-4995-B4B7-F4CABFB817F3}" type="slidenum">
              <a:rPr lang="en-GB" smtClean="0"/>
              <a:pPr/>
              <a:t>‹#›</a:t>
            </a:fld>
            <a:endParaRPr lang="en-GB"/>
          </a:p>
        </p:txBody>
      </p:sp>
      <p:sp>
        <p:nvSpPr>
          <p:cNvPr id="11" name="Title 1">
            <a:extLst>
              <a:ext uri="{FF2B5EF4-FFF2-40B4-BE49-F238E27FC236}">
                <a16:creationId xmlns:a16="http://schemas.microsoft.com/office/drawing/2014/main" id="{896C2FED-8270-43C8-AB75-D4428B315A8C}"/>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12" name="Content Placeholder 2">
            <a:extLst>
              <a:ext uri="{FF2B5EF4-FFF2-40B4-BE49-F238E27FC236}">
                <a16:creationId xmlns:a16="http://schemas.microsoft.com/office/drawing/2014/main" id="{85F8BE55-0278-414E-AE41-9F5C0BE5F0F9}"/>
              </a:ext>
            </a:extLst>
          </p:cNvPr>
          <p:cNvSpPr>
            <a:spLocks noGrp="1"/>
          </p:cNvSpPr>
          <p:nvPr>
            <p:ph idx="1"/>
          </p:nvPr>
        </p:nvSpPr>
        <p:spPr>
          <a:xfrm>
            <a:off x="667266" y="1453418"/>
            <a:ext cx="11153946" cy="1629609"/>
          </a:xfrm>
          <a:prstGeom prst="rect">
            <a:avLst/>
          </a:prstGeom>
        </p:spPr>
        <p:txBody>
          <a:bodyPr/>
          <a:lstStyle>
            <a:lvl1pPr>
              <a:buClr>
                <a:srgbClr val="CB333B"/>
              </a:buClr>
              <a:defRPr/>
            </a:lvl1pPr>
            <a:lvl3pPr>
              <a:buClr>
                <a:srgbClr val="334EA2"/>
              </a:buClr>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13" name="Straight Connector 12">
            <a:extLst>
              <a:ext uri="{FF2B5EF4-FFF2-40B4-BE49-F238E27FC236}">
                <a16:creationId xmlns:a16="http://schemas.microsoft.com/office/drawing/2014/main" id="{F4210285-22FB-460A-BF38-045CDC521E10}"/>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980663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Picture Layout B2">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3EE9A70-91FA-4DFC-B912-9776A91E85F2}"/>
              </a:ext>
            </a:extLst>
          </p:cNvPr>
          <p:cNvSpPr>
            <a:spLocks noGrp="1"/>
          </p:cNvSpPr>
          <p:nvPr>
            <p:ph type="pic" sz="quarter" idx="11"/>
          </p:nvPr>
        </p:nvSpPr>
        <p:spPr>
          <a:xfrm>
            <a:off x="369525" y="3429000"/>
            <a:ext cx="11832000" cy="292735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3" name="Slide Number Placeholder 2">
            <a:extLst>
              <a:ext uri="{FF2B5EF4-FFF2-40B4-BE49-F238E27FC236}">
                <a16:creationId xmlns:a16="http://schemas.microsoft.com/office/drawing/2014/main" id="{A7688725-B959-46AC-B974-CA703F3667BF}"/>
              </a:ext>
            </a:extLst>
          </p:cNvPr>
          <p:cNvSpPr>
            <a:spLocks noGrp="1"/>
          </p:cNvSpPr>
          <p:nvPr>
            <p:ph type="sldNum" sz="quarter" idx="10"/>
          </p:nvPr>
        </p:nvSpPr>
        <p:spPr/>
        <p:txBody>
          <a:bodyPr/>
          <a:lstStyle/>
          <a:p>
            <a:fld id="{F9C72FE7-3E28-4995-B4B7-F4CABFB817F3}" type="slidenum">
              <a:rPr lang="en-GB" smtClean="0"/>
              <a:pPr/>
              <a:t>‹#›</a:t>
            </a:fld>
            <a:endParaRPr lang="en-GB"/>
          </a:p>
        </p:txBody>
      </p:sp>
      <p:sp>
        <p:nvSpPr>
          <p:cNvPr id="11" name="Title 1">
            <a:extLst>
              <a:ext uri="{FF2B5EF4-FFF2-40B4-BE49-F238E27FC236}">
                <a16:creationId xmlns:a16="http://schemas.microsoft.com/office/drawing/2014/main" id="{896C2FED-8270-43C8-AB75-D4428B315A8C}"/>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12" name="Content Placeholder 2">
            <a:extLst>
              <a:ext uri="{FF2B5EF4-FFF2-40B4-BE49-F238E27FC236}">
                <a16:creationId xmlns:a16="http://schemas.microsoft.com/office/drawing/2014/main" id="{85F8BE55-0278-414E-AE41-9F5C0BE5F0F9}"/>
              </a:ext>
            </a:extLst>
          </p:cNvPr>
          <p:cNvSpPr>
            <a:spLocks noGrp="1"/>
          </p:cNvSpPr>
          <p:nvPr>
            <p:ph idx="1"/>
          </p:nvPr>
        </p:nvSpPr>
        <p:spPr>
          <a:xfrm>
            <a:off x="667266" y="1453418"/>
            <a:ext cx="11153946" cy="1629609"/>
          </a:xfrm>
          <a:prstGeom prst="rect">
            <a:avLst/>
          </a:prstGeom>
        </p:spPr>
        <p:txBody>
          <a:bodyPr/>
          <a:lstStyle>
            <a:lvl1pPr>
              <a:buClr>
                <a:srgbClr val="CB333B"/>
              </a:buClr>
              <a:defRPr/>
            </a:lvl1pPr>
            <a:lvl3pPr>
              <a:buClr>
                <a:srgbClr val="334EA2"/>
              </a:buClr>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13" name="Straight Connector 12">
            <a:extLst>
              <a:ext uri="{FF2B5EF4-FFF2-40B4-BE49-F238E27FC236}">
                <a16:creationId xmlns:a16="http://schemas.microsoft.com/office/drawing/2014/main" id="{F4210285-22FB-460A-BF38-045CDC521E10}"/>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15" name="Subtitle 2">
            <a:extLst>
              <a:ext uri="{FF2B5EF4-FFF2-40B4-BE49-F238E27FC236}">
                <a16:creationId xmlns:a16="http://schemas.microsoft.com/office/drawing/2014/main" id="{58FD6C79-979B-4363-AE0D-7F6066231FD4}"/>
              </a:ext>
            </a:extLst>
          </p:cNvPr>
          <p:cNvSpPr>
            <a:spLocks noGrp="1"/>
          </p:cNvSpPr>
          <p:nvPr>
            <p:ph type="subTitle" idx="13"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Tree>
    <p:extLst>
      <p:ext uri="{BB962C8B-B14F-4D97-AF65-F5344CB8AC3E}">
        <p14:creationId xmlns:p14="http://schemas.microsoft.com/office/powerpoint/2010/main" val="415413406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icture Layout B3">
    <p:spTree>
      <p:nvGrpSpPr>
        <p:cNvPr id="1" name=""/>
        <p:cNvGrpSpPr/>
        <p:nvPr/>
      </p:nvGrpSpPr>
      <p:grpSpPr>
        <a:xfrm>
          <a:off x="0" y="0"/>
          <a:ext cx="0" cy="0"/>
          <a:chOff x="0" y="0"/>
          <a:chExt cx="0" cy="0"/>
        </a:xfrm>
      </p:grpSpPr>
      <p:sp>
        <p:nvSpPr>
          <p:cNvPr id="16" name="Picture Placeholder 4">
            <a:extLst>
              <a:ext uri="{FF2B5EF4-FFF2-40B4-BE49-F238E27FC236}">
                <a16:creationId xmlns:a16="http://schemas.microsoft.com/office/drawing/2014/main" id="{CD9F3CF4-334E-4E3C-B2B5-54DE047F4693}"/>
              </a:ext>
            </a:extLst>
          </p:cNvPr>
          <p:cNvSpPr>
            <a:spLocks noGrp="1"/>
          </p:cNvSpPr>
          <p:nvPr>
            <p:ph type="pic" sz="quarter" idx="14"/>
          </p:nvPr>
        </p:nvSpPr>
        <p:spPr>
          <a:xfrm>
            <a:off x="6378000" y="3429000"/>
            <a:ext cx="5814000" cy="292735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5" name="Picture Placeholder 4">
            <a:extLst>
              <a:ext uri="{FF2B5EF4-FFF2-40B4-BE49-F238E27FC236}">
                <a16:creationId xmlns:a16="http://schemas.microsoft.com/office/drawing/2014/main" id="{73EE9A70-91FA-4DFC-B912-9776A91E85F2}"/>
              </a:ext>
            </a:extLst>
          </p:cNvPr>
          <p:cNvSpPr>
            <a:spLocks noGrp="1"/>
          </p:cNvSpPr>
          <p:nvPr>
            <p:ph type="pic" sz="quarter" idx="11"/>
          </p:nvPr>
        </p:nvSpPr>
        <p:spPr>
          <a:xfrm>
            <a:off x="369212" y="3429000"/>
            <a:ext cx="5814000" cy="292735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3" name="Slide Number Placeholder 2">
            <a:extLst>
              <a:ext uri="{FF2B5EF4-FFF2-40B4-BE49-F238E27FC236}">
                <a16:creationId xmlns:a16="http://schemas.microsoft.com/office/drawing/2014/main" id="{A7688725-B959-46AC-B974-CA703F3667BF}"/>
              </a:ext>
            </a:extLst>
          </p:cNvPr>
          <p:cNvSpPr>
            <a:spLocks noGrp="1"/>
          </p:cNvSpPr>
          <p:nvPr>
            <p:ph type="sldNum" sz="quarter" idx="10"/>
          </p:nvPr>
        </p:nvSpPr>
        <p:spPr/>
        <p:txBody>
          <a:bodyPr/>
          <a:lstStyle/>
          <a:p>
            <a:fld id="{F9C72FE7-3E28-4995-B4B7-F4CABFB817F3}" type="slidenum">
              <a:rPr lang="en-GB" smtClean="0"/>
              <a:pPr/>
              <a:t>‹#›</a:t>
            </a:fld>
            <a:endParaRPr lang="en-GB"/>
          </a:p>
        </p:txBody>
      </p:sp>
      <p:sp>
        <p:nvSpPr>
          <p:cNvPr id="11" name="Title 1">
            <a:extLst>
              <a:ext uri="{FF2B5EF4-FFF2-40B4-BE49-F238E27FC236}">
                <a16:creationId xmlns:a16="http://schemas.microsoft.com/office/drawing/2014/main" id="{896C2FED-8270-43C8-AB75-D4428B315A8C}"/>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cxnSp>
        <p:nvCxnSpPr>
          <p:cNvPr id="13" name="Straight Connector 12">
            <a:extLst>
              <a:ext uri="{FF2B5EF4-FFF2-40B4-BE49-F238E27FC236}">
                <a16:creationId xmlns:a16="http://schemas.microsoft.com/office/drawing/2014/main" id="{F4210285-22FB-460A-BF38-045CDC521E10}"/>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19" name="Content Placeholder 2">
            <a:extLst>
              <a:ext uri="{FF2B5EF4-FFF2-40B4-BE49-F238E27FC236}">
                <a16:creationId xmlns:a16="http://schemas.microsoft.com/office/drawing/2014/main" id="{17EE3D8E-E9E1-4656-AA68-B00B0C2F3799}"/>
              </a:ext>
            </a:extLst>
          </p:cNvPr>
          <p:cNvSpPr>
            <a:spLocks noGrp="1"/>
          </p:cNvSpPr>
          <p:nvPr>
            <p:ph idx="1"/>
          </p:nvPr>
        </p:nvSpPr>
        <p:spPr>
          <a:xfrm>
            <a:off x="667266" y="1453418"/>
            <a:ext cx="11153946" cy="1629609"/>
          </a:xfrm>
          <a:prstGeom prst="rect">
            <a:avLst/>
          </a:prstGeom>
        </p:spPr>
        <p:txBody>
          <a:bodyPr/>
          <a:lstStyle>
            <a:lvl1pPr>
              <a:buClr>
                <a:srgbClr val="CB333B"/>
              </a:buClr>
              <a:defRPr/>
            </a:lvl1pPr>
            <a:lvl3pPr>
              <a:buClr>
                <a:srgbClr val="334EA2"/>
              </a:buClr>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70176441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Picture Layout B4">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3EE9A70-91FA-4DFC-B912-9776A91E85F2}"/>
              </a:ext>
            </a:extLst>
          </p:cNvPr>
          <p:cNvSpPr>
            <a:spLocks noGrp="1"/>
          </p:cNvSpPr>
          <p:nvPr>
            <p:ph type="pic" sz="quarter" idx="11"/>
          </p:nvPr>
        </p:nvSpPr>
        <p:spPr>
          <a:xfrm>
            <a:off x="369212" y="3429000"/>
            <a:ext cx="5814000" cy="292735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16" name="Picture Placeholder 4">
            <a:extLst>
              <a:ext uri="{FF2B5EF4-FFF2-40B4-BE49-F238E27FC236}">
                <a16:creationId xmlns:a16="http://schemas.microsoft.com/office/drawing/2014/main" id="{CD9F3CF4-334E-4E3C-B2B5-54DE047F4693}"/>
              </a:ext>
            </a:extLst>
          </p:cNvPr>
          <p:cNvSpPr>
            <a:spLocks noGrp="1"/>
          </p:cNvSpPr>
          <p:nvPr>
            <p:ph type="pic" sz="quarter" idx="14"/>
          </p:nvPr>
        </p:nvSpPr>
        <p:spPr>
          <a:xfrm>
            <a:off x="6378000" y="3429000"/>
            <a:ext cx="5814000" cy="292735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3" name="Slide Number Placeholder 2">
            <a:extLst>
              <a:ext uri="{FF2B5EF4-FFF2-40B4-BE49-F238E27FC236}">
                <a16:creationId xmlns:a16="http://schemas.microsoft.com/office/drawing/2014/main" id="{A7688725-B959-46AC-B974-CA703F3667BF}"/>
              </a:ext>
            </a:extLst>
          </p:cNvPr>
          <p:cNvSpPr>
            <a:spLocks noGrp="1"/>
          </p:cNvSpPr>
          <p:nvPr>
            <p:ph type="sldNum" sz="quarter" idx="10"/>
          </p:nvPr>
        </p:nvSpPr>
        <p:spPr/>
        <p:txBody>
          <a:bodyPr/>
          <a:lstStyle/>
          <a:p>
            <a:fld id="{F9C72FE7-3E28-4995-B4B7-F4CABFB817F3}" type="slidenum">
              <a:rPr lang="en-GB" smtClean="0"/>
              <a:pPr/>
              <a:t>‹#›</a:t>
            </a:fld>
            <a:endParaRPr lang="en-GB"/>
          </a:p>
        </p:txBody>
      </p:sp>
      <p:sp>
        <p:nvSpPr>
          <p:cNvPr id="11" name="Title 1">
            <a:extLst>
              <a:ext uri="{FF2B5EF4-FFF2-40B4-BE49-F238E27FC236}">
                <a16:creationId xmlns:a16="http://schemas.microsoft.com/office/drawing/2014/main" id="{896C2FED-8270-43C8-AB75-D4428B315A8C}"/>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cxnSp>
        <p:nvCxnSpPr>
          <p:cNvPr id="13" name="Straight Connector 12">
            <a:extLst>
              <a:ext uri="{FF2B5EF4-FFF2-40B4-BE49-F238E27FC236}">
                <a16:creationId xmlns:a16="http://schemas.microsoft.com/office/drawing/2014/main" id="{F4210285-22FB-460A-BF38-045CDC521E10}"/>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15" name="Subtitle 2">
            <a:extLst>
              <a:ext uri="{FF2B5EF4-FFF2-40B4-BE49-F238E27FC236}">
                <a16:creationId xmlns:a16="http://schemas.microsoft.com/office/drawing/2014/main" id="{58FD6C79-979B-4363-AE0D-7F6066231FD4}"/>
              </a:ext>
            </a:extLst>
          </p:cNvPr>
          <p:cNvSpPr>
            <a:spLocks noGrp="1"/>
          </p:cNvSpPr>
          <p:nvPr>
            <p:ph type="subTitle" idx="13"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
        <p:nvSpPr>
          <p:cNvPr id="17" name="Content Placeholder 2">
            <a:extLst>
              <a:ext uri="{FF2B5EF4-FFF2-40B4-BE49-F238E27FC236}">
                <a16:creationId xmlns:a16="http://schemas.microsoft.com/office/drawing/2014/main" id="{B6B43F72-83DC-4D0E-94D2-125491A2BD42}"/>
              </a:ext>
            </a:extLst>
          </p:cNvPr>
          <p:cNvSpPr>
            <a:spLocks noGrp="1"/>
          </p:cNvSpPr>
          <p:nvPr>
            <p:ph idx="1"/>
          </p:nvPr>
        </p:nvSpPr>
        <p:spPr>
          <a:xfrm>
            <a:off x="667266" y="1453418"/>
            <a:ext cx="11153946" cy="1629609"/>
          </a:xfrm>
          <a:prstGeom prst="rect">
            <a:avLst/>
          </a:prstGeom>
        </p:spPr>
        <p:txBody>
          <a:bodyPr/>
          <a:lstStyle>
            <a:lvl1pPr>
              <a:buClr>
                <a:srgbClr val="CB333B"/>
              </a:buClr>
              <a:defRPr/>
            </a:lvl1pPr>
            <a:lvl3pPr>
              <a:buClr>
                <a:srgbClr val="334EA2"/>
              </a:buClr>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94623994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icture Layout B5">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3EE9A70-91FA-4DFC-B912-9776A91E85F2}"/>
              </a:ext>
            </a:extLst>
          </p:cNvPr>
          <p:cNvSpPr>
            <a:spLocks noGrp="1"/>
          </p:cNvSpPr>
          <p:nvPr>
            <p:ph type="pic" sz="quarter" idx="11"/>
          </p:nvPr>
        </p:nvSpPr>
        <p:spPr>
          <a:xfrm>
            <a:off x="369212" y="3429000"/>
            <a:ext cx="3851914" cy="292735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3" name="Slide Number Placeholder 2">
            <a:extLst>
              <a:ext uri="{FF2B5EF4-FFF2-40B4-BE49-F238E27FC236}">
                <a16:creationId xmlns:a16="http://schemas.microsoft.com/office/drawing/2014/main" id="{A7688725-B959-46AC-B974-CA703F3667BF}"/>
              </a:ext>
            </a:extLst>
          </p:cNvPr>
          <p:cNvSpPr>
            <a:spLocks noGrp="1"/>
          </p:cNvSpPr>
          <p:nvPr>
            <p:ph type="sldNum" sz="quarter" idx="10"/>
          </p:nvPr>
        </p:nvSpPr>
        <p:spPr/>
        <p:txBody>
          <a:bodyPr/>
          <a:lstStyle/>
          <a:p>
            <a:fld id="{F9C72FE7-3E28-4995-B4B7-F4CABFB817F3}" type="slidenum">
              <a:rPr lang="en-GB" smtClean="0"/>
              <a:pPr/>
              <a:t>‹#›</a:t>
            </a:fld>
            <a:endParaRPr lang="en-GB"/>
          </a:p>
        </p:txBody>
      </p:sp>
      <p:sp>
        <p:nvSpPr>
          <p:cNvPr id="11" name="Title 1">
            <a:extLst>
              <a:ext uri="{FF2B5EF4-FFF2-40B4-BE49-F238E27FC236}">
                <a16:creationId xmlns:a16="http://schemas.microsoft.com/office/drawing/2014/main" id="{896C2FED-8270-43C8-AB75-D4428B315A8C}"/>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cxnSp>
        <p:nvCxnSpPr>
          <p:cNvPr id="13" name="Straight Connector 12">
            <a:extLst>
              <a:ext uri="{FF2B5EF4-FFF2-40B4-BE49-F238E27FC236}">
                <a16:creationId xmlns:a16="http://schemas.microsoft.com/office/drawing/2014/main" id="{F4210285-22FB-460A-BF38-045CDC521E10}"/>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19" name="Content Placeholder 2">
            <a:extLst>
              <a:ext uri="{FF2B5EF4-FFF2-40B4-BE49-F238E27FC236}">
                <a16:creationId xmlns:a16="http://schemas.microsoft.com/office/drawing/2014/main" id="{17EE3D8E-E9E1-4656-AA68-B00B0C2F3799}"/>
              </a:ext>
            </a:extLst>
          </p:cNvPr>
          <p:cNvSpPr>
            <a:spLocks noGrp="1"/>
          </p:cNvSpPr>
          <p:nvPr>
            <p:ph idx="1"/>
          </p:nvPr>
        </p:nvSpPr>
        <p:spPr>
          <a:xfrm>
            <a:off x="667266" y="1453418"/>
            <a:ext cx="11153946" cy="1629609"/>
          </a:xfrm>
          <a:prstGeom prst="rect">
            <a:avLst/>
          </a:prstGeom>
        </p:spPr>
        <p:txBody>
          <a:bodyPr/>
          <a:lstStyle>
            <a:lvl1pPr>
              <a:buClr>
                <a:srgbClr val="CB333B"/>
              </a:buClr>
              <a:defRPr/>
            </a:lvl1pPr>
            <a:lvl3pPr>
              <a:buClr>
                <a:srgbClr val="334EA2"/>
              </a:buClr>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Picture Placeholder 4">
            <a:extLst>
              <a:ext uri="{FF2B5EF4-FFF2-40B4-BE49-F238E27FC236}">
                <a16:creationId xmlns:a16="http://schemas.microsoft.com/office/drawing/2014/main" id="{BBE5849B-5646-439E-BF04-560DD390B496}"/>
              </a:ext>
            </a:extLst>
          </p:cNvPr>
          <p:cNvSpPr>
            <a:spLocks noGrp="1"/>
          </p:cNvSpPr>
          <p:nvPr>
            <p:ph type="pic" sz="quarter" idx="12"/>
          </p:nvPr>
        </p:nvSpPr>
        <p:spPr>
          <a:xfrm>
            <a:off x="4354649" y="3429000"/>
            <a:ext cx="3851914" cy="292735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10" name="Picture Placeholder 4">
            <a:extLst>
              <a:ext uri="{FF2B5EF4-FFF2-40B4-BE49-F238E27FC236}">
                <a16:creationId xmlns:a16="http://schemas.microsoft.com/office/drawing/2014/main" id="{AE0783A2-2C3D-4359-9896-BC40FA67F2DF}"/>
              </a:ext>
            </a:extLst>
          </p:cNvPr>
          <p:cNvSpPr>
            <a:spLocks noGrp="1"/>
          </p:cNvSpPr>
          <p:nvPr>
            <p:ph type="pic" sz="quarter" idx="13"/>
          </p:nvPr>
        </p:nvSpPr>
        <p:spPr>
          <a:xfrm>
            <a:off x="8340086" y="3429000"/>
            <a:ext cx="3851914" cy="292735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Tree>
    <p:extLst>
      <p:ext uri="{BB962C8B-B14F-4D97-AF65-F5344CB8AC3E}">
        <p14:creationId xmlns:p14="http://schemas.microsoft.com/office/powerpoint/2010/main" val="109348323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icture Layout B6">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3EE9A70-91FA-4DFC-B912-9776A91E85F2}"/>
              </a:ext>
            </a:extLst>
          </p:cNvPr>
          <p:cNvSpPr>
            <a:spLocks noGrp="1"/>
          </p:cNvSpPr>
          <p:nvPr>
            <p:ph type="pic" sz="quarter" idx="11"/>
          </p:nvPr>
        </p:nvSpPr>
        <p:spPr>
          <a:xfrm>
            <a:off x="369212" y="3429000"/>
            <a:ext cx="3851914" cy="292735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3" name="Slide Number Placeholder 2">
            <a:extLst>
              <a:ext uri="{FF2B5EF4-FFF2-40B4-BE49-F238E27FC236}">
                <a16:creationId xmlns:a16="http://schemas.microsoft.com/office/drawing/2014/main" id="{A7688725-B959-46AC-B974-CA703F3667BF}"/>
              </a:ext>
            </a:extLst>
          </p:cNvPr>
          <p:cNvSpPr>
            <a:spLocks noGrp="1"/>
          </p:cNvSpPr>
          <p:nvPr>
            <p:ph type="sldNum" sz="quarter" idx="10"/>
          </p:nvPr>
        </p:nvSpPr>
        <p:spPr/>
        <p:txBody>
          <a:bodyPr/>
          <a:lstStyle/>
          <a:p>
            <a:fld id="{F9C72FE7-3E28-4995-B4B7-F4CABFB817F3}" type="slidenum">
              <a:rPr lang="en-GB" smtClean="0"/>
              <a:pPr/>
              <a:t>‹#›</a:t>
            </a:fld>
            <a:endParaRPr lang="en-GB"/>
          </a:p>
        </p:txBody>
      </p:sp>
      <p:sp>
        <p:nvSpPr>
          <p:cNvPr id="11" name="Title 1">
            <a:extLst>
              <a:ext uri="{FF2B5EF4-FFF2-40B4-BE49-F238E27FC236}">
                <a16:creationId xmlns:a16="http://schemas.microsoft.com/office/drawing/2014/main" id="{896C2FED-8270-43C8-AB75-D4428B315A8C}"/>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cxnSp>
        <p:nvCxnSpPr>
          <p:cNvPr id="13" name="Straight Connector 12">
            <a:extLst>
              <a:ext uri="{FF2B5EF4-FFF2-40B4-BE49-F238E27FC236}">
                <a16:creationId xmlns:a16="http://schemas.microsoft.com/office/drawing/2014/main" id="{F4210285-22FB-460A-BF38-045CDC521E10}"/>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19" name="Content Placeholder 2">
            <a:extLst>
              <a:ext uri="{FF2B5EF4-FFF2-40B4-BE49-F238E27FC236}">
                <a16:creationId xmlns:a16="http://schemas.microsoft.com/office/drawing/2014/main" id="{17EE3D8E-E9E1-4656-AA68-B00B0C2F3799}"/>
              </a:ext>
            </a:extLst>
          </p:cNvPr>
          <p:cNvSpPr>
            <a:spLocks noGrp="1"/>
          </p:cNvSpPr>
          <p:nvPr>
            <p:ph idx="1"/>
          </p:nvPr>
        </p:nvSpPr>
        <p:spPr>
          <a:xfrm>
            <a:off x="667266" y="1453418"/>
            <a:ext cx="11153946" cy="1629609"/>
          </a:xfrm>
          <a:prstGeom prst="rect">
            <a:avLst/>
          </a:prstGeom>
        </p:spPr>
        <p:txBody>
          <a:bodyPr/>
          <a:lstStyle>
            <a:lvl1pPr>
              <a:buClr>
                <a:srgbClr val="CB333B"/>
              </a:buClr>
              <a:defRPr/>
            </a:lvl1pPr>
            <a:lvl3pPr>
              <a:buClr>
                <a:srgbClr val="334EA2"/>
              </a:buClr>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Picture Placeholder 4">
            <a:extLst>
              <a:ext uri="{FF2B5EF4-FFF2-40B4-BE49-F238E27FC236}">
                <a16:creationId xmlns:a16="http://schemas.microsoft.com/office/drawing/2014/main" id="{BBE5849B-5646-439E-BF04-560DD390B496}"/>
              </a:ext>
            </a:extLst>
          </p:cNvPr>
          <p:cNvSpPr>
            <a:spLocks noGrp="1"/>
          </p:cNvSpPr>
          <p:nvPr>
            <p:ph type="pic" sz="quarter" idx="12"/>
          </p:nvPr>
        </p:nvSpPr>
        <p:spPr>
          <a:xfrm>
            <a:off x="4354649" y="3429000"/>
            <a:ext cx="3851914" cy="292735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10" name="Picture Placeholder 4">
            <a:extLst>
              <a:ext uri="{FF2B5EF4-FFF2-40B4-BE49-F238E27FC236}">
                <a16:creationId xmlns:a16="http://schemas.microsoft.com/office/drawing/2014/main" id="{AE0783A2-2C3D-4359-9896-BC40FA67F2DF}"/>
              </a:ext>
            </a:extLst>
          </p:cNvPr>
          <p:cNvSpPr>
            <a:spLocks noGrp="1"/>
          </p:cNvSpPr>
          <p:nvPr>
            <p:ph type="pic" sz="quarter" idx="13"/>
          </p:nvPr>
        </p:nvSpPr>
        <p:spPr>
          <a:xfrm>
            <a:off x="8340086" y="3429000"/>
            <a:ext cx="3851914" cy="292735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12" name="Subtitle 2">
            <a:extLst>
              <a:ext uri="{FF2B5EF4-FFF2-40B4-BE49-F238E27FC236}">
                <a16:creationId xmlns:a16="http://schemas.microsoft.com/office/drawing/2014/main" id="{80E8DD4F-59A5-48B5-9207-ACB3F71B5FD2}"/>
              </a:ext>
            </a:extLst>
          </p:cNvPr>
          <p:cNvSpPr>
            <a:spLocks noGrp="1"/>
          </p:cNvSpPr>
          <p:nvPr>
            <p:ph type="subTitle" idx="14"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Tree>
    <p:extLst>
      <p:ext uri="{BB962C8B-B14F-4D97-AF65-F5344CB8AC3E}">
        <p14:creationId xmlns:p14="http://schemas.microsoft.com/office/powerpoint/2010/main" val="338782568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Picture Layout C1">
    <p:spTree>
      <p:nvGrpSpPr>
        <p:cNvPr id="1" name=""/>
        <p:cNvGrpSpPr/>
        <p:nvPr/>
      </p:nvGrpSpPr>
      <p:grpSpPr>
        <a:xfrm>
          <a:off x="0" y="0"/>
          <a:ext cx="0" cy="0"/>
          <a:chOff x="0" y="0"/>
          <a:chExt cx="0" cy="0"/>
        </a:xfrm>
      </p:grpSpPr>
      <p:sp>
        <p:nvSpPr>
          <p:cNvPr id="16" name="Picture Placeholder 4">
            <a:extLst>
              <a:ext uri="{FF2B5EF4-FFF2-40B4-BE49-F238E27FC236}">
                <a16:creationId xmlns:a16="http://schemas.microsoft.com/office/drawing/2014/main" id="{CD9F3CF4-334E-4E3C-B2B5-54DE047F4693}"/>
              </a:ext>
            </a:extLst>
          </p:cNvPr>
          <p:cNvSpPr>
            <a:spLocks noGrp="1"/>
          </p:cNvSpPr>
          <p:nvPr>
            <p:ph type="pic" sz="quarter" idx="14"/>
          </p:nvPr>
        </p:nvSpPr>
        <p:spPr>
          <a:xfrm>
            <a:off x="5924550" y="1430887"/>
            <a:ext cx="6267450" cy="4947987"/>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3" name="Slide Number Placeholder 2">
            <a:extLst>
              <a:ext uri="{FF2B5EF4-FFF2-40B4-BE49-F238E27FC236}">
                <a16:creationId xmlns:a16="http://schemas.microsoft.com/office/drawing/2014/main" id="{A7688725-B959-46AC-B974-CA703F3667BF}"/>
              </a:ext>
            </a:extLst>
          </p:cNvPr>
          <p:cNvSpPr>
            <a:spLocks noGrp="1"/>
          </p:cNvSpPr>
          <p:nvPr>
            <p:ph type="sldNum" sz="quarter" idx="10"/>
          </p:nvPr>
        </p:nvSpPr>
        <p:spPr/>
        <p:txBody>
          <a:bodyPr/>
          <a:lstStyle/>
          <a:p>
            <a:fld id="{F9C72FE7-3E28-4995-B4B7-F4CABFB817F3}" type="slidenum">
              <a:rPr lang="en-GB" smtClean="0"/>
              <a:pPr/>
              <a:t>‹#›</a:t>
            </a:fld>
            <a:endParaRPr lang="en-GB"/>
          </a:p>
        </p:txBody>
      </p:sp>
      <p:sp>
        <p:nvSpPr>
          <p:cNvPr id="11" name="Title 1">
            <a:extLst>
              <a:ext uri="{FF2B5EF4-FFF2-40B4-BE49-F238E27FC236}">
                <a16:creationId xmlns:a16="http://schemas.microsoft.com/office/drawing/2014/main" id="{896C2FED-8270-43C8-AB75-D4428B315A8C}"/>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cxnSp>
        <p:nvCxnSpPr>
          <p:cNvPr id="13" name="Straight Connector 12">
            <a:extLst>
              <a:ext uri="{FF2B5EF4-FFF2-40B4-BE49-F238E27FC236}">
                <a16:creationId xmlns:a16="http://schemas.microsoft.com/office/drawing/2014/main" id="{F4210285-22FB-460A-BF38-045CDC521E10}"/>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19" name="Content Placeholder 2">
            <a:extLst>
              <a:ext uri="{FF2B5EF4-FFF2-40B4-BE49-F238E27FC236}">
                <a16:creationId xmlns:a16="http://schemas.microsoft.com/office/drawing/2014/main" id="{D158AEA5-459E-40B0-82E6-7E36F13EE866}"/>
              </a:ext>
            </a:extLst>
          </p:cNvPr>
          <p:cNvSpPr>
            <a:spLocks noGrp="1"/>
          </p:cNvSpPr>
          <p:nvPr>
            <p:ph idx="1"/>
          </p:nvPr>
        </p:nvSpPr>
        <p:spPr>
          <a:xfrm>
            <a:off x="667267" y="1430887"/>
            <a:ext cx="5088676" cy="4925457"/>
          </a:xfrm>
          <a:prstGeom prst="rect">
            <a:avLst/>
          </a:prstGeom>
        </p:spPr>
        <p:txBody>
          <a:bodyPr/>
          <a:lstStyle>
            <a:lvl1pPr>
              <a:buClr>
                <a:srgbClr val="CB333B"/>
              </a:buClr>
              <a:defRPr/>
            </a:lvl1pPr>
            <a:lvl3pPr>
              <a:buClr>
                <a:srgbClr val="334EA2"/>
              </a:buClr>
              <a:defRPr/>
            </a:lvl3pPr>
            <a:lvl5pPr>
              <a:buClr>
                <a:srgbClr val="74787B"/>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20605938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Picture Layout C2">
    <p:spTree>
      <p:nvGrpSpPr>
        <p:cNvPr id="1" name=""/>
        <p:cNvGrpSpPr/>
        <p:nvPr/>
      </p:nvGrpSpPr>
      <p:grpSpPr>
        <a:xfrm>
          <a:off x="0" y="0"/>
          <a:ext cx="0" cy="0"/>
          <a:chOff x="0" y="0"/>
          <a:chExt cx="0" cy="0"/>
        </a:xfrm>
      </p:grpSpPr>
      <p:sp>
        <p:nvSpPr>
          <p:cNvPr id="16" name="Picture Placeholder 4">
            <a:extLst>
              <a:ext uri="{FF2B5EF4-FFF2-40B4-BE49-F238E27FC236}">
                <a16:creationId xmlns:a16="http://schemas.microsoft.com/office/drawing/2014/main" id="{CD9F3CF4-334E-4E3C-B2B5-54DE047F4693}"/>
              </a:ext>
            </a:extLst>
          </p:cNvPr>
          <p:cNvSpPr>
            <a:spLocks noGrp="1"/>
          </p:cNvSpPr>
          <p:nvPr>
            <p:ph type="pic" sz="quarter" idx="14"/>
          </p:nvPr>
        </p:nvSpPr>
        <p:spPr>
          <a:xfrm>
            <a:off x="5924550" y="1430887"/>
            <a:ext cx="6267450" cy="4947987"/>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3" name="Slide Number Placeholder 2">
            <a:extLst>
              <a:ext uri="{FF2B5EF4-FFF2-40B4-BE49-F238E27FC236}">
                <a16:creationId xmlns:a16="http://schemas.microsoft.com/office/drawing/2014/main" id="{A7688725-B959-46AC-B974-CA703F3667BF}"/>
              </a:ext>
            </a:extLst>
          </p:cNvPr>
          <p:cNvSpPr>
            <a:spLocks noGrp="1"/>
          </p:cNvSpPr>
          <p:nvPr>
            <p:ph type="sldNum" sz="quarter" idx="10"/>
          </p:nvPr>
        </p:nvSpPr>
        <p:spPr/>
        <p:txBody>
          <a:bodyPr/>
          <a:lstStyle/>
          <a:p>
            <a:fld id="{F9C72FE7-3E28-4995-B4B7-F4CABFB817F3}" type="slidenum">
              <a:rPr lang="en-GB" smtClean="0"/>
              <a:pPr/>
              <a:t>‹#›</a:t>
            </a:fld>
            <a:endParaRPr lang="en-GB"/>
          </a:p>
        </p:txBody>
      </p:sp>
      <p:sp>
        <p:nvSpPr>
          <p:cNvPr id="11" name="Title 1">
            <a:extLst>
              <a:ext uri="{FF2B5EF4-FFF2-40B4-BE49-F238E27FC236}">
                <a16:creationId xmlns:a16="http://schemas.microsoft.com/office/drawing/2014/main" id="{896C2FED-8270-43C8-AB75-D4428B315A8C}"/>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12" name="Content Placeholder 2">
            <a:extLst>
              <a:ext uri="{FF2B5EF4-FFF2-40B4-BE49-F238E27FC236}">
                <a16:creationId xmlns:a16="http://schemas.microsoft.com/office/drawing/2014/main" id="{85F8BE55-0278-414E-AE41-9F5C0BE5F0F9}"/>
              </a:ext>
            </a:extLst>
          </p:cNvPr>
          <p:cNvSpPr>
            <a:spLocks noGrp="1"/>
          </p:cNvSpPr>
          <p:nvPr>
            <p:ph idx="1"/>
          </p:nvPr>
        </p:nvSpPr>
        <p:spPr>
          <a:xfrm>
            <a:off x="667267" y="1430887"/>
            <a:ext cx="5088676" cy="4925457"/>
          </a:xfrm>
          <a:prstGeom prst="rect">
            <a:avLst/>
          </a:prstGeom>
        </p:spPr>
        <p:txBody>
          <a:bodyPr/>
          <a:lstStyle>
            <a:lvl1pPr>
              <a:buClr>
                <a:srgbClr val="CB333B"/>
              </a:buClr>
              <a:defRPr/>
            </a:lvl1pPr>
            <a:lvl3pPr>
              <a:buClr>
                <a:srgbClr val="334EA2"/>
              </a:buClr>
              <a:defRPr/>
            </a:lvl3pPr>
            <a:lvl5pPr>
              <a:buClr>
                <a:srgbClr val="74787B"/>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13" name="Straight Connector 12">
            <a:extLst>
              <a:ext uri="{FF2B5EF4-FFF2-40B4-BE49-F238E27FC236}">
                <a16:creationId xmlns:a16="http://schemas.microsoft.com/office/drawing/2014/main" id="{F4210285-22FB-460A-BF38-045CDC521E10}"/>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15" name="Subtitle 2">
            <a:extLst>
              <a:ext uri="{FF2B5EF4-FFF2-40B4-BE49-F238E27FC236}">
                <a16:creationId xmlns:a16="http://schemas.microsoft.com/office/drawing/2014/main" id="{58FD6C79-979B-4363-AE0D-7F6066231FD4}"/>
              </a:ext>
            </a:extLst>
          </p:cNvPr>
          <p:cNvSpPr>
            <a:spLocks noGrp="1"/>
          </p:cNvSpPr>
          <p:nvPr>
            <p:ph type="subTitle" idx="13"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Tree>
    <p:extLst>
      <p:ext uri="{BB962C8B-B14F-4D97-AF65-F5344CB8AC3E}">
        <p14:creationId xmlns:p14="http://schemas.microsoft.com/office/powerpoint/2010/main" val="413180050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Picture Layout D1">
    <p:spTree>
      <p:nvGrpSpPr>
        <p:cNvPr id="1" name=""/>
        <p:cNvGrpSpPr/>
        <p:nvPr/>
      </p:nvGrpSpPr>
      <p:grpSpPr>
        <a:xfrm>
          <a:off x="0" y="0"/>
          <a:ext cx="0" cy="0"/>
          <a:chOff x="0" y="0"/>
          <a:chExt cx="0" cy="0"/>
        </a:xfrm>
      </p:grpSpPr>
      <p:sp>
        <p:nvSpPr>
          <p:cNvPr id="21" name="Picture Placeholder 4">
            <a:extLst>
              <a:ext uri="{FF2B5EF4-FFF2-40B4-BE49-F238E27FC236}">
                <a16:creationId xmlns:a16="http://schemas.microsoft.com/office/drawing/2014/main" id="{E185BAA9-7824-49AF-8549-23BEA8FC337E}"/>
              </a:ext>
            </a:extLst>
          </p:cNvPr>
          <p:cNvSpPr>
            <a:spLocks noGrp="1"/>
          </p:cNvSpPr>
          <p:nvPr>
            <p:ph type="pic" sz="quarter" idx="16"/>
          </p:nvPr>
        </p:nvSpPr>
        <p:spPr>
          <a:xfrm>
            <a:off x="8153400" y="1430887"/>
            <a:ext cx="4038600" cy="2389031"/>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16" name="Picture Placeholder 4">
            <a:extLst>
              <a:ext uri="{FF2B5EF4-FFF2-40B4-BE49-F238E27FC236}">
                <a16:creationId xmlns:a16="http://schemas.microsoft.com/office/drawing/2014/main" id="{CD9F3CF4-334E-4E3C-B2B5-54DE047F4693}"/>
              </a:ext>
            </a:extLst>
          </p:cNvPr>
          <p:cNvSpPr>
            <a:spLocks noGrp="1"/>
          </p:cNvSpPr>
          <p:nvPr>
            <p:ph type="pic" sz="quarter" idx="14"/>
          </p:nvPr>
        </p:nvSpPr>
        <p:spPr>
          <a:xfrm>
            <a:off x="8153400" y="3963235"/>
            <a:ext cx="4038600" cy="2389031"/>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3" name="Slide Number Placeholder 2">
            <a:extLst>
              <a:ext uri="{FF2B5EF4-FFF2-40B4-BE49-F238E27FC236}">
                <a16:creationId xmlns:a16="http://schemas.microsoft.com/office/drawing/2014/main" id="{A7688725-B959-46AC-B974-CA703F3667BF}"/>
              </a:ext>
            </a:extLst>
          </p:cNvPr>
          <p:cNvSpPr>
            <a:spLocks noGrp="1"/>
          </p:cNvSpPr>
          <p:nvPr>
            <p:ph type="sldNum" sz="quarter" idx="10"/>
          </p:nvPr>
        </p:nvSpPr>
        <p:spPr/>
        <p:txBody>
          <a:bodyPr/>
          <a:lstStyle/>
          <a:p>
            <a:fld id="{F9C72FE7-3E28-4995-B4B7-F4CABFB817F3}" type="slidenum">
              <a:rPr lang="en-GB" smtClean="0"/>
              <a:pPr/>
              <a:t>‹#›</a:t>
            </a:fld>
            <a:endParaRPr lang="en-GB"/>
          </a:p>
        </p:txBody>
      </p:sp>
      <p:sp>
        <p:nvSpPr>
          <p:cNvPr id="11" name="Title 1">
            <a:extLst>
              <a:ext uri="{FF2B5EF4-FFF2-40B4-BE49-F238E27FC236}">
                <a16:creationId xmlns:a16="http://schemas.microsoft.com/office/drawing/2014/main" id="{896C2FED-8270-43C8-AB75-D4428B315A8C}"/>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cxnSp>
        <p:nvCxnSpPr>
          <p:cNvPr id="13" name="Straight Connector 12">
            <a:extLst>
              <a:ext uri="{FF2B5EF4-FFF2-40B4-BE49-F238E27FC236}">
                <a16:creationId xmlns:a16="http://schemas.microsoft.com/office/drawing/2014/main" id="{F4210285-22FB-460A-BF38-045CDC521E10}"/>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22" name="Content Placeholder 2">
            <a:extLst>
              <a:ext uri="{FF2B5EF4-FFF2-40B4-BE49-F238E27FC236}">
                <a16:creationId xmlns:a16="http://schemas.microsoft.com/office/drawing/2014/main" id="{D38248FB-7E96-4CC9-BCF4-246FB6133BDE}"/>
              </a:ext>
            </a:extLst>
          </p:cNvPr>
          <p:cNvSpPr>
            <a:spLocks noGrp="1"/>
          </p:cNvSpPr>
          <p:nvPr>
            <p:ph idx="22"/>
          </p:nvPr>
        </p:nvSpPr>
        <p:spPr>
          <a:xfrm>
            <a:off x="667267" y="1430887"/>
            <a:ext cx="7175048" cy="4925457"/>
          </a:xfrm>
          <a:prstGeom prst="rect">
            <a:avLst/>
          </a:prstGeom>
        </p:spPr>
        <p:txBody>
          <a:bodyPr/>
          <a:lstStyle>
            <a:lvl1pPr>
              <a:buClr>
                <a:srgbClr val="CB333B"/>
              </a:buClr>
              <a:defRPr/>
            </a:lvl1pPr>
            <a:lvl3pPr>
              <a:buClr>
                <a:srgbClr val="334EA2"/>
              </a:buClr>
              <a:defRPr/>
            </a:lvl3pPr>
            <a:lvl5pPr>
              <a:buClr>
                <a:srgbClr val="74787B"/>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690233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Picture Layout D2">
    <p:spTree>
      <p:nvGrpSpPr>
        <p:cNvPr id="1" name=""/>
        <p:cNvGrpSpPr/>
        <p:nvPr/>
      </p:nvGrpSpPr>
      <p:grpSpPr>
        <a:xfrm>
          <a:off x="0" y="0"/>
          <a:ext cx="0" cy="0"/>
          <a:chOff x="0" y="0"/>
          <a:chExt cx="0" cy="0"/>
        </a:xfrm>
      </p:grpSpPr>
      <p:sp>
        <p:nvSpPr>
          <p:cNvPr id="21" name="Picture Placeholder 4">
            <a:extLst>
              <a:ext uri="{FF2B5EF4-FFF2-40B4-BE49-F238E27FC236}">
                <a16:creationId xmlns:a16="http://schemas.microsoft.com/office/drawing/2014/main" id="{E185BAA9-7824-49AF-8549-23BEA8FC337E}"/>
              </a:ext>
            </a:extLst>
          </p:cNvPr>
          <p:cNvSpPr>
            <a:spLocks noGrp="1"/>
          </p:cNvSpPr>
          <p:nvPr>
            <p:ph type="pic" sz="quarter" idx="16"/>
          </p:nvPr>
        </p:nvSpPr>
        <p:spPr>
          <a:xfrm>
            <a:off x="8153400" y="1430887"/>
            <a:ext cx="4038600" cy="2389031"/>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16" name="Picture Placeholder 4">
            <a:extLst>
              <a:ext uri="{FF2B5EF4-FFF2-40B4-BE49-F238E27FC236}">
                <a16:creationId xmlns:a16="http://schemas.microsoft.com/office/drawing/2014/main" id="{CD9F3CF4-334E-4E3C-B2B5-54DE047F4693}"/>
              </a:ext>
            </a:extLst>
          </p:cNvPr>
          <p:cNvSpPr>
            <a:spLocks noGrp="1"/>
          </p:cNvSpPr>
          <p:nvPr>
            <p:ph type="pic" sz="quarter" idx="14"/>
          </p:nvPr>
        </p:nvSpPr>
        <p:spPr>
          <a:xfrm>
            <a:off x="8153400" y="3963235"/>
            <a:ext cx="4038600" cy="2389031"/>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3" name="Slide Number Placeholder 2">
            <a:extLst>
              <a:ext uri="{FF2B5EF4-FFF2-40B4-BE49-F238E27FC236}">
                <a16:creationId xmlns:a16="http://schemas.microsoft.com/office/drawing/2014/main" id="{A7688725-B959-46AC-B974-CA703F3667BF}"/>
              </a:ext>
            </a:extLst>
          </p:cNvPr>
          <p:cNvSpPr>
            <a:spLocks noGrp="1"/>
          </p:cNvSpPr>
          <p:nvPr>
            <p:ph type="sldNum" sz="quarter" idx="10"/>
          </p:nvPr>
        </p:nvSpPr>
        <p:spPr/>
        <p:txBody>
          <a:bodyPr/>
          <a:lstStyle/>
          <a:p>
            <a:fld id="{F9C72FE7-3E28-4995-B4B7-F4CABFB817F3}" type="slidenum">
              <a:rPr lang="en-GB" smtClean="0"/>
              <a:pPr/>
              <a:t>‹#›</a:t>
            </a:fld>
            <a:endParaRPr lang="en-GB"/>
          </a:p>
        </p:txBody>
      </p:sp>
      <p:sp>
        <p:nvSpPr>
          <p:cNvPr id="11" name="Title 1">
            <a:extLst>
              <a:ext uri="{FF2B5EF4-FFF2-40B4-BE49-F238E27FC236}">
                <a16:creationId xmlns:a16="http://schemas.microsoft.com/office/drawing/2014/main" id="{896C2FED-8270-43C8-AB75-D4428B315A8C}"/>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cxnSp>
        <p:nvCxnSpPr>
          <p:cNvPr id="13" name="Straight Connector 12">
            <a:extLst>
              <a:ext uri="{FF2B5EF4-FFF2-40B4-BE49-F238E27FC236}">
                <a16:creationId xmlns:a16="http://schemas.microsoft.com/office/drawing/2014/main" id="{F4210285-22FB-460A-BF38-045CDC521E10}"/>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15" name="Subtitle 2">
            <a:extLst>
              <a:ext uri="{FF2B5EF4-FFF2-40B4-BE49-F238E27FC236}">
                <a16:creationId xmlns:a16="http://schemas.microsoft.com/office/drawing/2014/main" id="{58FD6C79-979B-4363-AE0D-7F6066231FD4}"/>
              </a:ext>
            </a:extLst>
          </p:cNvPr>
          <p:cNvSpPr>
            <a:spLocks noGrp="1"/>
          </p:cNvSpPr>
          <p:nvPr>
            <p:ph type="subTitle" idx="13"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
        <p:nvSpPr>
          <p:cNvPr id="28" name="Content Placeholder 2">
            <a:extLst>
              <a:ext uri="{FF2B5EF4-FFF2-40B4-BE49-F238E27FC236}">
                <a16:creationId xmlns:a16="http://schemas.microsoft.com/office/drawing/2014/main" id="{5401BC5D-860F-40CB-BEDD-79A33F007C70}"/>
              </a:ext>
            </a:extLst>
          </p:cNvPr>
          <p:cNvSpPr>
            <a:spLocks noGrp="1"/>
          </p:cNvSpPr>
          <p:nvPr>
            <p:ph idx="22"/>
          </p:nvPr>
        </p:nvSpPr>
        <p:spPr>
          <a:xfrm>
            <a:off x="667267" y="1430887"/>
            <a:ext cx="7175048" cy="4925457"/>
          </a:xfrm>
          <a:prstGeom prst="rect">
            <a:avLst/>
          </a:prstGeom>
        </p:spPr>
        <p:txBody>
          <a:bodyPr/>
          <a:lstStyle>
            <a:lvl1pPr>
              <a:buClr>
                <a:srgbClr val="CB333B"/>
              </a:buClr>
              <a:defRPr/>
            </a:lvl1pPr>
            <a:lvl3pPr>
              <a:buClr>
                <a:srgbClr val="334EA2"/>
              </a:buClr>
              <a:defRPr/>
            </a:lvl3pPr>
            <a:lvl5pPr>
              <a:buClr>
                <a:srgbClr val="74787B"/>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95500055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icture Layout E1">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3EE9A70-91FA-4DFC-B912-9776A91E85F2}"/>
              </a:ext>
            </a:extLst>
          </p:cNvPr>
          <p:cNvSpPr>
            <a:spLocks noGrp="1"/>
          </p:cNvSpPr>
          <p:nvPr>
            <p:ph type="pic" sz="quarter" idx="11"/>
          </p:nvPr>
        </p:nvSpPr>
        <p:spPr>
          <a:xfrm>
            <a:off x="360000" y="1156112"/>
            <a:ext cx="3798000" cy="249120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8" name="Picture Placeholder 4">
            <a:extLst>
              <a:ext uri="{FF2B5EF4-FFF2-40B4-BE49-F238E27FC236}">
                <a16:creationId xmlns:a16="http://schemas.microsoft.com/office/drawing/2014/main" id="{7DF16EF3-3642-4E3D-98F7-D9662B77BEDC}"/>
              </a:ext>
            </a:extLst>
          </p:cNvPr>
          <p:cNvSpPr>
            <a:spLocks noGrp="1"/>
          </p:cNvSpPr>
          <p:nvPr>
            <p:ph type="pic" sz="quarter" idx="12"/>
          </p:nvPr>
        </p:nvSpPr>
        <p:spPr>
          <a:xfrm>
            <a:off x="360000" y="3846047"/>
            <a:ext cx="3798000" cy="249120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12" name="Picture Placeholder 4">
            <a:extLst>
              <a:ext uri="{FF2B5EF4-FFF2-40B4-BE49-F238E27FC236}">
                <a16:creationId xmlns:a16="http://schemas.microsoft.com/office/drawing/2014/main" id="{B6945F74-B119-4CF6-AEAD-6D743FE7184D}"/>
              </a:ext>
            </a:extLst>
          </p:cNvPr>
          <p:cNvSpPr>
            <a:spLocks noGrp="1"/>
          </p:cNvSpPr>
          <p:nvPr>
            <p:ph type="pic" sz="quarter" idx="13"/>
          </p:nvPr>
        </p:nvSpPr>
        <p:spPr>
          <a:xfrm>
            <a:off x="4377000" y="1156112"/>
            <a:ext cx="3798000" cy="249120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13" name="Picture Placeholder 4">
            <a:extLst>
              <a:ext uri="{FF2B5EF4-FFF2-40B4-BE49-F238E27FC236}">
                <a16:creationId xmlns:a16="http://schemas.microsoft.com/office/drawing/2014/main" id="{2B5AD410-24E2-4C13-88F2-F6F3D08C8867}"/>
              </a:ext>
            </a:extLst>
          </p:cNvPr>
          <p:cNvSpPr>
            <a:spLocks noGrp="1"/>
          </p:cNvSpPr>
          <p:nvPr>
            <p:ph type="pic" sz="quarter" idx="14"/>
          </p:nvPr>
        </p:nvSpPr>
        <p:spPr>
          <a:xfrm>
            <a:off x="4377000" y="3846047"/>
            <a:ext cx="3798000" cy="249120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14" name="Picture Placeholder 4">
            <a:extLst>
              <a:ext uri="{FF2B5EF4-FFF2-40B4-BE49-F238E27FC236}">
                <a16:creationId xmlns:a16="http://schemas.microsoft.com/office/drawing/2014/main" id="{136CF4A2-F053-4BBC-9595-AC5E1EAAAEB3}"/>
              </a:ext>
            </a:extLst>
          </p:cNvPr>
          <p:cNvSpPr>
            <a:spLocks noGrp="1"/>
          </p:cNvSpPr>
          <p:nvPr>
            <p:ph type="pic" sz="quarter" idx="15"/>
          </p:nvPr>
        </p:nvSpPr>
        <p:spPr>
          <a:xfrm>
            <a:off x="8394000" y="1156112"/>
            <a:ext cx="3798000" cy="249120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15" name="Picture Placeholder 4">
            <a:extLst>
              <a:ext uri="{FF2B5EF4-FFF2-40B4-BE49-F238E27FC236}">
                <a16:creationId xmlns:a16="http://schemas.microsoft.com/office/drawing/2014/main" id="{214B30A9-BE86-4D57-9BDF-BE9087F117A6}"/>
              </a:ext>
            </a:extLst>
          </p:cNvPr>
          <p:cNvSpPr>
            <a:spLocks noGrp="1"/>
          </p:cNvSpPr>
          <p:nvPr>
            <p:ph type="pic" sz="quarter" idx="16"/>
          </p:nvPr>
        </p:nvSpPr>
        <p:spPr>
          <a:xfrm>
            <a:off x="8394000" y="3846047"/>
            <a:ext cx="3798000" cy="249120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3" name="Slide Number Placeholder 2">
            <a:extLst>
              <a:ext uri="{FF2B5EF4-FFF2-40B4-BE49-F238E27FC236}">
                <a16:creationId xmlns:a16="http://schemas.microsoft.com/office/drawing/2014/main" id="{A7688725-B959-46AC-B974-CA703F3667BF}"/>
              </a:ext>
            </a:extLst>
          </p:cNvPr>
          <p:cNvSpPr>
            <a:spLocks noGrp="1"/>
          </p:cNvSpPr>
          <p:nvPr>
            <p:ph type="sldNum" sz="quarter" idx="10"/>
          </p:nvPr>
        </p:nvSpPr>
        <p:spPr/>
        <p:txBody>
          <a:bodyPr/>
          <a:lstStyle/>
          <a:p>
            <a:fld id="{F9C72FE7-3E28-4995-B4B7-F4CABFB817F3}" type="slidenum">
              <a:rPr lang="en-GB" smtClean="0"/>
              <a:pPr/>
              <a:t>‹#›</a:t>
            </a:fld>
            <a:endParaRPr lang="en-GB"/>
          </a:p>
        </p:txBody>
      </p:sp>
      <p:sp>
        <p:nvSpPr>
          <p:cNvPr id="11" name="Title 1">
            <a:extLst>
              <a:ext uri="{FF2B5EF4-FFF2-40B4-BE49-F238E27FC236}">
                <a16:creationId xmlns:a16="http://schemas.microsoft.com/office/drawing/2014/main" id="{896C2FED-8270-43C8-AB75-D4428B315A8C}"/>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Tree>
    <p:extLst>
      <p:ext uri="{BB962C8B-B14F-4D97-AF65-F5344CB8AC3E}">
        <p14:creationId xmlns:p14="http://schemas.microsoft.com/office/powerpoint/2010/main" val="242503498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icture Layout E2">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7688725-B959-46AC-B974-CA703F3667BF}"/>
              </a:ext>
            </a:extLst>
          </p:cNvPr>
          <p:cNvSpPr>
            <a:spLocks noGrp="1"/>
          </p:cNvSpPr>
          <p:nvPr>
            <p:ph type="sldNum" sz="quarter" idx="10"/>
          </p:nvPr>
        </p:nvSpPr>
        <p:spPr/>
        <p:txBody>
          <a:bodyPr/>
          <a:lstStyle/>
          <a:p>
            <a:fld id="{F9C72FE7-3E28-4995-B4B7-F4CABFB817F3}" type="slidenum">
              <a:rPr lang="en-GB" smtClean="0"/>
              <a:pPr/>
              <a:t>‹#›</a:t>
            </a:fld>
            <a:endParaRPr lang="en-GB"/>
          </a:p>
        </p:txBody>
      </p:sp>
      <p:sp>
        <p:nvSpPr>
          <p:cNvPr id="11" name="Title 1">
            <a:extLst>
              <a:ext uri="{FF2B5EF4-FFF2-40B4-BE49-F238E27FC236}">
                <a16:creationId xmlns:a16="http://schemas.microsoft.com/office/drawing/2014/main" id="{896C2FED-8270-43C8-AB75-D4428B315A8C}"/>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8" name="Picture Placeholder 4">
            <a:extLst>
              <a:ext uri="{FF2B5EF4-FFF2-40B4-BE49-F238E27FC236}">
                <a16:creationId xmlns:a16="http://schemas.microsoft.com/office/drawing/2014/main" id="{7DF16EF3-3642-4E3D-98F7-D9662B77BEDC}"/>
              </a:ext>
            </a:extLst>
          </p:cNvPr>
          <p:cNvSpPr>
            <a:spLocks noGrp="1"/>
          </p:cNvSpPr>
          <p:nvPr>
            <p:ph type="pic" sz="quarter" idx="12"/>
          </p:nvPr>
        </p:nvSpPr>
        <p:spPr>
          <a:xfrm>
            <a:off x="360000" y="3846047"/>
            <a:ext cx="3798000" cy="249120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12" name="Picture Placeholder 4">
            <a:extLst>
              <a:ext uri="{FF2B5EF4-FFF2-40B4-BE49-F238E27FC236}">
                <a16:creationId xmlns:a16="http://schemas.microsoft.com/office/drawing/2014/main" id="{B6945F74-B119-4CF6-AEAD-6D743FE7184D}"/>
              </a:ext>
            </a:extLst>
          </p:cNvPr>
          <p:cNvSpPr>
            <a:spLocks noGrp="1"/>
          </p:cNvSpPr>
          <p:nvPr>
            <p:ph type="pic" sz="quarter" idx="13"/>
          </p:nvPr>
        </p:nvSpPr>
        <p:spPr>
          <a:xfrm>
            <a:off x="4377000" y="1156112"/>
            <a:ext cx="3798000" cy="249120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13" name="Picture Placeholder 4">
            <a:extLst>
              <a:ext uri="{FF2B5EF4-FFF2-40B4-BE49-F238E27FC236}">
                <a16:creationId xmlns:a16="http://schemas.microsoft.com/office/drawing/2014/main" id="{2B5AD410-24E2-4C13-88F2-F6F3D08C8867}"/>
              </a:ext>
            </a:extLst>
          </p:cNvPr>
          <p:cNvSpPr>
            <a:spLocks noGrp="1"/>
          </p:cNvSpPr>
          <p:nvPr>
            <p:ph type="pic" sz="quarter" idx="14"/>
          </p:nvPr>
        </p:nvSpPr>
        <p:spPr>
          <a:xfrm>
            <a:off x="4377000" y="3846047"/>
            <a:ext cx="3798000" cy="249120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14" name="Picture Placeholder 4">
            <a:extLst>
              <a:ext uri="{FF2B5EF4-FFF2-40B4-BE49-F238E27FC236}">
                <a16:creationId xmlns:a16="http://schemas.microsoft.com/office/drawing/2014/main" id="{136CF4A2-F053-4BBC-9595-AC5E1EAAAEB3}"/>
              </a:ext>
            </a:extLst>
          </p:cNvPr>
          <p:cNvSpPr>
            <a:spLocks noGrp="1"/>
          </p:cNvSpPr>
          <p:nvPr>
            <p:ph type="pic" sz="quarter" idx="15"/>
          </p:nvPr>
        </p:nvSpPr>
        <p:spPr>
          <a:xfrm>
            <a:off x="8394000" y="1156112"/>
            <a:ext cx="3798000" cy="249120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18" name="Subtitle 2">
            <a:extLst>
              <a:ext uri="{FF2B5EF4-FFF2-40B4-BE49-F238E27FC236}">
                <a16:creationId xmlns:a16="http://schemas.microsoft.com/office/drawing/2014/main" id="{D8A03A57-F8DB-4A40-B0D1-65FCFB8BA022}"/>
              </a:ext>
            </a:extLst>
          </p:cNvPr>
          <p:cNvSpPr>
            <a:spLocks noGrp="1"/>
          </p:cNvSpPr>
          <p:nvPr>
            <p:ph type="subTitle" idx="17"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
        <p:nvSpPr>
          <p:cNvPr id="29" name="Picture Placeholder 4">
            <a:extLst>
              <a:ext uri="{FF2B5EF4-FFF2-40B4-BE49-F238E27FC236}">
                <a16:creationId xmlns:a16="http://schemas.microsoft.com/office/drawing/2014/main" id="{3CED7BFD-2336-409A-B8CB-E59568B31740}"/>
              </a:ext>
            </a:extLst>
          </p:cNvPr>
          <p:cNvSpPr>
            <a:spLocks noGrp="1"/>
          </p:cNvSpPr>
          <p:nvPr>
            <p:ph type="pic" sz="quarter" idx="18"/>
          </p:nvPr>
        </p:nvSpPr>
        <p:spPr>
          <a:xfrm>
            <a:off x="360000" y="1156112"/>
            <a:ext cx="3798000" cy="249120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30" name="Picture Placeholder 4">
            <a:extLst>
              <a:ext uri="{FF2B5EF4-FFF2-40B4-BE49-F238E27FC236}">
                <a16:creationId xmlns:a16="http://schemas.microsoft.com/office/drawing/2014/main" id="{A89F3AEB-D304-404C-8DC3-CFDD4F3794CC}"/>
              </a:ext>
            </a:extLst>
          </p:cNvPr>
          <p:cNvSpPr>
            <a:spLocks noGrp="1"/>
          </p:cNvSpPr>
          <p:nvPr>
            <p:ph type="pic" sz="quarter" idx="19"/>
          </p:nvPr>
        </p:nvSpPr>
        <p:spPr>
          <a:xfrm>
            <a:off x="8394000" y="3846047"/>
            <a:ext cx="3798000" cy="249120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Tree>
    <p:extLst>
      <p:ext uri="{BB962C8B-B14F-4D97-AF65-F5344CB8AC3E}">
        <p14:creationId xmlns:p14="http://schemas.microsoft.com/office/powerpoint/2010/main" val="294083939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Picture Layout E3">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7688725-B959-46AC-B974-CA703F3667BF}"/>
              </a:ext>
            </a:extLst>
          </p:cNvPr>
          <p:cNvSpPr>
            <a:spLocks noGrp="1"/>
          </p:cNvSpPr>
          <p:nvPr>
            <p:ph type="sldNum" sz="quarter" idx="10"/>
          </p:nvPr>
        </p:nvSpPr>
        <p:spPr/>
        <p:txBody>
          <a:bodyPr/>
          <a:lstStyle/>
          <a:p>
            <a:fld id="{F9C72FE7-3E28-4995-B4B7-F4CABFB817F3}" type="slidenum">
              <a:rPr lang="en-GB" smtClean="0"/>
              <a:pPr/>
              <a:t>‹#›</a:t>
            </a:fld>
            <a:endParaRPr lang="en-GB"/>
          </a:p>
        </p:txBody>
      </p:sp>
      <p:sp>
        <p:nvSpPr>
          <p:cNvPr id="11" name="Title 1">
            <a:extLst>
              <a:ext uri="{FF2B5EF4-FFF2-40B4-BE49-F238E27FC236}">
                <a16:creationId xmlns:a16="http://schemas.microsoft.com/office/drawing/2014/main" id="{896C2FED-8270-43C8-AB75-D4428B315A8C}"/>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8" name="Picture Placeholder 4">
            <a:extLst>
              <a:ext uri="{FF2B5EF4-FFF2-40B4-BE49-F238E27FC236}">
                <a16:creationId xmlns:a16="http://schemas.microsoft.com/office/drawing/2014/main" id="{7DF16EF3-3642-4E3D-98F7-D9662B77BEDC}"/>
              </a:ext>
            </a:extLst>
          </p:cNvPr>
          <p:cNvSpPr>
            <a:spLocks noGrp="1"/>
          </p:cNvSpPr>
          <p:nvPr>
            <p:ph type="pic" sz="quarter" idx="12"/>
          </p:nvPr>
        </p:nvSpPr>
        <p:spPr>
          <a:xfrm>
            <a:off x="360000" y="3846047"/>
            <a:ext cx="3798000" cy="249120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12" name="Picture Placeholder 4">
            <a:extLst>
              <a:ext uri="{FF2B5EF4-FFF2-40B4-BE49-F238E27FC236}">
                <a16:creationId xmlns:a16="http://schemas.microsoft.com/office/drawing/2014/main" id="{B6945F74-B119-4CF6-AEAD-6D743FE7184D}"/>
              </a:ext>
            </a:extLst>
          </p:cNvPr>
          <p:cNvSpPr>
            <a:spLocks noGrp="1"/>
          </p:cNvSpPr>
          <p:nvPr>
            <p:ph type="pic" sz="quarter" idx="13"/>
          </p:nvPr>
        </p:nvSpPr>
        <p:spPr>
          <a:xfrm>
            <a:off x="4377000" y="1156112"/>
            <a:ext cx="3798000" cy="249120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14" name="Picture Placeholder 4">
            <a:extLst>
              <a:ext uri="{FF2B5EF4-FFF2-40B4-BE49-F238E27FC236}">
                <a16:creationId xmlns:a16="http://schemas.microsoft.com/office/drawing/2014/main" id="{136CF4A2-F053-4BBC-9595-AC5E1EAAAEB3}"/>
              </a:ext>
            </a:extLst>
          </p:cNvPr>
          <p:cNvSpPr>
            <a:spLocks noGrp="1"/>
          </p:cNvSpPr>
          <p:nvPr>
            <p:ph type="pic" sz="quarter" idx="15"/>
          </p:nvPr>
        </p:nvSpPr>
        <p:spPr>
          <a:xfrm>
            <a:off x="8394000" y="1156112"/>
            <a:ext cx="3798000" cy="249120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18" name="Subtitle 2">
            <a:extLst>
              <a:ext uri="{FF2B5EF4-FFF2-40B4-BE49-F238E27FC236}">
                <a16:creationId xmlns:a16="http://schemas.microsoft.com/office/drawing/2014/main" id="{D8A03A57-F8DB-4A40-B0D1-65FCFB8BA022}"/>
              </a:ext>
            </a:extLst>
          </p:cNvPr>
          <p:cNvSpPr>
            <a:spLocks noGrp="1"/>
          </p:cNvSpPr>
          <p:nvPr>
            <p:ph type="subTitle" idx="17"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
        <p:nvSpPr>
          <p:cNvPr id="17" name="Text Placeholder 9">
            <a:extLst>
              <a:ext uri="{FF2B5EF4-FFF2-40B4-BE49-F238E27FC236}">
                <a16:creationId xmlns:a16="http://schemas.microsoft.com/office/drawing/2014/main" id="{D9A1DC93-9C95-4D7A-8BF6-74613BAFF7FC}"/>
              </a:ext>
            </a:extLst>
          </p:cNvPr>
          <p:cNvSpPr>
            <a:spLocks noGrp="1"/>
          </p:cNvSpPr>
          <p:nvPr>
            <p:ph type="body" sz="quarter" idx="19"/>
          </p:nvPr>
        </p:nvSpPr>
        <p:spPr>
          <a:xfrm>
            <a:off x="8394000" y="3870325"/>
            <a:ext cx="3490734" cy="24669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C5725E55-E218-40C9-BF51-A665DDA9469F}"/>
              </a:ext>
            </a:extLst>
          </p:cNvPr>
          <p:cNvSpPr>
            <a:spLocks noGrp="1"/>
          </p:cNvSpPr>
          <p:nvPr>
            <p:ph type="body" sz="quarter" idx="20"/>
          </p:nvPr>
        </p:nvSpPr>
        <p:spPr>
          <a:xfrm>
            <a:off x="640768" y="1308100"/>
            <a:ext cx="3489325" cy="23392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ext Placeholder 9">
            <a:extLst>
              <a:ext uri="{FF2B5EF4-FFF2-40B4-BE49-F238E27FC236}">
                <a16:creationId xmlns:a16="http://schemas.microsoft.com/office/drawing/2014/main" id="{FA8C9396-5252-486B-8B96-B9D47BB068D4}"/>
              </a:ext>
            </a:extLst>
          </p:cNvPr>
          <p:cNvSpPr>
            <a:spLocks noGrp="1"/>
          </p:cNvSpPr>
          <p:nvPr>
            <p:ph type="body" sz="quarter" idx="21"/>
          </p:nvPr>
        </p:nvSpPr>
        <p:spPr>
          <a:xfrm>
            <a:off x="4377000" y="3846047"/>
            <a:ext cx="3798000" cy="24669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92363844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clusion A1">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391E951F-1378-425E-8045-A01C74678844}"/>
              </a:ext>
            </a:extLst>
          </p:cNvPr>
          <p:cNvSpPr/>
          <p:nvPr userDrawn="1"/>
        </p:nvSpPr>
        <p:spPr>
          <a:xfrm>
            <a:off x="667266" y="5613400"/>
            <a:ext cx="10857468" cy="653257"/>
          </a:xfrm>
          <a:prstGeom prst="roundRect">
            <a:avLst>
              <a:gd name="adj" fmla="val 20253"/>
            </a:avLst>
          </a:prstGeom>
          <a:solidFill>
            <a:srgbClr val="CB33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16" name="Title 1">
            <a:extLst>
              <a:ext uri="{FF2B5EF4-FFF2-40B4-BE49-F238E27FC236}">
                <a16:creationId xmlns:a16="http://schemas.microsoft.com/office/drawing/2014/main" id="{A8C770E6-6791-4449-B2CE-2E3F185FC2E1}"/>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3200"/>
            </a:lvl1pPr>
          </a:lstStyle>
          <a:p>
            <a:r>
              <a:rPr lang="en-US"/>
              <a:t>Click to edit Heading</a:t>
            </a:r>
            <a:endParaRPr lang="en-GB"/>
          </a:p>
        </p:txBody>
      </p:sp>
      <p:sp>
        <p:nvSpPr>
          <p:cNvPr id="8" name="Content Placeholder 2">
            <a:extLst>
              <a:ext uri="{FF2B5EF4-FFF2-40B4-BE49-F238E27FC236}">
                <a16:creationId xmlns:a16="http://schemas.microsoft.com/office/drawing/2014/main" id="{8D2E03EB-6C51-429C-AAD6-45E04EA6703B}"/>
              </a:ext>
            </a:extLst>
          </p:cNvPr>
          <p:cNvSpPr>
            <a:spLocks noGrp="1"/>
          </p:cNvSpPr>
          <p:nvPr>
            <p:ph idx="1"/>
          </p:nvPr>
        </p:nvSpPr>
        <p:spPr>
          <a:xfrm>
            <a:off x="667266" y="1453418"/>
            <a:ext cx="5248734" cy="401521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Content Placeholder 2">
            <a:extLst>
              <a:ext uri="{FF2B5EF4-FFF2-40B4-BE49-F238E27FC236}">
                <a16:creationId xmlns:a16="http://schemas.microsoft.com/office/drawing/2014/main" id="{6A9E4AD0-6538-4882-855A-4DEE9640C1CA}"/>
              </a:ext>
            </a:extLst>
          </p:cNvPr>
          <p:cNvSpPr>
            <a:spLocks noGrp="1"/>
          </p:cNvSpPr>
          <p:nvPr>
            <p:ph idx="12"/>
          </p:nvPr>
        </p:nvSpPr>
        <p:spPr>
          <a:xfrm>
            <a:off x="6276000" y="1453418"/>
            <a:ext cx="5248734" cy="401521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Text Placeholder 12">
            <a:extLst>
              <a:ext uri="{FF2B5EF4-FFF2-40B4-BE49-F238E27FC236}">
                <a16:creationId xmlns:a16="http://schemas.microsoft.com/office/drawing/2014/main" id="{CD2954FF-3F58-4042-A5E8-823D1042AC72}"/>
              </a:ext>
            </a:extLst>
          </p:cNvPr>
          <p:cNvSpPr>
            <a:spLocks noGrp="1"/>
          </p:cNvSpPr>
          <p:nvPr>
            <p:ph type="body" sz="quarter" idx="13" hasCustomPrompt="1"/>
          </p:nvPr>
        </p:nvSpPr>
        <p:spPr>
          <a:xfrm>
            <a:off x="3776586" y="5756672"/>
            <a:ext cx="4734595" cy="366712"/>
          </a:xfrm>
        </p:spPr>
        <p:txBody>
          <a:bodyPr anchor="ctr"/>
          <a:lstStyle>
            <a:lvl1pPr marL="0" indent="0" algn="ctr">
              <a:buNone/>
              <a:defRPr b="1">
                <a:solidFill>
                  <a:schemeClr val="bg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a:t>Conclusion / Key message</a:t>
            </a:r>
            <a:endParaRPr lang="en-GB"/>
          </a:p>
        </p:txBody>
      </p:sp>
    </p:spTree>
    <p:extLst>
      <p:ext uri="{BB962C8B-B14F-4D97-AF65-F5344CB8AC3E}">
        <p14:creationId xmlns:p14="http://schemas.microsoft.com/office/powerpoint/2010/main" val="72421980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clusion A2">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391E951F-1378-425E-8045-A01C74678844}"/>
              </a:ext>
            </a:extLst>
          </p:cNvPr>
          <p:cNvSpPr/>
          <p:nvPr userDrawn="1"/>
        </p:nvSpPr>
        <p:spPr>
          <a:xfrm>
            <a:off x="667266" y="5613400"/>
            <a:ext cx="10857468" cy="653257"/>
          </a:xfrm>
          <a:prstGeom prst="roundRect">
            <a:avLst>
              <a:gd name="adj" fmla="val 20253"/>
            </a:avLst>
          </a:prstGeom>
          <a:solidFill>
            <a:srgbClr val="CB33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sp>
        <p:nvSpPr>
          <p:cNvPr id="14" name="Subtitle 2">
            <a:extLst>
              <a:ext uri="{FF2B5EF4-FFF2-40B4-BE49-F238E27FC236}">
                <a16:creationId xmlns:a16="http://schemas.microsoft.com/office/drawing/2014/main" id="{47BDE5E5-CB56-4184-9886-01A36C716577}"/>
              </a:ext>
            </a:extLst>
          </p:cNvPr>
          <p:cNvSpPr>
            <a:spLocks noGrp="1"/>
          </p:cNvSpPr>
          <p:nvPr>
            <p:ph type="subTitle" idx="11"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16" name="Title 1">
            <a:extLst>
              <a:ext uri="{FF2B5EF4-FFF2-40B4-BE49-F238E27FC236}">
                <a16:creationId xmlns:a16="http://schemas.microsoft.com/office/drawing/2014/main" id="{A8C770E6-6791-4449-B2CE-2E3F185FC2E1}"/>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3200"/>
            </a:lvl1pPr>
          </a:lstStyle>
          <a:p>
            <a:r>
              <a:rPr lang="en-US"/>
              <a:t>Click to edit Heading</a:t>
            </a:r>
            <a:endParaRPr lang="en-GB"/>
          </a:p>
        </p:txBody>
      </p:sp>
      <p:sp>
        <p:nvSpPr>
          <p:cNvPr id="8" name="Content Placeholder 2">
            <a:extLst>
              <a:ext uri="{FF2B5EF4-FFF2-40B4-BE49-F238E27FC236}">
                <a16:creationId xmlns:a16="http://schemas.microsoft.com/office/drawing/2014/main" id="{8D2E03EB-6C51-429C-AAD6-45E04EA6703B}"/>
              </a:ext>
            </a:extLst>
          </p:cNvPr>
          <p:cNvSpPr>
            <a:spLocks noGrp="1"/>
          </p:cNvSpPr>
          <p:nvPr>
            <p:ph idx="1"/>
          </p:nvPr>
        </p:nvSpPr>
        <p:spPr>
          <a:xfrm>
            <a:off x="667266" y="1453418"/>
            <a:ext cx="5248734" cy="401521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Content Placeholder 2">
            <a:extLst>
              <a:ext uri="{FF2B5EF4-FFF2-40B4-BE49-F238E27FC236}">
                <a16:creationId xmlns:a16="http://schemas.microsoft.com/office/drawing/2014/main" id="{6A9E4AD0-6538-4882-855A-4DEE9640C1CA}"/>
              </a:ext>
            </a:extLst>
          </p:cNvPr>
          <p:cNvSpPr>
            <a:spLocks noGrp="1"/>
          </p:cNvSpPr>
          <p:nvPr>
            <p:ph idx="12"/>
          </p:nvPr>
        </p:nvSpPr>
        <p:spPr>
          <a:xfrm>
            <a:off x="6276000" y="1453418"/>
            <a:ext cx="5248734" cy="401521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Box 3">
            <a:extLst>
              <a:ext uri="{FF2B5EF4-FFF2-40B4-BE49-F238E27FC236}">
                <a16:creationId xmlns:a16="http://schemas.microsoft.com/office/drawing/2014/main" id="{EB2B0EAF-B2EF-43E2-A294-124441462040}"/>
              </a:ext>
            </a:extLst>
          </p:cNvPr>
          <p:cNvSpPr txBox="1"/>
          <p:nvPr userDrawn="1"/>
        </p:nvSpPr>
        <p:spPr>
          <a:xfrm>
            <a:off x="3670434" y="5739973"/>
            <a:ext cx="4851133" cy="400110"/>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a:solidFill>
                  <a:schemeClr val="bg1"/>
                </a:solidFill>
              </a:rPr>
              <a:t>Conclusion / Key message</a:t>
            </a:r>
            <a:endParaRPr lang="en-GB" sz="2000" b="1">
              <a:solidFill>
                <a:schemeClr val="bg1"/>
              </a:solidFill>
            </a:endParaRPr>
          </a:p>
        </p:txBody>
      </p:sp>
    </p:spTree>
    <p:extLst>
      <p:ext uri="{BB962C8B-B14F-4D97-AF65-F5344CB8AC3E}">
        <p14:creationId xmlns:p14="http://schemas.microsoft.com/office/powerpoint/2010/main" val="360784944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clusion B1">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391E951F-1378-425E-8045-A01C74678844}"/>
              </a:ext>
            </a:extLst>
          </p:cNvPr>
          <p:cNvSpPr/>
          <p:nvPr userDrawn="1"/>
        </p:nvSpPr>
        <p:spPr>
          <a:xfrm>
            <a:off x="667266" y="5613400"/>
            <a:ext cx="10857468" cy="653257"/>
          </a:xfrm>
          <a:prstGeom prst="roundRect">
            <a:avLst>
              <a:gd name="adj" fmla="val 20253"/>
            </a:avLst>
          </a:prstGeom>
          <a:solidFill>
            <a:srgbClr val="CB33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16" name="Title 1">
            <a:extLst>
              <a:ext uri="{FF2B5EF4-FFF2-40B4-BE49-F238E27FC236}">
                <a16:creationId xmlns:a16="http://schemas.microsoft.com/office/drawing/2014/main" id="{A8C770E6-6791-4449-B2CE-2E3F185FC2E1}"/>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3200"/>
            </a:lvl1pPr>
          </a:lstStyle>
          <a:p>
            <a:r>
              <a:rPr lang="en-US"/>
              <a:t>Click to edit Heading</a:t>
            </a:r>
            <a:endParaRPr lang="en-GB"/>
          </a:p>
        </p:txBody>
      </p:sp>
      <p:sp>
        <p:nvSpPr>
          <p:cNvPr id="8" name="Content Placeholder 2">
            <a:extLst>
              <a:ext uri="{FF2B5EF4-FFF2-40B4-BE49-F238E27FC236}">
                <a16:creationId xmlns:a16="http://schemas.microsoft.com/office/drawing/2014/main" id="{8D2E03EB-6C51-429C-AAD6-45E04EA6703B}"/>
              </a:ext>
            </a:extLst>
          </p:cNvPr>
          <p:cNvSpPr>
            <a:spLocks noGrp="1"/>
          </p:cNvSpPr>
          <p:nvPr>
            <p:ph idx="1"/>
          </p:nvPr>
        </p:nvSpPr>
        <p:spPr>
          <a:xfrm>
            <a:off x="667266" y="1453418"/>
            <a:ext cx="10857468" cy="401521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Box 3">
            <a:extLst>
              <a:ext uri="{FF2B5EF4-FFF2-40B4-BE49-F238E27FC236}">
                <a16:creationId xmlns:a16="http://schemas.microsoft.com/office/drawing/2014/main" id="{EB2B0EAF-B2EF-43E2-A294-124441462040}"/>
              </a:ext>
            </a:extLst>
          </p:cNvPr>
          <p:cNvSpPr txBox="1"/>
          <p:nvPr userDrawn="1"/>
        </p:nvSpPr>
        <p:spPr>
          <a:xfrm>
            <a:off x="3670434" y="5739973"/>
            <a:ext cx="4851133" cy="400110"/>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a:solidFill>
                  <a:schemeClr val="bg1"/>
                </a:solidFill>
              </a:rPr>
              <a:t>Conclusion / Key message</a:t>
            </a:r>
            <a:endParaRPr lang="en-GB" sz="2000" b="1">
              <a:solidFill>
                <a:schemeClr val="bg1"/>
              </a:solidFill>
            </a:endParaRPr>
          </a:p>
        </p:txBody>
      </p:sp>
    </p:spTree>
    <p:extLst>
      <p:ext uri="{BB962C8B-B14F-4D97-AF65-F5344CB8AC3E}">
        <p14:creationId xmlns:p14="http://schemas.microsoft.com/office/powerpoint/2010/main" val="156807023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clusion B2">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391E951F-1378-425E-8045-A01C74678844}"/>
              </a:ext>
            </a:extLst>
          </p:cNvPr>
          <p:cNvSpPr/>
          <p:nvPr userDrawn="1"/>
        </p:nvSpPr>
        <p:spPr>
          <a:xfrm>
            <a:off x="667266" y="5613400"/>
            <a:ext cx="10857468" cy="653257"/>
          </a:xfrm>
          <a:prstGeom prst="roundRect">
            <a:avLst>
              <a:gd name="adj" fmla="val 20253"/>
            </a:avLst>
          </a:prstGeom>
          <a:solidFill>
            <a:srgbClr val="CB33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sp>
        <p:nvSpPr>
          <p:cNvPr id="14" name="Subtitle 2">
            <a:extLst>
              <a:ext uri="{FF2B5EF4-FFF2-40B4-BE49-F238E27FC236}">
                <a16:creationId xmlns:a16="http://schemas.microsoft.com/office/drawing/2014/main" id="{47BDE5E5-CB56-4184-9886-01A36C716577}"/>
              </a:ext>
            </a:extLst>
          </p:cNvPr>
          <p:cNvSpPr>
            <a:spLocks noGrp="1"/>
          </p:cNvSpPr>
          <p:nvPr>
            <p:ph type="subTitle" idx="11"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16" name="Title 1">
            <a:extLst>
              <a:ext uri="{FF2B5EF4-FFF2-40B4-BE49-F238E27FC236}">
                <a16:creationId xmlns:a16="http://schemas.microsoft.com/office/drawing/2014/main" id="{A8C770E6-6791-4449-B2CE-2E3F185FC2E1}"/>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3200"/>
            </a:lvl1pPr>
          </a:lstStyle>
          <a:p>
            <a:r>
              <a:rPr lang="en-US"/>
              <a:t>Click to edit Heading</a:t>
            </a:r>
            <a:endParaRPr lang="en-GB"/>
          </a:p>
        </p:txBody>
      </p:sp>
      <p:sp>
        <p:nvSpPr>
          <p:cNvPr id="8" name="Content Placeholder 2">
            <a:extLst>
              <a:ext uri="{FF2B5EF4-FFF2-40B4-BE49-F238E27FC236}">
                <a16:creationId xmlns:a16="http://schemas.microsoft.com/office/drawing/2014/main" id="{8D2E03EB-6C51-429C-AAD6-45E04EA6703B}"/>
              </a:ext>
            </a:extLst>
          </p:cNvPr>
          <p:cNvSpPr>
            <a:spLocks noGrp="1"/>
          </p:cNvSpPr>
          <p:nvPr>
            <p:ph idx="1"/>
          </p:nvPr>
        </p:nvSpPr>
        <p:spPr>
          <a:xfrm>
            <a:off x="667266" y="1453418"/>
            <a:ext cx="10857468" cy="401521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Box 3">
            <a:extLst>
              <a:ext uri="{FF2B5EF4-FFF2-40B4-BE49-F238E27FC236}">
                <a16:creationId xmlns:a16="http://schemas.microsoft.com/office/drawing/2014/main" id="{EB2B0EAF-B2EF-43E2-A294-124441462040}"/>
              </a:ext>
            </a:extLst>
          </p:cNvPr>
          <p:cNvSpPr txBox="1"/>
          <p:nvPr userDrawn="1"/>
        </p:nvSpPr>
        <p:spPr>
          <a:xfrm>
            <a:off x="3670434" y="5739973"/>
            <a:ext cx="4851133" cy="400110"/>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a:solidFill>
                  <a:schemeClr val="bg1"/>
                </a:solidFill>
              </a:rPr>
              <a:t>Conclusion / Key message</a:t>
            </a:r>
            <a:endParaRPr lang="en-GB" sz="2000" b="1">
              <a:solidFill>
                <a:schemeClr val="bg1"/>
              </a:solidFill>
            </a:endParaRPr>
          </a:p>
        </p:txBody>
      </p:sp>
    </p:spTree>
    <p:extLst>
      <p:ext uri="{BB962C8B-B14F-4D97-AF65-F5344CB8AC3E}">
        <p14:creationId xmlns:p14="http://schemas.microsoft.com/office/powerpoint/2010/main" val="263933273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TA Main">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74C19BF9-FF8C-477D-B573-BCDE41EF9434}"/>
              </a:ext>
            </a:extLst>
          </p:cNvPr>
          <p:cNvSpPr/>
          <p:nvPr userDrawn="1"/>
        </p:nvSpPr>
        <p:spPr>
          <a:xfrm>
            <a:off x="0" y="2287487"/>
            <a:ext cx="12192000" cy="4570515"/>
          </a:xfrm>
          <a:custGeom>
            <a:avLst/>
            <a:gdLst>
              <a:gd name="connsiteX0" fmla="*/ 8734075 w 12192000"/>
              <a:gd name="connsiteY0" fmla="*/ 0 h 4570515"/>
              <a:gd name="connsiteX1" fmla="*/ 12100440 w 12192000"/>
              <a:gd name="connsiteY1" fmla="*/ 339359 h 4570515"/>
              <a:gd name="connsiteX2" fmla="*/ 12192000 w 12192000"/>
              <a:gd name="connsiteY2" fmla="*/ 359291 h 4570515"/>
              <a:gd name="connsiteX3" fmla="*/ 12192000 w 12192000"/>
              <a:gd name="connsiteY3" fmla="*/ 4570515 h 4570515"/>
              <a:gd name="connsiteX4" fmla="*/ 0 w 12192000"/>
              <a:gd name="connsiteY4" fmla="*/ 4570515 h 4570515"/>
              <a:gd name="connsiteX5" fmla="*/ 0 w 12192000"/>
              <a:gd name="connsiteY5" fmla="*/ 2463582 h 4570515"/>
              <a:gd name="connsiteX6" fmla="*/ 72635 w 12192000"/>
              <a:gd name="connsiteY6" fmla="*/ 2418241 h 4570515"/>
              <a:gd name="connsiteX7" fmla="*/ 8734075 w 12192000"/>
              <a:gd name="connsiteY7" fmla="*/ 0 h 4570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4570515">
                <a:moveTo>
                  <a:pt x="8734075" y="0"/>
                </a:moveTo>
                <a:cubicBezTo>
                  <a:pt x="9887220" y="0"/>
                  <a:pt x="11013073" y="116852"/>
                  <a:pt x="12100440" y="339359"/>
                </a:cubicBezTo>
                <a:lnTo>
                  <a:pt x="12192000" y="359291"/>
                </a:lnTo>
                <a:lnTo>
                  <a:pt x="12192000" y="4570515"/>
                </a:lnTo>
                <a:lnTo>
                  <a:pt x="0" y="4570515"/>
                </a:lnTo>
                <a:lnTo>
                  <a:pt x="0" y="2463582"/>
                </a:lnTo>
                <a:lnTo>
                  <a:pt x="72635" y="2418241"/>
                </a:lnTo>
                <a:cubicBezTo>
                  <a:pt x="2598173" y="883687"/>
                  <a:pt x="5562926" y="0"/>
                  <a:pt x="8734075" y="0"/>
                </a:cubicBezTo>
                <a:close/>
              </a:path>
            </a:pathLst>
          </a:custGeom>
          <a:solidFill>
            <a:srgbClr val="E3E4E5">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 name="Slide Number Placeholder 2">
            <a:extLst>
              <a:ext uri="{FF2B5EF4-FFF2-40B4-BE49-F238E27FC236}">
                <a16:creationId xmlns:a16="http://schemas.microsoft.com/office/drawing/2014/main" id="{1BBBB69C-D1AB-4C3B-B888-1C1A86755250}"/>
              </a:ext>
            </a:extLst>
          </p:cNvPr>
          <p:cNvSpPr>
            <a:spLocks noGrp="1"/>
          </p:cNvSpPr>
          <p:nvPr>
            <p:ph type="sldNum" sz="quarter" idx="10"/>
          </p:nvPr>
        </p:nvSpPr>
        <p:spPr/>
        <p:txBody>
          <a:bodyPr/>
          <a:lstStyle/>
          <a:p>
            <a:fld id="{F9C72FE7-3E28-4995-B4B7-F4CABFB817F3}" type="slidenum">
              <a:rPr lang="en-GB" smtClean="0"/>
              <a:pPr/>
              <a:t>‹#›</a:t>
            </a:fld>
            <a:endParaRPr lang="en-GB"/>
          </a:p>
        </p:txBody>
      </p:sp>
      <p:grpSp>
        <p:nvGrpSpPr>
          <p:cNvPr id="8" name="Group 7">
            <a:extLst>
              <a:ext uri="{FF2B5EF4-FFF2-40B4-BE49-F238E27FC236}">
                <a16:creationId xmlns:a16="http://schemas.microsoft.com/office/drawing/2014/main" id="{890B69CB-5060-46B4-B0A5-B97AE76B267D}"/>
              </a:ext>
            </a:extLst>
          </p:cNvPr>
          <p:cNvGrpSpPr/>
          <p:nvPr userDrawn="1"/>
        </p:nvGrpSpPr>
        <p:grpSpPr>
          <a:xfrm rot="13401516">
            <a:off x="-485428" y="247672"/>
            <a:ext cx="5162415" cy="5021816"/>
            <a:chOff x="4276727" y="1066800"/>
            <a:chExt cx="5179798" cy="5038724"/>
          </a:xfrm>
        </p:grpSpPr>
        <p:sp>
          <p:nvSpPr>
            <p:cNvPr id="9" name="Oval 8">
              <a:extLst>
                <a:ext uri="{FF2B5EF4-FFF2-40B4-BE49-F238E27FC236}">
                  <a16:creationId xmlns:a16="http://schemas.microsoft.com/office/drawing/2014/main" id="{4E45E6F3-C545-4923-8CC0-2C97FA62CD28}"/>
                </a:ext>
              </a:extLst>
            </p:cNvPr>
            <p:cNvSpPr/>
            <p:nvPr userDrawn="1"/>
          </p:nvSpPr>
          <p:spPr>
            <a:xfrm>
              <a:off x="4276727" y="1066800"/>
              <a:ext cx="5038726" cy="5038724"/>
            </a:xfrm>
            <a:prstGeom prst="ellipse">
              <a:avLst/>
            </a:prstGeom>
            <a:noFill/>
            <a:ln w="15875">
              <a:solidFill>
                <a:srgbClr val="97999B"/>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a16="http://schemas.microsoft.com/office/drawing/2014/main" id="{4F40D4D9-0D2F-4A0A-ABA2-518299A99C39}"/>
                </a:ext>
              </a:extLst>
            </p:cNvPr>
            <p:cNvSpPr/>
            <p:nvPr userDrawn="1"/>
          </p:nvSpPr>
          <p:spPr>
            <a:xfrm>
              <a:off x="4385088" y="4536833"/>
              <a:ext cx="304854" cy="304854"/>
            </a:xfrm>
            <a:prstGeom prst="ellipse">
              <a:avLst/>
            </a:prstGeom>
            <a:noFill/>
            <a:ln w="38100">
              <a:solidFill>
                <a:srgbClr val="97999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30054D00-F7C3-42A1-9509-324C0FDC10B7}"/>
                </a:ext>
              </a:extLst>
            </p:cNvPr>
            <p:cNvSpPr/>
            <p:nvPr userDrawn="1"/>
          </p:nvSpPr>
          <p:spPr>
            <a:xfrm>
              <a:off x="8804248" y="4185176"/>
              <a:ext cx="652277" cy="652277"/>
            </a:xfrm>
            <a:prstGeom prst="ellipse">
              <a:avLst/>
            </a:prstGeom>
            <a:solidFill>
              <a:schemeClr val="bg1"/>
            </a:solidFill>
            <a:ln w="82550">
              <a:solidFill>
                <a:srgbClr val="334E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F73AC1FE-26E3-48BB-A19C-FD70C153D256}"/>
                </a:ext>
              </a:extLst>
            </p:cNvPr>
            <p:cNvSpPr/>
            <p:nvPr userDrawn="1"/>
          </p:nvSpPr>
          <p:spPr>
            <a:xfrm>
              <a:off x="4683279" y="4967196"/>
              <a:ext cx="480419" cy="480417"/>
            </a:xfrm>
            <a:prstGeom prst="ellipse">
              <a:avLst/>
            </a:prstGeom>
            <a:solidFill>
              <a:schemeClr val="bg1"/>
            </a:solidFill>
            <a:ln w="69850">
              <a:solidFill>
                <a:srgbClr val="CB33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7" name="Group 16">
            <a:extLst>
              <a:ext uri="{FF2B5EF4-FFF2-40B4-BE49-F238E27FC236}">
                <a16:creationId xmlns:a16="http://schemas.microsoft.com/office/drawing/2014/main" id="{A608EC57-7C27-431F-95C0-444E1C55E993}"/>
              </a:ext>
            </a:extLst>
          </p:cNvPr>
          <p:cNvGrpSpPr/>
          <p:nvPr userDrawn="1"/>
        </p:nvGrpSpPr>
        <p:grpSpPr>
          <a:xfrm>
            <a:off x="1088432" y="3237731"/>
            <a:ext cx="2805682" cy="2555346"/>
            <a:chOff x="948171" y="2151327"/>
            <a:chExt cx="2805682" cy="2555346"/>
          </a:xfrm>
        </p:grpSpPr>
        <p:sp>
          <p:nvSpPr>
            <p:cNvPr id="5" name="Rectangle: Rounded Corners 4">
              <a:extLst>
                <a:ext uri="{FF2B5EF4-FFF2-40B4-BE49-F238E27FC236}">
                  <a16:creationId xmlns:a16="http://schemas.microsoft.com/office/drawing/2014/main" id="{A1AA7176-1920-4ACB-A4AD-63A177DAD94A}"/>
                </a:ext>
              </a:extLst>
            </p:cNvPr>
            <p:cNvSpPr/>
            <p:nvPr userDrawn="1"/>
          </p:nvSpPr>
          <p:spPr>
            <a:xfrm>
              <a:off x="948171" y="2151327"/>
              <a:ext cx="2805682" cy="2555346"/>
            </a:xfrm>
            <a:prstGeom prst="roundRect">
              <a:avLst>
                <a:gd name="adj" fmla="val 5558"/>
              </a:avLst>
            </a:prstGeom>
            <a:solidFill>
              <a:srgbClr val="CB33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6" name="Picture 15">
              <a:extLst>
                <a:ext uri="{FF2B5EF4-FFF2-40B4-BE49-F238E27FC236}">
                  <a16:creationId xmlns:a16="http://schemas.microsoft.com/office/drawing/2014/main" id="{8B715392-78FE-4B85-9701-53DC9DCAA670}"/>
                </a:ext>
              </a:extLst>
            </p:cNvPr>
            <p:cNvPicPr>
              <a:picLocks noChangeAspect="1"/>
            </p:cNvPicPr>
            <p:nvPr userDrawn="1"/>
          </p:nvPicPr>
          <p:blipFill>
            <a:blip r:embed="rId2"/>
            <a:stretch>
              <a:fillRect/>
            </a:stretch>
          </p:blipFill>
          <p:spPr>
            <a:xfrm>
              <a:off x="1145987" y="2458254"/>
              <a:ext cx="2371550" cy="2036240"/>
            </a:xfrm>
            <a:prstGeom prst="rect">
              <a:avLst/>
            </a:prstGeom>
          </p:spPr>
        </p:pic>
      </p:grpSp>
      <p:sp>
        <p:nvSpPr>
          <p:cNvPr id="18" name="TextBox 17">
            <a:extLst>
              <a:ext uri="{FF2B5EF4-FFF2-40B4-BE49-F238E27FC236}">
                <a16:creationId xmlns:a16="http://schemas.microsoft.com/office/drawing/2014/main" id="{0C1C5C86-2978-4A2B-AB5B-BB781E6FE5E5}"/>
              </a:ext>
            </a:extLst>
          </p:cNvPr>
          <p:cNvSpPr txBox="1"/>
          <p:nvPr userDrawn="1"/>
        </p:nvSpPr>
        <p:spPr>
          <a:xfrm>
            <a:off x="5180738" y="3504009"/>
            <a:ext cx="3238530" cy="830997"/>
          </a:xfrm>
          <a:prstGeom prst="rect">
            <a:avLst/>
          </a:prstGeom>
          <a:noFill/>
        </p:spPr>
        <p:txBody>
          <a:bodyPr wrap="square" rtlCol="0">
            <a:spAutoFit/>
          </a:bodyPr>
          <a:lstStyle/>
          <a:p>
            <a:r>
              <a:rPr lang="en-GB" sz="4800" b="1">
                <a:solidFill>
                  <a:srgbClr val="97999B"/>
                </a:solidFill>
                <a:latin typeface="Bliss" panose="02000506030000020004" pitchFamily="50" charset="0"/>
              </a:rPr>
              <a:t>Thank you</a:t>
            </a:r>
          </a:p>
        </p:txBody>
      </p:sp>
      <p:grpSp>
        <p:nvGrpSpPr>
          <p:cNvPr id="2" name="Group 1">
            <a:extLst>
              <a:ext uri="{FF2B5EF4-FFF2-40B4-BE49-F238E27FC236}">
                <a16:creationId xmlns:a16="http://schemas.microsoft.com/office/drawing/2014/main" id="{CE8CB6B5-4DEB-4F8E-AB1C-B77AA694B14C}"/>
              </a:ext>
            </a:extLst>
          </p:cNvPr>
          <p:cNvGrpSpPr/>
          <p:nvPr userDrawn="1"/>
        </p:nvGrpSpPr>
        <p:grpSpPr>
          <a:xfrm>
            <a:off x="5180737" y="5003800"/>
            <a:ext cx="6563919" cy="789277"/>
            <a:chOff x="4723537" y="5003800"/>
            <a:chExt cx="6563919" cy="789277"/>
          </a:xfrm>
        </p:grpSpPr>
        <p:sp>
          <p:nvSpPr>
            <p:cNvPr id="19" name="TextBox 18">
              <a:extLst>
                <a:ext uri="{FF2B5EF4-FFF2-40B4-BE49-F238E27FC236}">
                  <a16:creationId xmlns:a16="http://schemas.microsoft.com/office/drawing/2014/main" id="{5948EB87-F09D-4CB7-91F2-90B7E729C65E}"/>
                </a:ext>
              </a:extLst>
            </p:cNvPr>
            <p:cNvSpPr txBox="1"/>
            <p:nvPr userDrawn="1"/>
          </p:nvSpPr>
          <p:spPr>
            <a:xfrm>
              <a:off x="4723537" y="5003800"/>
              <a:ext cx="2995920" cy="338554"/>
            </a:xfrm>
            <a:prstGeom prst="rect">
              <a:avLst/>
            </a:prstGeom>
            <a:noFill/>
          </p:spPr>
          <p:txBody>
            <a:bodyPr wrap="square"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b="1">
                  <a:solidFill>
                    <a:srgbClr val="334EA2"/>
                  </a:solidFill>
                </a:rPr>
                <a:t>nomad-digital.com</a:t>
              </a:r>
            </a:p>
          </p:txBody>
        </p:sp>
        <p:cxnSp>
          <p:nvCxnSpPr>
            <p:cNvPr id="22" name="Straight Connector 21">
              <a:extLst>
                <a:ext uri="{FF2B5EF4-FFF2-40B4-BE49-F238E27FC236}">
                  <a16:creationId xmlns:a16="http://schemas.microsoft.com/office/drawing/2014/main" id="{71A64A91-6334-481E-9D96-25211921328C}"/>
                </a:ext>
              </a:extLst>
            </p:cNvPr>
            <p:cNvCxnSpPr>
              <a:cxnSpLocks/>
            </p:cNvCxnSpPr>
            <p:nvPr userDrawn="1"/>
          </p:nvCxnSpPr>
          <p:spPr>
            <a:xfrm>
              <a:off x="7847767" y="5003800"/>
              <a:ext cx="0" cy="789277"/>
            </a:xfrm>
            <a:prstGeom prst="line">
              <a:avLst/>
            </a:prstGeom>
            <a:ln w="15875">
              <a:solidFill>
                <a:srgbClr val="334EA2"/>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319A4AD-491D-4B2E-B09C-D04F310A8DD5}"/>
                </a:ext>
              </a:extLst>
            </p:cNvPr>
            <p:cNvSpPr txBox="1"/>
            <p:nvPr userDrawn="1"/>
          </p:nvSpPr>
          <p:spPr>
            <a:xfrm>
              <a:off x="8121252" y="5116837"/>
              <a:ext cx="3166204" cy="584775"/>
            </a:xfrm>
            <a:prstGeom prst="rect">
              <a:avLst/>
            </a:prstGeom>
            <a:noFill/>
          </p:spPr>
          <p:txBody>
            <a:bodyPr wrap="square" rtlCol="0" anchor="b">
              <a:spAutoFit/>
            </a:bodyPr>
            <a:lstStyle/>
            <a:p>
              <a:r>
                <a:rPr lang="en-GB" sz="1600">
                  <a:solidFill>
                    <a:srgbClr val="74787B"/>
                  </a:solidFill>
                </a:rPr>
                <a:t>Company Registration No: 4536010</a:t>
              </a:r>
            </a:p>
            <a:p>
              <a:r>
                <a:rPr lang="en-GB" sz="1600">
                  <a:solidFill>
                    <a:srgbClr val="74787B"/>
                  </a:solidFill>
                </a:rPr>
                <a:t>Copyright Nomad Digital 2021</a:t>
              </a:r>
            </a:p>
          </p:txBody>
        </p:sp>
        <p:pic>
          <p:nvPicPr>
            <p:cNvPr id="7" name="Picture 6" descr="A picture containing ax, silhouette&#10;&#10;Description automatically generated">
              <a:extLst>
                <a:ext uri="{FF2B5EF4-FFF2-40B4-BE49-F238E27FC236}">
                  <a16:creationId xmlns:a16="http://schemas.microsoft.com/office/drawing/2014/main" id="{BFEB1391-7BDF-4FB3-A3B4-FA0954B22717}"/>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4835369" y="5412952"/>
              <a:ext cx="1162022" cy="258170"/>
            </a:xfrm>
            <a:prstGeom prst="rect">
              <a:avLst/>
            </a:prstGeom>
          </p:spPr>
        </p:pic>
        <p:sp>
          <p:nvSpPr>
            <p:cNvPr id="23" name="TextBox 22">
              <a:extLst>
                <a:ext uri="{FF2B5EF4-FFF2-40B4-BE49-F238E27FC236}">
                  <a16:creationId xmlns:a16="http://schemas.microsoft.com/office/drawing/2014/main" id="{7193B9AD-951F-405E-985B-0D9F565EE4FB}"/>
                </a:ext>
              </a:extLst>
            </p:cNvPr>
            <p:cNvSpPr txBox="1"/>
            <p:nvPr userDrawn="1"/>
          </p:nvSpPr>
          <p:spPr>
            <a:xfrm>
              <a:off x="6072351" y="5369032"/>
              <a:ext cx="2371264" cy="338554"/>
            </a:xfrm>
            <a:prstGeom prst="rect">
              <a:avLst/>
            </a:prstGeom>
            <a:noFill/>
          </p:spPr>
          <p:txBody>
            <a:bodyPr wrap="square">
              <a:spAutoFit/>
            </a:bodyPr>
            <a:lstStyle/>
            <a:p>
              <a:r>
                <a:rPr lang="en-GB" sz="1600">
                  <a:solidFill>
                    <a:srgbClr val="334EA2"/>
                  </a:solidFill>
                </a:rPr>
                <a:t>@NomadDigital</a:t>
              </a:r>
            </a:p>
          </p:txBody>
        </p:sp>
      </p:grpSp>
      <p:sp>
        <p:nvSpPr>
          <p:cNvPr id="20" name="Rectangle 19">
            <a:extLst>
              <a:ext uri="{FF2B5EF4-FFF2-40B4-BE49-F238E27FC236}">
                <a16:creationId xmlns:a16="http://schemas.microsoft.com/office/drawing/2014/main" id="{60F4425E-3BE0-496D-9074-A1EE6B29714A}"/>
              </a:ext>
            </a:extLst>
          </p:cNvPr>
          <p:cNvSpPr/>
          <p:nvPr userDrawn="1"/>
        </p:nvSpPr>
        <p:spPr>
          <a:xfrm>
            <a:off x="0" y="0"/>
            <a:ext cx="360000" cy="6858000"/>
          </a:xfrm>
          <a:prstGeom prst="rect">
            <a:avLst/>
          </a:prstGeom>
          <a:solidFill>
            <a:srgbClr val="CB33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40321981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TA + Address">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FEB87BDB-2FAE-4F7B-BA7D-497DBBD86F74}"/>
              </a:ext>
            </a:extLst>
          </p:cNvPr>
          <p:cNvSpPr/>
          <p:nvPr userDrawn="1"/>
        </p:nvSpPr>
        <p:spPr>
          <a:xfrm>
            <a:off x="0" y="2287487"/>
            <a:ext cx="12192000" cy="4570515"/>
          </a:xfrm>
          <a:custGeom>
            <a:avLst/>
            <a:gdLst>
              <a:gd name="connsiteX0" fmla="*/ 8734075 w 12192000"/>
              <a:gd name="connsiteY0" fmla="*/ 0 h 4570515"/>
              <a:gd name="connsiteX1" fmla="*/ 12100440 w 12192000"/>
              <a:gd name="connsiteY1" fmla="*/ 339359 h 4570515"/>
              <a:gd name="connsiteX2" fmla="*/ 12192000 w 12192000"/>
              <a:gd name="connsiteY2" fmla="*/ 359291 h 4570515"/>
              <a:gd name="connsiteX3" fmla="*/ 12192000 w 12192000"/>
              <a:gd name="connsiteY3" fmla="*/ 4570515 h 4570515"/>
              <a:gd name="connsiteX4" fmla="*/ 0 w 12192000"/>
              <a:gd name="connsiteY4" fmla="*/ 4570515 h 4570515"/>
              <a:gd name="connsiteX5" fmla="*/ 0 w 12192000"/>
              <a:gd name="connsiteY5" fmla="*/ 2463582 h 4570515"/>
              <a:gd name="connsiteX6" fmla="*/ 72635 w 12192000"/>
              <a:gd name="connsiteY6" fmla="*/ 2418241 h 4570515"/>
              <a:gd name="connsiteX7" fmla="*/ 8734075 w 12192000"/>
              <a:gd name="connsiteY7" fmla="*/ 0 h 4570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4570515">
                <a:moveTo>
                  <a:pt x="8734075" y="0"/>
                </a:moveTo>
                <a:cubicBezTo>
                  <a:pt x="9887220" y="0"/>
                  <a:pt x="11013073" y="116852"/>
                  <a:pt x="12100440" y="339359"/>
                </a:cubicBezTo>
                <a:lnTo>
                  <a:pt x="12192000" y="359291"/>
                </a:lnTo>
                <a:lnTo>
                  <a:pt x="12192000" y="4570515"/>
                </a:lnTo>
                <a:lnTo>
                  <a:pt x="0" y="4570515"/>
                </a:lnTo>
                <a:lnTo>
                  <a:pt x="0" y="2463582"/>
                </a:lnTo>
                <a:lnTo>
                  <a:pt x="72635" y="2418241"/>
                </a:lnTo>
                <a:cubicBezTo>
                  <a:pt x="2598173" y="883687"/>
                  <a:pt x="5562926" y="0"/>
                  <a:pt x="8734075" y="0"/>
                </a:cubicBezTo>
                <a:close/>
              </a:path>
            </a:pathLst>
          </a:custGeom>
          <a:solidFill>
            <a:srgbClr val="E3E4E5">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 name="Slide Number Placeholder 2">
            <a:extLst>
              <a:ext uri="{FF2B5EF4-FFF2-40B4-BE49-F238E27FC236}">
                <a16:creationId xmlns:a16="http://schemas.microsoft.com/office/drawing/2014/main" id="{1BBBB69C-D1AB-4C3B-B888-1C1A86755250}"/>
              </a:ext>
            </a:extLst>
          </p:cNvPr>
          <p:cNvSpPr>
            <a:spLocks noGrp="1"/>
          </p:cNvSpPr>
          <p:nvPr>
            <p:ph type="sldNum" sz="quarter" idx="10"/>
          </p:nvPr>
        </p:nvSpPr>
        <p:spPr/>
        <p:txBody>
          <a:bodyPr/>
          <a:lstStyle/>
          <a:p>
            <a:fld id="{F9C72FE7-3E28-4995-B4B7-F4CABFB817F3}" type="slidenum">
              <a:rPr lang="en-GB" smtClean="0"/>
              <a:pPr/>
              <a:t>‹#›</a:t>
            </a:fld>
            <a:endParaRPr lang="en-GB"/>
          </a:p>
        </p:txBody>
      </p:sp>
      <p:grpSp>
        <p:nvGrpSpPr>
          <p:cNvPr id="8" name="Group 7">
            <a:extLst>
              <a:ext uri="{FF2B5EF4-FFF2-40B4-BE49-F238E27FC236}">
                <a16:creationId xmlns:a16="http://schemas.microsoft.com/office/drawing/2014/main" id="{890B69CB-5060-46B4-B0A5-B97AE76B267D}"/>
              </a:ext>
            </a:extLst>
          </p:cNvPr>
          <p:cNvGrpSpPr/>
          <p:nvPr userDrawn="1"/>
        </p:nvGrpSpPr>
        <p:grpSpPr>
          <a:xfrm rot="13401516">
            <a:off x="-409228" y="247672"/>
            <a:ext cx="5162415" cy="5021816"/>
            <a:chOff x="4276727" y="1066800"/>
            <a:chExt cx="5179798" cy="5038724"/>
          </a:xfrm>
        </p:grpSpPr>
        <p:sp>
          <p:nvSpPr>
            <p:cNvPr id="9" name="Oval 8">
              <a:extLst>
                <a:ext uri="{FF2B5EF4-FFF2-40B4-BE49-F238E27FC236}">
                  <a16:creationId xmlns:a16="http://schemas.microsoft.com/office/drawing/2014/main" id="{4E45E6F3-C545-4923-8CC0-2C97FA62CD28}"/>
                </a:ext>
              </a:extLst>
            </p:cNvPr>
            <p:cNvSpPr/>
            <p:nvPr userDrawn="1"/>
          </p:nvSpPr>
          <p:spPr>
            <a:xfrm>
              <a:off x="4276727" y="1066800"/>
              <a:ext cx="5038726" cy="5038724"/>
            </a:xfrm>
            <a:prstGeom prst="ellipse">
              <a:avLst/>
            </a:prstGeom>
            <a:noFill/>
            <a:ln w="15875">
              <a:solidFill>
                <a:srgbClr val="97999B"/>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a16="http://schemas.microsoft.com/office/drawing/2014/main" id="{4F40D4D9-0D2F-4A0A-ABA2-518299A99C39}"/>
                </a:ext>
              </a:extLst>
            </p:cNvPr>
            <p:cNvSpPr/>
            <p:nvPr userDrawn="1"/>
          </p:nvSpPr>
          <p:spPr>
            <a:xfrm>
              <a:off x="4385088" y="4536833"/>
              <a:ext cx="304854" cy="304854"/>
            </a:xfrm>
            <a:prstGeom prst="ellipse">
              <a:avLst/>
            </a:prstGeom>
            <a:noFill/>
            <a:ln w="38100">
              <a:solidFill>
                <a:srgbClr val="97999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30054D00-F7C3-42A1-9509-324C0FDC10B7}"/>
                </a:ext>
              </a:extLst>
            </p:cNvPr>
            <p:cNvSpPr/>
            <p:nvPr userDrawn="1"/>
          </p:nvSpPr>
          <p:spPr>
            <a:xfrm>
              <a:off x="8804248" y="4185176"/>
              <a:ext cx="652277" cy="652277"/>
            </a:xfrm>
            <a:prstGeom prst="ellipse">
              <a:avLst/>
            </a:prstGeom>
            <a:solidFill>
              <a:schemeClr val="bg1"/>
            </a:solidFill>
            <a:ln w="82550">
              <a:solidFill>
                <a:srgbClr val="334E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F73AC1FE-26E3-48BB-A19C-FD70C153D256}"/>
                </a:ext>
              </a:extLst>
            </p:cNvPr>
            <p:cNvSpPr/>
            <p:nvPr userDrawn="1"/>
          </p:nvSpPr>
          <p:spPr>
            <a:xfrm>
              <a:off x="4683279" y="4967196"/>
              <a:ext cx="480419" cy="480417"/>
            </a:xfrm>
            <a:prstGeom prst="ellipse">
              <a:avLst/>
            </a:prstGeom>
            <a:solidFill>
              <a:schemeClr val="bg1"/>
            </a:solidFill>
            <a:ln w="69850">
              <a:solidFill>
                <a:srgbClr val="CB33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7" name="Group 16">
            <a:extLst>
              <a:ext uri="{FF2B5EF4-FFF2-40B4-BE49-F238E27FC236}">
                <a16:creationId xmlns:a16="http://schemas.microsoft.com/office/drawing/2014/main" id="{A608EC57-7C27-431F-95C0-444E1C55E993}"/>
              </a:ext>
            </a:extLst>
          </p:cNvPr>
          <p:cNvGrpSpPr/>
          <p:nvPr userDrawn="1"/>
        </p:nvGrpSpPr>
        <p:grpSpPr>
          <a:xfrm>
            <a:off x="1164632" y="3237731"/>
            <a:ext cx="2805682" cy="2555346"/>
            <a:chOff x="948171" y="2151327"/>
            <a:chExt cx="2805682" cy="2555346"/>
          </a:xfrm>
        </p:grpSpPr>
        <p:sp>
          <p:nvSpPr>
            <p:cNvPr id="5" name="Rectangle: Rounded Corners 4">
              <a:extLst>
                <a:ext uri="{FF2B5EF4-FFF2-40B4-BE49-F238E27FC236}">
                  <a16:creationId xmlns:a16="http://schemas.microsoft.com/office/drawing/2014/main" id="{A1AA7176-1920-4ACB-A4AD-63A177DAD94A}"/>
                </a:ext>
              </a:extLst>
            </p:cNvPr>
            <p:cNvSpPr/>
            <p:nvPr userDrawn="1"/>
          </p:nvSpPr>
          <p:spPr>
            <a:xfrm>
              <a:off x="948171" y="2151327"/>
              <a:ext cx="2805682" cy="2555346"/>
            </a:xfrm>
            <a:prstGeom prst="roundRect">
              <a:avLst>
                <a:gd name="adj" fmla="val 5558"/>
              </a:avLst>
            </a:prstGeom>
            <a:solidFill>
              <a:srgbClr val="CB33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6" name="Picture 15">
              <a:extLst>
                <a:ext uri="{FF2B5EF4-FFF2-40B4-BE49-F238E27FC236}">
                  <a16:creationId xmlns:a16="http://schemas.microsoft.com/office/drawing/2014/main" id="{8B715392-78FE-4B85-9701-53DC9DCAA670}"/>
                </a:ext>
              </a:extLst>
            </p:cNvPr>
            <p:cNvPicPr>
              <a:picLocks noChangeAspect="1"/>
            </p:cNvPicPr>
            <p:nvPr userDrawn="1"/>
          </p:nvPicPr>
          <p:blipFill>
            <a:blip r:embed="rId2"/>
            <a:stretch>
              <a:fillRect/>
            </a:stretch>
          </p:blipFill>
          <p:spPr>
            <a:xfrm>
              <a:off x="1145987" y="2458254"/>
              <a:ext cx="2371550" cy="2036240"/>
            </a:xfrm>
            <a:prstGeom prst="rect">
              <a:avLst/>
            </a:prstGeom>
          </p:spPr>
        </p:pic>
      </p:grpSp>
      <p:sp>
        <p:nvSpPr>
          <p:cNvPr id="18" name="TextBox 17">
            <a:extLst>
              <a:ext uri="{FF2B5EF4-FFF2-40B4-BE49-F238E27FC236}">
                <a16:creationId xmlns:a16="http://schemas.microsoft.com/office/drawing/2014/main" id="{0C1C5C86-2978-4A2B-AB5B-BB781E6FE5E5}"/>
              </a:ext>
            </a:extLst>
          </p:cNvPr>
          <p:cNvSpPr txBox="1"/>
          <p:nvPr userDrawn="1"/>
        </p:nvSpPr>
        <p:spPr>
          <a:xfrm>
            <a:off x="5091837" y="1156388"/>
            <a:ext cx="8771225" cy="830997"/>
          </a:xfrm>
          <a:prstGeom prst="rect">
            <a:avLst/>
          </a:prstGeom>
          <a:noFill/>
        </p:spPr>
        <p:txBody>
          <a:bodyPr wrap="square" rtlCol="0">
            <a:spAutoFit/>
          </a:bodyPr>
          <a:lstStyle/>
          <a:p>
            <a:r>
              <a:rPr lang="en-GB" sz="4800" b="1">
                <a:solidFill>
                  <a:srgbClr val="97999B"/>
                </a:solidFill>
                <a:latin typeface="Bliss" panose="02000506030000020004" pitchFamily="50" charset="0"/>
              </a:rPr>
              <a:t>Thank you</a:t>
            </a:r>
          </a:p>
        </p:txBody>
      </p:sp>
      <p:grpSp>
        <p:nvGrpSpPr>
          <p:cNvPr id="27" name="Group 26">
            <a:extLst>
              <a:ext uri="{FF2B5EF4-FFF2-40B4-BE49-F238E27FC236}">
                <a16:creationId xmlns:a16="http://schemas.microsoft.com/office/drawing/2014/main" id="{9C3E169C-CB4A-4ABD-9A60-FAA3CDFC5E5D}"/>
              </a:ext>
            </a:extLst>
          </p:cNvPr>
          <p:cNvGrpSpPr/>
          <p:nvPr userDrawn="1"/>
        </p:nvGrpSpPr>
        <p:grpSpPr>
          <a:xfrm>
            <a:off x="5091837" y="3237731"/>
            <a:ext cx="6678219" cy="2555346"/>
            <a:chOff x="4550284" y="3237731"/>
            <a:chExt cx="6678219" cy="2555346"/>
          </a:xfrm>
        </p:grpSpPr>
        <p:sp>
          <p:nvSpPr>
            <p:cNvPr id="19" name="TextBox 18">
              <a:extLst>
                <a:ext uri="{FF2B5EF4-FFF2-40B4-BE49-F238E27FC236}">
                  <a16:creationId xmlns:a16="http://schemas.microsoft.com/office/drawing/2014/main" id="{5948EB87-F09D-4CB7-91F2-90B7E729C65E}"/>
                </a:ext>
              </a:extLst>
            </p:cNvPr>
            <p:cNvSpPr txBox="1"/>
            <p:nvPr userDrawn="1"/>
          </p:nvSpPr>
          <p:spPr>
            <a:xfrm>
              <a:off x="4550284" y="3639509"/>
              <a:ext cx="2995920" cy="2062103"/>
            </a:xfrm>
            <a:prstGeom prst="rect">
              <a:avLst/>
            </a:prstGeom>
            <a:noFill/>
          </p:spPr>
          <p:txBody>
            <a:bodyPr wrap="square" rtlCol="0" anchor="b">
              <a:spAutoFit/>
            </a:bodyPr>
            <a:lstStyle/>
            <a:p>
              <a:r>
                <a:rPr lang="en-GB" sz="1600" b="1">
                  <a:solidFill>
                    <a:srgbClr val="334EA2"/>
                  </a:solidFill>
                </a:rPr>
                <a:t>Head Office</a:t>
              </a:r>
            </a:p>
            <a:p>
              <a:r>
                <a:rPr lang="en-GB" sz="1600">
                  <a:solidFill>
                    <a:srgbClr val="74787B"/>
                  </a:solidFill>
                </a:rPr>
                <a:t>Nomad Digital Limited</a:t>
              </a:r>
            </a:p>
            <a:p>
              <a:r>
                <a:rPr lang="en-GB" sz="1600">
                  <a:solidFill>
                    <a:srgbClr val="74787B"/>
                  </a:solidFill>
                </a:rPr>
                <a:t>5</a:t>
              </a:r>
              <a:r>
                <a:rPr lang="en-GB" sz="1600" baseline="30000">
                  <a:solidFill>
                    <a:srgbClr val="74787B"/>
                  </a:solidFill>
                </a:rPr>
                <a:t>th</a:t>
              </a:r>
              <a:r>
                <a:rPr lang="en-GB" sz="1600">
                  <a:solidFill>
                    <a:srgbClr val="74787B"/>
                  </a:solidFill>
                </a:rPr>
                <a:t> Floor, One Trinity, Broad Chare</a:t>
              </a:r>
            </a:p>
            <a:p>
              <a:r>
                <a:rPr lang="en-GB" sz="1600">
                  <a:solidFill>
                    <a:srgbClr val="74787B"/>
                  </a:solidFill>
                </a:rPr>
                <a:t>Newcastle upon Tyne</a:t>
              </a:r>
            </a:p>
            <a:p>
              <a:r>
                <a:rPr lang="en-GB" sz="1600">
                  <a:solidFill>
                    <a:srgbClr val="74787B"/>
                  </a:solidFill>
                </a:rPr>
                <a:t>NE1 2HF</a:t>
              </a:r>
            </a:p>
            <a:p>
              <a:endParaRPr lang="en-GB" sz="1600">
                <a:solidFill>
                  <a:srgbClr val="74787B"/>
                </a:solidFill>
              </a:endParaRPr>
            </a:p>
            <a:p>
              <a:r>
                <a:rPr lang="en-GB" sz="1600" b="1">
                  <a:solidFill>
                    <a:srgbClr val="334EA2"/>
                  </a:solidFill>
                </a:rPr>
                <a:t>T: </a:t>
              </a:r>
              <a:r>
                <a:rPr lang="en-GB" sz="1600">
                  <a:solidFill>
                    <a:srgbClr val="74787B"/>
                  </a:solidFill>
                </a:rPr>
                <a:t>+44 (0) 207 096 6966</a:t>
              </a:r>
            </a:p>
            <a:p>
              <a:r>
                <a:rPr lang="en-GB" sz="1600" b="1">
                  <a:solidFill>
                    <a:srgbClr val="334EA2"/>
                  </a:solidFill>
                </a:rPr>
                <a:t>E: </a:t>
              </a:r>
              <a:r>
                <a:rPr lang="en-GB" sz="1600">
                  <a:solidFill>
                    <a:srgbClr val="74787B"/>
                  </a:solidFill>
                </a:rPr>
                <a:t>europe@nomad-digital.com</a:t>
              </a:r>
            </a:p>
          </p:txBody>
        </p:sp>
        <p:cxnSp>
          <p:nvCxnSpPr>
            <p:cNvPr id="22" name="Straight Connector 21">
              <a:extLst>
                <a:ext uri="{FF2B5EF4-FFF2-40B4-BE49-F238E27FC236}">
                  <a16:creationId xmlns:a16="http://schemas.microsoft.com/office/drawing/2014/main" id="{71A64A91-6334-481E-9D96-25211921328C}"/>
                </a:ext>
              </a:extLst>
            </p:cNvPr>
            <p:cNvCxnSpPr>
              <a:cxnSpLocks/>
            </p:cNvCxnSpPr>
            <p:nvPr userDrawn="1"/>
          </p:nvCxnSpPr>
          <p:spPr>
            <a:xfrm>
              <a:off x="7788814" y="3237731"/>
              <a:ext cx="0" cy="2555346"/>
            </a:xfrm>
            <a:prstGeom prst="line">
              <a:avLst/>
            </a:prstGeom>
            <a:ln w="15875">
              <a:solidFill>
                <a:srgbClr val="334EA2"/>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319A4AD-491D-4B2E-B09C-D04F310A8DD5}"/>
                </a:ext>
              </a:extLst>
            </p:cNvPr>
            <p:cNvSpPr txBox="1"/>
            <p:nvPr userDrawn="1"/>
          </p:nvSpPr>
          <p:spPr>
            <a:xfrm>
              <a:off x="8062299" y="4870615"/>
              <a:ext cx="3166204" cy="830997"/>
            </a:xfrm>
            <a:prstGeom prst="rect">
              <a:avLst/>
            </a:prstGeom>
            <a:noFill/>
          </p:spPr>
          <p:txBody>
            <a:bodyPr wrap="square" rtlCol="0" anchor="b">
              <a:spAutoFit/>
            </a:bodyPr>
            <a:lstStyle/>
            <a:p>
              <a:r>
                <a:rPr lang="en-GB" sz="1600" b="1">
                  <a:solidFill>
                    <a:srgbClr val="334EA2"/>
                  </a:solidFill>
                </a:rPr>
                <a:t>nomad-digital.com</a:t>
              </a:r>
            </a:p>
            <a:p>
              <a:r>
                <a:rPr lang="en-GB" sz="1600">
                  <a:solidFill>
                    <a:srgbClr val="74787B"/>
                  </a:solidFill>
                </a:rPr>
                <a:t>Company Registration No: 4536010</a:t>
              </a:r>
            </a:p>
            <a:p>
              <a:r>
                <a:rPr lang="en-GB" sz="1600">
                  <a:solidFill>
                    <a:srgbClr val="74787B"/>
                  </a:solidFill>
                </a:rPr>
                <a:t>Copyright Nomad Digital 2021</a:t>
              </a:r>
            </a:p>
          </p:txBody>
        </p:sp>
      </p:grpSp>
      <p:sp>
        <p:nvSpPr>
          <p:cNvPr id="20" name="Rectangle 19">
            <a:extLst>
              <a:ext uri="{FF2B5EF4-FFF2-40B4-BE49-F238E27FC236}">
                <a16:creationId xmlns:a16="http://schemas.microsoft.com/office/drawing/2014/main" id="{4BF7159D-7541-4404-9773-DB8594EAC739}"/>
              </a:ext>
            </a:extLst>
          </p:cNvPr>
          <p:cNvSpPr/>
          <p:nvPr userDrawn="1"/>
        </p:nvSpPr>
        <p:spPr>
          <a:xfrm>
            <a:off x="0" y="0"/>
            <a:ext cx="360000" cy="6858000"/>
          </a:xfrm>
          <a:prstGeom prst="rect">
            <a:avLst/>
          </a:prstGeom>
          <a:solidFill>
            <a:srgbClr val="CB33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40451939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6_Content_Title+1 Colum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75E378A-7B7A-4C63-8218-3E4C699B0420}"/>
              </a:ext>
            </a:extLst>
          </p:cNvPr>
          <p:cNvSpPr/>
          <p:nvPr userDrawn="1"/>
        </p:nvSpPr>
        <p:spPr>
          <a:xfrm>
            <a:off x="0" y="0"/>
            <a:ext cx="360000" cy="6858000"/>
          </a:xfrm>
          <a:prstGeom prst="rect">
            <a:avLst/>
          </a:prstGeom>
          <a:solidFill>
            <a:srgbClr val="CB33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Content Placeholder 2">
            <a:extLst>
              <a:ext uri="{FF2B5EF4-FFF2-40B4-BE49-F238E27FC236}">
                <a16:creationId xmlns:a16="http://schemas.microsoft.com/office/drawing/2014/main" id="{67782945-B9F0-41B4-B211-D6C895D6475E}"/>
              </a:ext>
            </a:extLst>
          </p:cNvPr>
          <p:cNvSpPr>
            <a:spLocks noGrp="1"/>
          </p:cNvSpPr>
          <p:nvPr>
            <p:ph idx="1"/>
          </p:nvPr>
        </p:nvSpPr>
        <p:spPr>
          <a:xfrm>
            <a:off x="667266" y="1453418"/>
            <a:ext cx="10686534" cy="4723546"/>
          </a:xfrm>
          <a:prstGeom prst="rect">
            <a:avLst/>
          </a:prstGeom>
        </p:spPr>
        <p:txBody>
          <a:bodyPr/>
          <a:lstStyle>
            <a:lvl3pPr>
              <a:buClr>
                <a:srgbClr val="74787B"/>
              </a:buClr>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1F9C20-D204-4A61-83D0-C8409FA061FE}"/>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3200"/>
            </a:lvl1pPr>
          </a:lstStyle>
          <a:p>
            <a:r>
              <a:rPr lang="en-US"/>
              <a:t>Click to edit Heading</a:t>
            </a:r>
            <a:endParaRPr lang="en-GB"/>
          </a:p>
        </p:txBody>
      </p:sp>
      <p:sp>
        <p:nvSpPr>
          <p:cNvPr id="4" name="Slide Number Placeholder 3">
            <a:extLst>
              <a:ext uri="{FF2B5EF4-FFF2-40B4-BE49-F238E27FC236}">
                <a16:creationId xmlns:a16="http://schemas.microsoft.com/office/drawing/2014/main" id="{FEDBEA7A-8B3A-422C-85DA-39018E0006E1}"/>
              </a:ext>
            </a:extLst>
          </p:cNvPr>
          <p:cNvSpPr>
            <a:spLocks noGrp="1"/>
          </p:cNvSpPr>
          <p:nvPr>
            <p:ph type="sldNum" sz="quarter" idx="10"/>
          </p:nvPr>
        </p:nvSpPr>
        <p:spPr>
          <a:xfrm>
            <a:off x="11401760" y="6356350"/>
            <a:ext cx="621632" cy="365125"/>
          </a:xfrm>
          <a:prstGeom prst="rect">
            <a:avLst/>
          </a:prstGeom>
        </p:spPr>
        <p:txBody>
          <a:bodyPr/>
          <a:lstStyle>
            <a:lvl1pPr>
              <a:defRPr/>
            </a:lvl1pPr>
          </a:lstStyle>
          <a:p>
            <a:fld id="{53A8910B-DB83-49E5-AD38-E95CD4B915B8}" type="slidenum">
              <a:rPr lang="en-GB" smtClean="0"/>
              <a:pPr/>
              <a:t>‹#›</a:t>
            </a:fld>
            <a:endParaRPr lang="en-GB"/>
          </a:p>
        </p:txBody>
      </p:sp>
      <p:grpSp>
        <p:nvGrpSpPr>
          <p:cNvPr id="30" name="Group 29">
            <a:extLst>
              <a:ext uri="{FF2B5EF4-FFF2-40B4-BE49-F238E27FC236}">
                <a16:creationId xmlns:a16="http://schemas.microsoft.com/office/drawing/2014/main" id="{5F139F1F-6B23-4D1E-B939-6DF8A283B181}"/>
              </a:ext>
            </a:extLst>
          </p:cNvPr>
          <p:cNvGrpSpPr/>
          <p:nvPr userDrawn="1"/>
        </p:nvGrpSpPr>
        <p:grpSpPr>
          <a:xfrm>
            <a:off x="9290886" y="6245081"/>
            <a:ext cx="1586668" cy="1586668"/>
            <a:chOff x="9232405" y="6042965"/>
            <a:chExt cx="1966477" cy="1966477"/>
          </a:xfrm>
        </p:grpSpPr>
        <p:pic>
          <p:nvPicPr>
            <p:cNvPr id="31" name="Picture 30">
              <a:extLst>
                <a:ext uri="{FF2B5EF4-FFF2-40B4-BE49-F238E27FC236}">
                  <a16:creationId xmlns:a16="http://schemas.microsoft.com/office/drawing/2014/main" id="{56B72E23-BBA9-4C1C-B669-5B08F4FD9B22}"/>
                </a:ext>
              </a:extLst>
            </p:cNvPr>
            <p:cNvPicPr>
              <a:picLocks noChangeAspect="1"/>
            </p:cNvPicPr>
            <p:nvPr userDrawn="1"/>
          </p:nvPicPr>
          <p:blipFill>
            <a:blip r:embed="rId2"/>
            <a:stretch>
              <a:fillRect/>
            </a:stretch>
          </p:blipFill>
          <p:spPr>
            <a:xfrm>
              <a:off x="9569131" y="6227678"/>
              <a:ext cx="1266415" cy="568969"/>
            </a:xfrm>
            <a:prstGeom prst="rect">
              <a:avLst/>
            </a:prstGeom>
          </p:spPr>
        </p:pic>
        <p:grpSp>
          <p:nvGrpSpPr>
            <p:cNvPr id="32" name="Group 31">
              <a:extLst>
                <a:ext uri="{FF2B5EF4-FFF2-40B4-BE49-F238E27FC236}">
                  <a16:creationId xmlns:a16="http://schemas.microsoft.com/office/drawing/2014/main" id="{B28E4B29-ED6E-4368-822B-8B028FEFC9BB}"/>
                </a:ext>
              </a:extLst>
            </p:cNvPr>
            <p:cNvGrpSpPr/>
            <p:nvPr userDrawn="1"/>
          </p:nvGrpSpPr>
          <p:grpSpPr>
            <a:xfrm>
              <a:off x="9232405" y="6042965"/>
              <a:ext cx="1966477" cy="1966477"/>
              <a:chOff x="4276724" y="1066800"/>
              <a:chExt cx="5038725" cy="5038725"/>
            </a:xfrm>
          </p:grpSpPr>
          <p:sp>
            <p:nvSpPr>
              <p:cNvPr id="33" name="Oval 32">
                <a:extLst>
                  <a:ext uri="{FF2B5EF4-FFF2-40B4-BE49-F238E27FC236}">
                    <a16:creationId xmlns:a16="http://schemas.microsoft.com/office/drawing/2014/main" id="{9EB4BCA6-EDBD-4217-8095-70D6928A565E}"/>
                  </a:ext>
                </a:extLst>
              </p:cNvPr>
              <p:cNvSpPr/>
              <p:nvPr userDrawn="1"/>
            </p:nvSpPr>
            <p:spPr>
              <a:xfrm>
                <a:off x="4276724" y="1066800"/>
                <a:ext cx="5038725" cy="5038725"/>
              </a:xfrm>
              <a:prstGeom prst="ellipse">
                <a:avLst/>
              </a:prstGeom>
              <a:noFill/>
              <a:ln w="22225">
                <a:solidFill>
                  <a:srgbClr val="CB333B"/>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Oval 33">
                <a:extLst>
                  <a:ext uri="{FF2B5EF4-FFF2-40B4-BE49-F238E27FC236}">
                    <a16:creationId xmlns:a16="http://schemas.microsoft.com/office/drawing/2014/main" id="{37C701DE-B61A-47A4-95CA-F0AC8F6D09E2}"/>
                  </a:ext>
                </a:extLst>
              </p:cNvPr>
              <p:cNvSpPr/>
              <p:nvPr userDrawn="1"/>
            </p:nvSpPr>
            <p:spPr>
              <a:xfrm>
                <a:off x="7858140" y="1227974"/>
                <a:ext cx="386558" cy="386558"/>
              </a:xfrm>
              <a:prstGeom prst="ellipse">
                <a:avLst/>
              </a:prstGeom>
              <a:solidFill>
                <a:schemeClr val="bg1"/>
              </a:solidFill>
              <a:ln w="31750">
                <a:solidFill>
                  <a:srgbClr val="CB33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Oval 34">
                <a:extLst>
                  <a:ext uri="{FF2B5EF4-FFF2-40B4-BE49-F238E27FC236}">
                    <a16:creationId xmlns:a16="http://schemas.microsoft.com/office/drawing/2014/main" id="{0A22CB45-CD24-4DC2-A952-69CF906C0B6C}"/>
                  </a:ext>
                </a:extLst>
              </p:cNvPr>
              <p:cNvSpPr/>
              <p:nvPr userDrawn="1"/>
            </p:nvSpPr>
            <p:spPr>
              <a:xfrm>
                <a:off x="8491485" y="1830639"/>
                <a:ext cx="755780" cy="755780"/>
              </a:xfrm>
              <a:prstGeom prst="ellipse">
                <a:avLst/>
              </a:prstGeom>
              <a:solidFill>
                <a:schemeClr val="bg1"/>
              </a:solidFill>
              <a:ln w="41275">
                <a:solidFill>
                  <a:srgbClr val="CB33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Oval 35">
                <a:extLst>
                  <a:ext uri="{FF2B5EF4-FFF2-40B4-BE49-F238E27FC236}">
                    <a16:creationId xmlns:a16="http://schemas.microsoft.com/office/drawing/2014/main" id="{1502E0C2-FB5A-4C89-A384-38EBD7274D32}"/>
                  </a:ext>
                </a:extLst>
              </p:cNvPr>
              <p:cNvSpPr/>
              <p:nvPr userDrawn="1"/>
            </p:nvSpPr>
            <p:spPr>
              <a:xfrm>
                <a:off x="4383506" y="2005609"/>
                <a:ext cx="468338" cy="468337"/>
              </a:xfrm>
              <a:prstGeom prst="ellipse">
                <a:avLst/>
              </a:prstGeom>
              <a:solidFill>
                <a:schemeClr val="bg1"/>
              </a:solidFill>
              <a:ln w="38100">
                <a:solidFill>
                  <a:srgbClr val="CB33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
        <p:nvSpPr>
          <p:cNvPr id="14" name="Subtitle 2">
            <a:extLst>
              <a:ext uri="{FF2B5EF4-FFF2-40B4-BE49-F238E27FC236}">
                <a16:creationId xmlns:a16="http://schemas.microsoft.com/office/drawing/2014/main" id="{F2F93EF6-9203-44A8-9B1F-54E0A7F47A56}"/>
              </a:ext>
            </a:extLst>
          </p:cNvPr>
          <p:cNvSpPr>
            <a:spLocks noGrp="1"/>
          </p:cNvSpPr>
          <p:nvPr>
            <p:ph type="subTitle" idx="11"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Tree>
    <p:extLst>
      <p:ext uri="{BB962C8B-B14F-4D97-AF65-F5344CB8AC3E}">
        <p14:creationId xmlns:p14="http://schemas.microsoft.com/office/powerpoint/2010/main" val="373577283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7_Content_Title+1 Colum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75E378A-7B7A-4C63-8218-3E4C699B0420}"/>
              </a:ext>
            </a:extLst>
          </p:cNvPr>
          <p:cNvSpPr/>
          <p:nvPr userDrawn="1"/>
        </p:nvSpPr>
        <p:spPr>
          <a:xfrm>
            <a:off x="0" y="0"/>
            <a:ext cx="360000" cy="6858000"/>
          </a:xfrm>
          <a:prstGeom prst="rect">
            <a:avLst/>
          </a:prstGeom>
          <a:solidFill>
            <a:srgbClr val="FBA8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Content Placeholder 2">
            <a:extLst>
              <a:ext uri="{FF2B5EF4-FFF2-40B4-BE49-F238E27FC236}">
                <a16:creationId xmlns:a16="http://schemas.microsoft.com/office/drawing/2014/main" id="{67782945-B9F0-41B4-B211-D6C895D6475E}"/>
              </a:ext>
            </a:extLst>
          </p:cNvPr>
          <p:cNvSpPr>
            <a:spLocks noGrp="1"/>
          </p:cNvSpPr>
          <p:nvPr>
            <p:ph idx="1"/>
          </p:nvPr>
        </p:nvSpPr>
        <p:spPr>
          <a:xfrm>
            <a:off x="667266" y="1453418"/>
            <a:ext cx="10686534" cy="4723546"/>
          </a:xfrm>
          <a:prstGeom prst="rect">
            <a:avLst/>
          </a:prstGeom>
        </p:spPr>
        <p:txBody>
          <a:bodyPr/>
          <a:lstStyle>
            <a:lvl1pPr>
              <a:buClr>
                <a:srgbClr val="FBA81C"/>
              </a:buClr>
              <a:defRPr/>
            </a:lvl1pPr>
            <a:lvl3pPr>
              <a:buClr>
                <a:srgbClr val="74787B"/>
              </a:buClr>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1F9C20-D204-4A61-83D0-C8409FA061FE}"/>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3200">
                <a:solidFill>
                  <a:srgbClr val="FBA81C"/>
                </a:solidFill>
              </a:defRPr>
            </a:lvl1pPr>
          </a:lstStyle>
          <a:p>
            <a:r>
              <a:rPr lang="en-US"/>
              <a:t>Click to edit Heading</a:t>
            </a:r>
            <a:endParaRPr lang="en-GB"/>
          </a:p>
        </p:txBody>
      </p:sp>
      <p:sp>
        <p:nvSpPr>
          <p:cNvPr id="4" name="Slide Number Placeholder 3">
            <a:extLst>
              <a:ext uri="{FF2B5EF4-FFF2-40B4-BE49-F238E27FC236}">
                <a16:creationId xmlns:a16="http://schemas.microsoft.com/office/drawing/2014/main" id="{FEDBEA7A-8B3A-422C-85DA-39018E0006E1}"/>
              </a:ext>
            </a:extLst>
          </p:cNvPr>
          <p:cNvSpPr>
            <a:spLocks noGrp="1"/>
          </p:cNvSpPr>
          <p:nvPr>
            <p:ph type="sldNum" sz="quarter" idx="10"/>
          </p:nvPr>
        </p:nvSpPr>
        <p:spPr>
          <a:xfrm>
            <a:off x="11401760" y="6356350"/>
            <a:ext cx="621632" cy="365125"/>
          </a:xfrm>
          <a:prstGeom prst="rect">
            <a:avLst/>
          </a:prstGeom>
        </p:spPr>
        <p:txBody>
          <a:bodyPr/>
          <a:lstStyle>
            <a:lvl1pPr>
              <a:defRPr/>
            </a:lvl1pPr>
          </a:lstStyle>
          <a:p>
            <a:fld id="{53A8910B-DB83-49E5-AD38-E95CD4B915B8}" type="slidenum">
              <a:rPr lang="en-GB" smtClean="0"/>
              <a:pPr/>
              <a:t>‹#›</a:t>
            </a:fld>
            <a:endParaRPr lang="en-GB"/>
          </a:p>
        </p:txBody>
      </p:sp>
      <p:grpSp>
        <p:nvGrpSpPr>
          <p:cNvPr id="2" name="Group 1">
            <a:extLst>
              <a:ext uri="{FF2B5EF4-FFF2-40B4-BE49-F238E27FC236}">
                <a16:creationId xmlns:a16="http://schemas.microsoft.com/office/drawing/2014/main" id="{B5272F10-7EFC-40C4-B5AE-1003C71D6B56}"/>
              </a:ext>
            </a:extLst>
          </p:cNvPr>
          <p:cNvGrpSpPr/>
          <p:nvPr userDrawn="1"/>
        </p:nvGrpSpPr>
        <p:grpSpPr>
          <a:xfrm>
            <a:off x="9290886" y="6245081"/>
            <a:ext cx="1586668" cy="1586668"/>
            <a:chOff x="9290886" y="6245081"/>
            <a:chExt cx="1586668" cy="1586668"/>
          </a:xfrm>
        </p:grpSpPr>
        <p:grpSp>
          <p:nvGrpSpPr>
            <p:cNvPr id="18" name="Group 17">
              <a:extLst>
                <a:ext uri="{FF2B5EF4-FFF2-40B4-BE49-F238E27FC236}">
                  <a16:creationId xmlns:a16="http://schemas.microsoft.com/office/drawing/2014/main" id="{153885E0-A89B-433D-A1BB-D0AED56989D2}"/>
                </a:ext>
              </a:extLst>
            </p:cNvPr>
            <p:cNvGrpSpPr/>
            <p:nvPr userDrawn="1"/>
          </p:nvGrpSpPr>
          <p:grpSpPr>
            <a:xfrm>
              <a:off x="9290886" y="6245081"/>
              <a:ext cx="1586668" cy="1586668"/>
              <a:chOff x="4276724" y="1066800"/>
              <a:chExt cx="5038725" cy="5038725"/>
            </a:xfrm>
          </p:grpSpPr>
          <p:sp>
            <p:nvSpPr>
              <p:cNvPr id="19" name="Oval 18">
                <a:extLst>
                  <a:ext uri="{FF2B5EF4-FFF2-40B4-BE49-F238E27FC236}">
                    <a16:creationId xmlns:a16="http://schemas.microsoft.com/office/drawing/2014/main" id="{07ED3F96-7758-47DF-BF3E-FBDAD3CAD7D5}"/>
                  </a:ext>
                </a:extLst>
              </p:cNvPr>
              <p:cNvSpPr/>
              <p:nvPr userDrawn="1"/>
            </p:nvSpPr>
            <p:spPr>
              <a:xfrm>
                <a:off x="4276724" y="1066800"/>
                <a:ext cx="5038725" cy="5038725"/>
              </a:xfrm>
              <a:prstGeom prst="ellipse">
                <a:avLst/>
              </a:prstGeom>
              <a:noFill/>
              <a:ln w="22225">
                <a:solidFill>
                  <a:srgbClr val="FBA81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Oval 19">
                <a:extLst>
                  <a:ext uri="{FF2B5EF4-FFF2-40B4-BE49-F238E27FC236}">
                    <a16:creationId xmlns:a16="http://schemas.microsoft.com/office/drawing/2014/main" id="{CC0C953E-7EBB-457A-A681-C23912604B12}"/>
                  </a:ext>
                </a:extLst>
              </p:cNvPr>
              <p:cNvSpPr/>
              <p:nvPr userDrawn="1"/>
            </p:nvSpPr>
            <p:spPr>
              <a:xfrm>
                <a:off x="7858140" y="1227974"/>
                <a:ext cx="386558" cy="386558"/>
              </a:xfrm>
              <a:prstGeom prst="ellipse">
                <a:avLst/>
              </a:prstGeom>
              <a:solidFill>
                <a:schemeClr val="bg1"/>
              </a:solidFill>
              <a:ln w="31750">
                <a:solidFill>
                  <a:srgbClr val="FBA81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Oval 20">
                <a:extLst>
                  <a:ext uri="{FF2B5EF4-FFF2-40B4-BE49-F238E27FC236}">
                    <a16:creationId xmlns:a16="http://schemas.microsoft.com/office/drawing/2014/main" id="{99BBB4A6-C3B7-41E0-9878-D50A34B7DC27}"/>
                  </a:ext>
                </a:extLst>
              </p:cNvPr>
              <p:cNvSpPr/>
              <p:nvPr userDrawn="1"/>
            </p:nvSpPr>
            <p:spPr>
              <a:xfrm>
                <a:off x="8491485" y="1830639"/>
                <a:ext cx="755780" cy="755780"/>
              </a:xfrm>
              <a:prstGeom prst="ellipse">
                <a:avLst/>
              </a:prstGeom>
              <a:solidFill>
                <a:schemeClr val="bg1"/>
              </a:solidFill>
              <a:ln w="41275">
                <a:solidFill>
                  <a:srgbClr val="FBA81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Oval 21">
                <a:extLst>
                  <a:ext uri="{FF2B5EF4-FFF2-40B4-BE49-F238E27FC236}">
                    <a16:creationId xmlns:a16="http://schemas.microsoft.com/office/drawing/2014/main" id="{80A88D43-351F-4AF9-B989-33DD3F4783A5}"/>
                  </a:ext>
                </a:extLst>
              </p:cNvPr>
              <p:cNvSpPr/>
              <p:nvPr userDrawn="1"/>
            </p:nvSpPr>
            <p:spPr>
              <a:xfrm>
                <a:off x="4383506" y="2005609"/>
                <a:ext cx="468338" cy="468337"/>
              </a:xfrm>
              <a:prstGeom prst="ellipse">
                <a:avLst/>
              </a:prstGeom>
              <a:solidFill>
                <a:schemeClr val="bg1"/>
              </a:solidFill>
              <a:ln w="38100">
                <a:solidFill>
                  <a:srgbClr val="FBA81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3" name="Picture 22">
              <a:extLst>
                <a:ext uri="{FF2B5EF4-FFF2-40B4-BE49-F238E27FC236}">
                  <a16:creationId xmlns:a16="http://schemas.microsoft.com/office/drawing/2014/main" id="{DF5DCE1D-74D2-4F7B-9D8C-4DBFBD2B92D3}"/>
                </a:ext>
              </a:extLst>
            </p:cNvPr>
            <p:cNvPicPr>
              <a:picLocks noChangeAspect="1"/>
            </p:cNvPicPr>
            <p:nvPr userDrawn="1"/>
          </p:nvPicPr>
          <p:blipFill>
            <a:blip r:embed="rId2"/>
            <a:stretch>
              <a:fillRect/>
            </a:stretch>
          </p:blipFill>
          <p:spPr>
            <a:xfrm>
              <a:off x="9581377" y="6377194"/>
              <a:ext cx="971997" cy="484031"/>
            </a:xfrm>
            <a:prstGeom prst="rect">
              <a:avLst/>
            </a:prstGeom>
          </p:spPr>
        </p:pic>
      </p:grpSp>
      <p:sp>
        <p:nvSpPr>
          <p:cNvPr id="13" name="Subtitle 2">
            <a:extLst>
              <a:ext uri="{FF2B5EF4-FFF2-40B4-BE49-F238E27FC236}">
                <a16:creationId xmlns:a16="http://schemas.microsoft.com/office/drawing/2014/main" id="{5CD96AB8-EC6F-445C-9E66-89A8DCAF934D}"/>
              </a:ext>
            </a:extLst>
          </p:cNvPr>
          <p:cNvSpPr>
            <a:spLocks noGrp="1"/>
          </p:cNvSpPr>
          <p:nvPr>
            <p:ph type="subTitle" idx="11"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Tree>
    <p:extLst>
      <p:ext uri="{BB962C8B-B14F-4D97-AF65-F5344CB8AC3E}">
        <p14:creationId xmlns:p14="http://schemas.microsoft.com/office/powerpoint/2010/main" val="2703276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8_Content_Title+1 Colum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75E378A-7B7A-4C63-8218-3E4C699B0420}"/>
              </a:ext>
            </a:extLst>
          </p:cNvPr>
          <p:cNvSpPr/>
          <p:nvPr userDrawn="1"/>
        </p:nvSpPr>
        <p:spPr>
          <a:xfrm>
            <a:off x="0" y="0"/>
            <a:ext cx="360000" cy="6858000"/>
          </a:xfrm>
          <a:prstGeom prst="rect">
            <a:avLst/>
          </a:prstGeom>
          <a:solidFill>
            <a:srgbClr val="06BA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Content Placeholder 2">
            <a:extLst>
              <a:ext uri="{FF2B5EF4-FFF2-40B4-BE49-F238E27FC236}">
                <a16:creationId xmlns:a16="http://schemas.microsoft.com/office/drawing/2014/main" id="{67782945-B9F0-41B4-B211-D6C895D6475E}"/>
              </a:ext>
            </a:extLst>
          </p:cNvPr>
          <p:cNvSpPr>
            <a:spLocks noGrp="1"/>
          </p:cNvSpPr>
          <p:nvPr>
            <p:ph idx="1"/>
          </p:nvPr>
        </p:nvSpPr>
        <p:spPr>
          <a:xfrm>
            <a:off x="667266" y="1453418"/>
            <a:ext cx="10686534" cy="4723546"/>
          </a:xfrm>
          <a:prstGeom prst="rect">
            <a:avLst/>
          </a:prstGeom>
        </p:spPr>
        <p:txBody>
          <a:bodyPr/>
          <a:lstStyle>
            <a:lvl1pPr>
              <a:buClr>
                <a:srgbClr val="06BAB0"/>
              </a:buClr>
              <a:defRPr/>
            </a:lvl1pPr>
            <a:lvl3pPr>
              <a:buClr>
                <a:srgbClr val="74787B"/>
              </a:buClr>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1F9C20-D204-4A61-83D0-C8409FA061FE}"/>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3200">
                <a:solidFill>
                  <a:srgbClr val="06BAB0"/>
                </a:solidFill>
              </a:defRPr>
            </a:lvl1pPr>
          </a:lstStyle>
          <a:p>
            <a:r>
              <a:rPr lang="en-US"/>
              <a:t>Click to edit Heading</a:t>
            </a:r>
            <a:endParaRPr lang="en-GB"/>
          </a:p>
        </p:txBody>
      </p:sp>
      <p:sp>
        <p:nvSpPr>
          <p:cNvPr id="4" name="Slide Number Placeholder 3">
            <a:extLst>
              <a:ext uri="{FF2B5EF4-FFF2-40B4-BE49-F238E27FC236}">
                <a16:creationId xmlns:a16="http://schemas.microsoft.com/office/drawing/2014/main" id="{FEDBEA7A-8B3A-422C-85DA-39018E0006E1}"/>
              </a:ext>
            </a:extLst>
          </p:cNvPr>
          <p:cNvSpPr>
            <a:spLocks noGrp="1"/>
          </p:cNvSpPr>
          <p:nvPr>
            <p:ph type="sldNum" sz="quarter" idx="10"/>
          </p:nvPr>
        </p:nvSpPr>
        <p:spPr>
          <a:xfrm>
            <a:off x="11401760" y="6356350"/>
            <a:ext cx="621632" cy="365125"/>
          </a:xfrm>
          <a:prstGeom prst="rect">
            <a:avLst/>
          </a:prstGeom>
        </p:spPr>
        <p:txBody>
          <a:bodyPr/>
          <a:lstStyle>
            <a:lvl1pPr>
              <a:defRPr/>
            </a:lvl1pPr>
          </a:lstStyle>
          <a:p>
            <a:fld id="{53A8910B-DB83-49E5-AD38-E95CD4B915B8}" type="slidenum">
              <a:rPr lang="en-GB" smtClean="0"/>
              <a:pPr/>
              <a:t>‹#›</a:t>
            </a:fld>
            <a:endParaRPr lang="en-GB"/>
          </a:p>
        </p:txBody>
      </p:sp>
      <p:grpSp>
        <p:nvGrpSpPr>
          <p:cNvPr id="2" name="Group 1">
            <a:extLst>
              <a:ext uri="{FF2B5EF4-FFF2-40B4-BE49-F238E27FC236}">
                <a16:creationId xmlns:a16="http://schemas.microsoft.com/office/drawing/2014/main" id="{56251C50-AF46-4A2B-9A3A-968E21C1661B}"/>
              </a:ext>
            </a:extLst>
          </p:cNvPr>
          <p:cNvGrpSpPr/>
          <p:nvPr userDrawn="1"/>
        </p:nvGrpSpPr>
        <p:grpSpPr>
          <a:xfrm>
            <a:off x="9290886" y="6245081"/>
            <a:ext cx="1586668" cy="1586668"/>
            <a:chOff x="9290886" y="6245081"/>
            <a:chExt cx="1586668" cy="1586668"/>
          </a:xfrm>
        </p:grpSpPr>
        <p:grpSp>
          <p:nvGrpSpPr>
            <p:cNvPr id="14" name="Group 13">
              <a:extLst>
                <a:ext uri="{FF2B5EF4-FFF2-40B4-BE49-F238E27FC236}">
                  <a16:creationId xmlns:a16="http://schemas.microsoft.com/office/drawing/2014/main" id="{E231ACC1-B469-4B47-B029-FC021071AC27}"/>
                </a:ext>
              </a:extLst>
            </p:cNvPr>
            <p:cNvGrpSpPr/>
            <p:nvPr userDrawn="1"/>
          </p:nvGrpSpPr>
          <p:grpSpPr>
            <a:xfrm>
              <a:off x="9290886" y="6245081"/>
              <a:ext cx="1586668" cy="1586668"/>
              <a:chOff x="4276724" y="1066800"/>
              <a:chExt cx="5038725" cy="5038725"/>
            </a:xfrm>
          </p:grpSpPr>
          <p:sp>
            <p:nvSpPr>
              <p:cNvPr id="16" name="Oval 15">
                <a:extLst>
                  <a:ext uri="{FF2B5EF4-FFF2-40B4-BE49-F238E27FC236}">
                    <a16:creationId xmlns:a16="http://schemas.microsoft.com/office/drawing/2014/main" id="{81E20BBB-AFD6-415E-8906-75114D9D9537}"/>
                  </a:ext>
                </a:extLst>
              </p:cNvPr>
              <p:cNvSpPr/>
              <p:nvPr userDrawn="1"/>
            </p:nvSpPr>
            <p:spPr>
              <a:xfrm>
                <a:off x="4276724" y="1066800"/>
                <a:ext cx="5038725" cy="5038725"/>
              </a:xfrm>
              <a:prstGeom prst="ellipse">
                <a:avLst/>
              </a:prstGeom>
              <a:noFill/>
              <a:ln w="22225">
                <a:solidFill>
                  <a:srgbClr val="06BAB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a:extLst>
                  <a:ext uri="{FF2B5EF4-FFF2-40B4-BE49-F238E27FC236}">
                    <a16:creationId xmlns:a16="http://schemas.microsoft.com/office/drawing/2014/main" id="{120AA727-3FB7-4EA4-8AEF-A09246C2E7C7}"/>
                  </a:ext>
                </a:extLst>
              </p:cNvPr>
              <p:cNvSpPr/>
              <p:nvPr userDrawn="1"/>
            </p:nvSpPr>
            <p:spPr>
              <a:xfrm>
                <a:off x="7858140" y="1227974"/>
                <a:ext cx="386558" cy="386558"/>
              </a:xfrm>
              <a:prstGeom prst="ellipse">
                <a:avLst/>
              </a:prstGeom>
              <a:solidFill>
                <a:schemeClr val="bg1"/>
              </a:solidFill>
              <a:ln w="31750">
                <a:solidFill>
                  <a:srgbClr val="06BA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a:extLst>
                  <a:ext uri="{FF2B5EF4-FFF2-40B4-BE49-F238E27FC236}">
                    <a16:creationId xmlns:a16="http://schemas.microsoft.com/office/drawing/2014/main" id="{E2E3E5C1-C864-42B1-916B-FEF35CCCA3CA}"/>
                  </a:ext>
                </a:extLst>
              </p:cNvPr>
              <p:cNvSpPr/>
              <p:nvPr userDrawn="1"/>
            </p:nvSpPr>
            <p:spPr>
              <a:xfrm>
                <a:off x="8491485" y="1830639"/>
                <a:ext cx="755780" cy="755780"/>
              </a:xfrm>
              <a:prstGeom prst="ellipse">
                <a:avLst/>
              </a:prstGeom>
              <a:solidFill>
                <a:schemeClr val="bg1"/>
              </a:solidFill>
              <a:ln w="41275">
                <a:solidFill>
                  <a:srgbClr val="06BA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Oval 19">
                <a:extLst>
                  <a:ext uri="{FF2B5EF4-FFF2-40B4-BE49-F238E27FC236}">
                    <a16:creationId xmlns:a16="http://schemas.microsoft.com/office/drawing/2014/main" id="{AC81C9C4-C173-47AB-97B5-570E1BB31D49}"/>
                  </a:ext>
                </a:extLst>
              </p:cNvPr>
              <p:cNvSpPr/>
              <p:nvPr userDrawn="1"/>
            </p:nvSpPr>
            <p:spPr>
              <a:xfrm>
                <a:off x="4383506" y="2005609"/>
                <a:ext cx="468338" cy="468337"/>
              </a:xfrm>
              <a:prstGeom prst="ellipse">
                <a:avLst/>
              </a:prstGeom>
              <a:solidFill>
                <a:schemeClr val="bg1"/>
              </a:solidFill>
              <a:ln w="38100">
                <a:solidFill>
                  <a:srgbClr val="06BA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4" name="Picture 23">
              <a:extLst>
                <a:ext uri="{FF2B5EF4-FFF2-40B4-BE49-F238E27FC236}">
                  <a16:creationId xmlns:a16="http://schemas.microsoft.com/office/drawing/2014/main" id="{DE303848-343D-4752-879D-A1213C581EA9}"/>
                </a:ext>
              </a:extLst>
            </p:cNvPr>
            <p:cNvPicPr>
              <a:picLocks noChangeAspect="1"/>
            </p:cNvPicPr>
            <p:nvPr userDrawn="1"/>
          </p:nvPicPr>
          <p:blipFill>
            <a:blip r:embed="rId2"/>
            <a:stretch>
              <a:fillRect/>
            </a:stretch>
          </p:blipFill>
          <p:spPr>
            <a:xfrm>
              <a:off x="9584616" y="6374841"/>
              <a:ext cx="977736" cy="479207"/>
            </a:xfrm>
            <a:prstGeom prst="rect">
              <a:avLst/>
            </a:prstGeom>
          </p:spPr>
        </p:pic>
      </p:grpSp>
      <p:sp>
        <p:nvSpPr>
          <p:cNvPr id="13" name="Subtitle 2">
            <a:extLst>
              <a:ext uri="{FF2B5EF4-FFF2-40B4-BE49-F238E27FC236}">
                <a16:creationId xmlns:a16="http://schemas.microsoft.com/office/drawing/2014/main" id="{7CB1DA81-D0CF-4E8E-B771-359406B78789}"/>
              </a:ext>
            </a:extLst>
          </p:cNvPr>
          <p:cNvSpPr>
            <a:spLocks noGrp="1"/>
          </p:cNvSpPr>
          <p:nvPr>
            <p:ph type="subTitle" idx="11"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Tree>
    <p:extLst>
      <p:ext uri="{BB962C8B-B14F-4D97-AF65-F5344CB8AC3E}">
        <p14:creationId xmlns:p14="http://schemas.microsoft.com/office/powerpoint/2010/main" val="167975262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9_Content_Title+1 Colum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75E378A-7B7A-4C63-8218-3E4C699B0420}"/>
              </a:ext>
            </a:extLst>
          </p:cNvPr>
          <p:cNvSpPr/>
          <p:nvPr userDrawn="1"/>
        </p:nvSpPr>
        <p:spPr>
          <a:xfrm>
            <a:off x="0" y="0"/>
            <a:ext cx="360000" cy="6858000"/>
          </a:xfrm>
          <a:prstGeom prst="rect">
            <a:avLst/>
          </a:prstGeom>
          <a:solidFill>
            <a:srgbClr val="AE20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AE2086"/>
              </a:solidFill>
            </a:endParaRPr>
          </a:p>
        </p:txBody>
      </p:sp>
      <p:sp>
        <p:nvSpPr>
          <p:cNvPr id="11" name="Content Placeholder 2">
            <a:extLst>
              <a:ext uri="{FF2B5EF4-FFF2-40B4-BE49-F238E27FC236}">
                <a16:creationId xmlns:a16="http://schemas.microsoft.com/office/drawing/2014/main" id="{67782945-B9F0-41B4-B211-D6C895D6475E}"/>
              </a:ext>
            </a:extLst>
          </p:cNvPr>
          <p:cNvSpPr>
            <a:spLocks noGrp="1"/>
          </p:cNvSpPr>
          <p:nvPr>
            <p:ph idx="1"/>
          </p:nvPr>
        </p:nvSpPr>
        <p:spPr>
          <a:xfrm>
            <a:off x="667266" y="1453418"/>
            <a:ext cx="10686534" cy="4723546"/>
          </a:xfrm>
          <a:prstGeom prst="rect">
            <a:avLst/>
          </a:prstGeom>
        </p:spPr>
        <p:txBody>
          <a:bodyPr/>
          <a:lstStyle>
            <a:lvl1pPr>
              <a:buClr>
                <a:srgbClr val="AE2086"/>
              </a:buClr>
              <a:defRPr/>
            </a:lvl1pPr>
            <a:lvl3pPr>
              <a:buClr>
                <a:srgbClr val="74787B"/>
              </a:buClr>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1F9C20-D204-4A61-83D0-C8409FA061FE}"/>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3200">
                <a:solidFill>
                  <a:srgbClr val="AE2086"/>
                </a:solidFill>
              </a:defRPr>
            </a:lvl1pPr>
          </a:lstStyle>
          <a:p>
            <a:r>
              <a:rPr lang="en-US"/>
              <a:t>Click to edit Heading</a:t>
            </a:r>
            <a:endParaRPr lang="en-GB"/>
          </a:p>
        </p:txBody>
      </p:sp>
      <p:sp>
        <p:nvSpPr>
          <p:cNvPr id="4" name="Slide Number Placeholder 3">
            <a:extLst>
              <a:ext uri="{FF2B5EF4-FFF2-40B4-BE49-F238E27FC236}">
                <a16:creationId xmlns:a16="http://schemas.microsoft.com/office/drawing/2014/main" id="{FEDBEA7A-8B3A-422C-85DA-39018E0006E1}"/>
              </a:ext>
            </a:extLst>
          </p:cNvPr>
          <p:cNvSpPr>
            <a:spLocks noGrp="1"/>
          </p:cNvSpPr>
          <p:nvPr>
            <p:ph type="sldNum" sz="quarter" idx="10"/>
          </p:nvPr>
        </p:nvSpPr>
        <p:spPr>
          <a:xfrm>
            <a:off x="11401760" y="6356350"/>
            <a:ext cx="621632" cy="365125"/>
          </a:xfrm>
          <a:prstGeom prst="rect">
            <a:avLst/>
          </a:prstGeom>
        </p:spPr>
        <p:txBody>
          <a:bodyPr/>
          <a:lstStyle>
            <a:lvl1pPr>
              <a:defRPr/>
            </a:lvl1pPr>
          </a:lstStyle>
          <a:p>
            <a:fld id="{53A8910B-DB83-49E5-AD38-E95CD4B915B8}" type="slidenum">
              <a:rPr lang="en-GB" smtClean="0"/>
              <a:pPr/>
              <a:t>‹#›</a:t>
            </a:fld>
            <a:endParaRPr lang="en-GB"/>
          </a:p>
        </p:txBody>
      </p:sp>
      <p:grpSp>
        <p:nvGrpSpPr>
          <p:cNvPr id="2" name="Group 1">
            <a:extLst>
              <a:ext uri="{FF2B5EF4-FFF2-40B4-BE49-F238E27FC236}">
                <a16:creationId xmlns:a16="http://schemas.microsoft.com/office/drawing/2014/main" id="{F9E90504-9AF4-4553-9A90-17FB1E164692}"/>
              </a:ext>
            </a:extLst>
          </p:cNvPr>
          <p:cNvGrpSpPr/>
          <p:nvPr userDrawn="1"/>
        </p:nvGrpSpPr>
        <p:grpSpPr>
          <a:xfrm>
            <a:off x="9290886" y="6245081"/>
            <a:ext cx="1586668" cy="1586668"/>
            <a:chOff x="9290886" y="6245081"/>
            <a:chExt cx="1586668" cy="1586668"/>
          </a:xfrm>
        </p:grpSpPr>
        <p:pic>
          <p:nvPicPr>
            <p:cNvPr id="17" name="Picture 16">
              <a:extLst>
                <a:ext uri="{FF2B5EF4-FFF2-40B4-BE49-F238E27FC236}">
                  <a16:creationId xmlns:a16="http://schemas.microsoft.com/office/drawing/2014/main" id="{45743039-5BBF-439A-B951-3834CB98D122}"/>
                </a:ext>
              </a:extLst>
            </p:cNvPr>
            <p:cNvPicPr>
              <a:picLocks noChangeAspect="1"/>
            </p:cNvPicPr>
            <p:nvPr userDrawn="1"/>
          </p:nvPicPr>
          <p:blipFill>
            <a:blip r:embed="rId2"/>
            <a:stretch>
              <a:fillRect/>
            </a:stretch>
          </p:blipFill>
          <p:spPr>
            <a:xfrm>
              <a:off x="9596121" y="6371850"/>
              <a:ext cx="954725" cy="485188"/>
            </a:xfrm>
            <a:prstGeom prst="rect">
              <a:avLst/>
            </a:prstGeom>
          </p:spPr>
        </p:pic>
        <p:grpSp>
          <p:nvGrpSpPr>
            <p:cNvPr id="18" name="Group 17">
              <a:extLst>
                <a:ext uri="{FF2B5EF4-FFF2-40B4-BE49-F238E27FC236}">
                  <a16:creationId xmlns:a16="http://schemas.microsoft.com/office/drawing/2014/main" id="{E4C8DAF0-89F8-4331-A841-0E23574B916B}"/>
                </a:ext>
              </a:extLst>
            </p:cNvPr>
            <p:cNvGrpSpPr/>
            <p:nvPr userDrawn="1"/>
          </p:nvGrpSpPr>
          <p:grpSpPr>
            <a:xfrm>
              <a:off x="9290886" y="6245081"/>
              <a:ext cx="1586668" cy="1586668"/>
              <a:chOff x="4276724" y="1066800"/>
              <a:chExt cx="5038725" cy="5038725"/>
            </a:xfrm>
          </p:grpSpPr>
          <p:sp>
            <p:nvSpPr>
              <p:cNvPr id="19" name="Oval 18">
                <a:extLst>
                  <a:ext uri="{FF2B5EF4-FFF2-40B4-BE49-F238E27FC236}">
                    <a16:creationId xmlns:a16="http://schemas.microsoft.com/office/drawing/2014/main" id="{E8C45C78-E7AD-4841-A76C-0C5DCE1CECF8}"/>
                  </a:ext>
                </a:extLst>
              </p:cNvPr>
              <p:cNvSpPr/>
              <p:nvPr userDrawn="1"/>
            </p:nvSpPr>
            <p:spPr>
              <a:xfrm>
                <a:off x="4276724" y="1066800"/>
                <a:ext cx="5038725" cy="5038725"/>
              </a:xfrm>
              <a:prstGeom prst="ellipse">
                <a:avLst/>
              </a:prstGeom>
              <a:noFill/>
              <a:ln w="22225">
                <a:solidFill>
                  <a:srgbClr val="AE208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Oval 19">
                <a:extLst>
                  <a:ext uri="{FF2B5EF4-FFF2-40B4-BE49-F238E27FC236}">
                    <a16:creationId xmlns:a16="http://schemas.microsoft.com/office/drawing/2014/main" id="{A7F312D9-EB17-4645-8C28-3A9F47E111E1}"/>
                  </a:ext>
                </a:extLst>
              </p:cNvPr>
              <p:cNvSpPr/>
              <p:nvPr userDrawn="1"/>
            </p:nvSpPr>
            <p:spPr>
              <a:xfrm>
                <a:off x="7858140" y="1227974"/>
                <a:ext cx="386558" cy="386558"/>
              </a:xfrm>
              <a:prstGeom prst="ellipse">
                <a:avLst/>
              </a:prstGeom>
              <a:solidFill>
                <a:schemeClr val="bg1"/>
              </a:solidFill>
              <a:ln w="31750">
                <a:solidFill>
                  <a:srgbClr val="AE208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Oval 20">
                <a:extLst>
                  <a:ext uri="{FF2B5EF4-FFF2-40B4-BE49-F238E27FC236}">
                    <a16:creationId xmlns:a16="http://schemas.microsoft.com/office/drawing/2014/main" id="{EEAC7966-ACD3-4351-B940-477B8C0A4CEC}"/>
                  </a:ext>
                </a:extLst>
              </p:cNvPr>
              <p:cNvSpPr/>
              <p:nvPr userDrawn="1"/>
            </p:nvSpPr>
            <p:spPr>
              <a:xfrm>
                <a:off x="8491485" y="1830639"/>
                <a:ext cx="755780" cy="755780"/>
              </a:xfrm>
              <a:prstGeom prst="ellipse">
                <a:avLst/>
              </a:prstGeom>
              <a:solidFill>
                <a:schemeClr val="bg1"/>
              </a:solidFill>
              <a:ln w="41275">
                <a:solidFill>
                  <a:srgbClr val="AE208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Oval 21">
                <a:extLst>
                  <a:ext uri="{FF2B5EF4-FFF2-40B4-BE49-F238E27FC236}">
                    <a16:creationId xmlns:a16="http://schemas.microsoft.com/office/drawing/2014/main" id="{0613A840-2ADE-4B11-A2C7-192A6E69EE9A}"/>
                  </a:ext>
                </a:extLst>
              </p:cNvPr>
              <p:cNvSpPr/>
              <p:nvPr userDrawn="1"/>
            </p:nvSpPr>
            <p:spPr>
              <a:xfrm>
                <a:off x="4383506" y="2005609"/>
                <a:ext cx="468338" cy="468337"/>
              </a:xfrm>
              <a:prstGeom prst="ellipse">
                <a:avLst/>
              </a:prstGeom>
              <a:solidFill>
                <a:schemeClr val="bg1"/>
              </a:solidFill>
              <a:ln w="38100">
                <a:solidFill>
                  <a:srgbClr val="AE208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
        <p:nvSpPr>
          <p:cNvPr id="13" name="Subtitle 2">
            <a:extLst>
              <a:ext uri="{FF2B5EF4-FFF2-40B4-BE49-F238E27FC236}">
                <a16:creationId xmlns:a16="http://schemas.microsoft.com/office/drawing/2014/main" id="{BA8AEB3F-3D33-435A-9D41-0AEE05CF7102}"/>
              </a:ext>
            </a:extLst>
          </p:cNvPr>
          <p:cNvSpPr>
            <a:spLocks noGrp="1"/>
          </p:cNvSpPr>
          <p:nvPr>
            <p:ph type="subTitle" idx="11"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Tree>
    <p:extLst>
      <p:ext uri="{BB962C8B-B14F-4D97-AF65-F5344CB8AC3E}">
        <p14:creationId xmlns:p14="http://schemas.microsoft.com/office/powerpoint/2010/main" val="241201478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 Column 1">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sp>
        <p:nvSpPr>
          <p:cNvPr id="11" name="Content Placeholder 2">
            <a:extLst>
              <a:ext uri="{FF2B5EF4-FFF2-40B4-BE49-F238E27FC236}">
                <a16:creationId xmlns:a16="http://schemas.microsoft.com/office/drawing/2014/main" id="{67782945-B9F0-41B4-B211-D6C895D6475E}"/>
              </a:ext>
            </a:extLst>
          </p:cNvPr>
          <p:cNvSpPr>
            <a:spLocks noGrp="1"/>
          </p:cNvSpPr>
          <p:nvPr>
            <p:ph idx="1"/>
          </p:nvPr>
        </p:nvSpPr>
        <p:spPr>
          <a:xfrm>
            <a:off x="667266" y="1453418"/>
            <a:ext cx="10686534" cy="472354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1F9C20-D204-4A61-83D0-C8409FA061FE}"/>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Tree>
    <p:extLst>
      <p:ext uri="{BB962C8B-B14F-4D97-AF65-F5344CB8AC3E}">
        <p14:creationId xmlns:p14="http://schemas.microsoft.com/office/powerpoint/2010/main" val="351575100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Subtitle+Column 1">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sp>
        <p:nvSpPr>
          <p:cNvPr id="14" name="Subtitle 2">
            <a:extLst>
              <a:ext uri="{FF2B5EF4-FFF2-40B4-BE49-F238E27FC236}">
                <a16:creationId xmlns:a16="http://schemas.microsoft.com/office/drawing/2014/main" id="{47BDE5E5-CB56-4184-9886-01A36C716577}"/>
              </a:ext>
            </a:extLst>
          </p:cNvPr>
          <p:cNvSpPr>
            <a:spLocks noGrp="1"/>
          </p:cNvSpPr>
          <p:nvPr>
            <p:ph type="subTitle" idx="11"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16" name="Title 1">
            <a:extLst>
              <a:ext uri="{FF2B5EF4-FFF2-40B4-BE49-F238E27FC236}">
                <a16:creationId xmlns:a16="http://schemas.microsoft.com/office/drawing/2014/main" id="{A8C770E6-6791-4449-B2CE-2E3F185FC2E1}"/>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18" name="Content Placeholder 2">
            <a:extLst>
              <a:ext uri="{FF2B5EF4-FFF2-40B4-BE49-F238E27FC236}">
                <a16:creationId xmlns:a16="http://schemas.microsoft.com/office/drawing/2014/main" id="{A4D505CC-A354-4CEB-8B3A-5E67AEFEC3B9}"/>
              </a:ext>
            </a:extLst>
          </p:cNvPr>
          <p:cNvSpPr>
            <a:spLocks noGrp="1"/>
          </p:cNvSpPr>
          <p:nvPr>
            <p:ph idx="1"/>
          </p:nvPr>
        </p:nvSpPr>
        <p:spPr>
          <a:xfrm>
            <a:off x="667266" y="1453418"/>
            <a:ext cx="10686534" cy="472354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81907702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Column 2">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sp>
        <p:nvSpPr>
          <p:cNvPr id="11" name="Content Placeholder 2">
            <a:extLst>
              <a:ext uri="{FF2B5EF4-FFF2-40B4-BE49-F238E27FC236}">
                <a16:creationId xmlns:a16="http://schemas.microsoft.com/office/drawing/2014/main" id="{67782945-B9F0-41B4-B211-D6C895D6475E}"/>
              </a:ext>
            </a:extLst>
          </p:cNvPr>
          <p:cNvSpPr>
            <a:spLocks noGrp="1"/>
          </p:cNvSpPr>
          <p:nvPr>
            <p:ph idx="1"/>
          </p:nvPr>
        </p:nvSpPr>
        <p:spPr>
          <a:xfrm>
            <a:off x="667266" y="1453418"/>
            <a:ext cx="5248734" cy="472354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1F9C20-D204-4A61-83D0-C8409FA061FE}"/>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8" name="Content Placeholder 2">
            <a:extLst>
              <a:ext uri="{FF2B5EF4-FFF2-40B4-BE49-F238E27FC236}">
                <a16:creationId xmlns:a16="http://schemas.microsoft.com/office/drawing/2014/main" id="{FAA8BB5C-F232-46BE-B451-AF5CE2CDDCCA}"/>
              </a:ext>
            </a:extLst>
          </p:cNvPr>
          <p:cNvSpPr>
            <a:spLocks noGrp="1"/>
          </p:cNvSpPr>
          <p:nvPr>
            <p:ph idx="11"/>
          </p:nvPr>
        </p:nvSpPr>
        <p:spPr>
          <a:xfrm>
            <a:off x="6276000" y="1453418"/>
            <a:ext cx="5248734" cy="472354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49876651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Subtitle+Column 2">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sp>
        <p:nvSpPr>
          <p:cNvPr id="14" name="Subtitle 2">
            <a:extLst>
              <a:ext uri="{FF2B5EF4-FFF2-40B4-BE49-F238E27FC236}">
                <a16:creationId xmlns:a16="http://schemas.microsoft.com/office/drawing/2014/main" id="{47BDE5E5-CB56-4184-9886-01A36C716577}"/>
              </a:ext>
            </a:extLst>
          </p:cNvPr>
          <p:cNvSpPr>
            <a:spLocks noGrp="1"/>
          </p:cNvSpPr>
          <p:nvPr>
            <p:ph type="subTitle" idx="11"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16" name="Title 1">
            <a:extLst>
              <a:ext uri="{FF2B5EF4-FFF2-40B4-BE49-F238E27FC236}">
                <a16:creationId xmlns:a16="http://schemas.microsoft.com/office/drawing/2014/main" id="{A8C770E6-6791-4449-B2CE-2E3F185FC2E1}"/>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8" name="Content Placeholder 2">
            <a:extLst>
              <a:ext uri="{FF2B5EF4-FFF2-40B4-BE49-F238E27FC236}">
                <a16:creationId xmlns:a16="http://schemas.microsoft.com/office/drawing/2014/main" id="{8D2E03EB-6C51-429C-AAD6-45E04EA6703B}"/>
              </a:ext>
            </a:extLst>
          </p:cNvPr>
          <p:cNvSpPr>
            <a:spLocks noGrp="1"/>
          </p:cNvSpPr>
          <p:nvPr>
            <p:ph idx="1"/>
          </p:nvPr>
        </p:nvSpPr>
        <p:spPr>
          <a:xfrm>
            <a:off x="667266" y="1453418"/>
            <a:ext cx="5248734" cy="472354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Content Placeholder 2">
            <a:extLst>
              <a:ext uri="{FF2B5EF4-FFF2-40B4-BE49-F238E27FC236}">
                <a16:creationId xmlns:a16="http://schemas.microsoft.com/office/drawing/2014/main" id="{6A9E4AD0-6538-4882-855A-4DEE9640C1CA}"/>
              </a:ext>
            </a:extLst>
          </p:cNvPr>
          <p:cNvSpPr>
            <a:spLocks noGrp="1"/>
          </p:cNvSpPr>
          <p:nvPr>
            <p:ph idx="12"/>
          </p:nvPr>
        </p:nvSpPr>
        <p:spPr>
          <a:xfrm>
            <a:off x="6276000" y="1453418"/>
            <a:ext cx="5248734" cy="472354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75692613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tent Layout A1">
    <p:spTree>
      <p:nvGrpSpPr>
        <p:cNvPr id="1" name=""/>
        <p:cNvGrpSpPr/>
        <p:nvPr/>
      </p:nvGrpSpPr>
      <p:grpSpPr>
        <a:xfrm>
          <a:off x="0" y="0"/>
          <a:ext cx="0" cy="0"/>
          <a:chOff x="0" y="0"/>
          <a:chExt cx="0" cy="0"/>
        </a:xfrm>
      </p:grpSpPr>
      <p:sp>
        <p:nvSpPr>
          <p:cNvPr id="14" name="Content Placeholder 13">
            <a:extLst>
              <a:ext uri="{FF2B5EF4-FFF2-40B4-BE49-F238E27FC236}">
                <a16:creationId xmlns:a16="http://schemas.microsoft.com/office/drawing/2014/main" id="{3D9D1C6C-3654-4D00-A984-8B1A716E5903}"/>
              </a:ext>
            </a:extLst>
          </p:cNvPr>
          <p:cNvSpPr>
            <a:spLocks noGrp="1"/>
          </p:cNvSpPr>
          <p:nvPr>
            <p:ph sz="quarter" idx="14"/>
          </p:nvPr>
        </p:nvSpPr>
        <p:spPr bwMode="gray">
          <a:xfrm>
            <a:off x="6276001" y="1457739"/>
            <a:ext cx="5248733" cy="4719225"/>
          </a:xfrm>
          <a:custGeom>
            <a:avLst/>
            <a:gdLst>
              <a:gd name="connsiteX0" fmla="*/ 86645 w 5248733"/>
              <a:gd name="connsiteY0" fmla="*/ 0 h 4719225"/>
              <a:gd name="connsiteX1" fmla="*/ 5162088 w 5248733"/>
              <a:gd name="connsiteY1" fmla="*/ 0 h 4719225"/>
              <a:gd name="connsiteX2" fmla="*/ 5248733 w 5248733"/>
              <a:gd name="connsiteY2" fmla="*/ 86645 h 4719225"/>
              <a:gd name="connsiteX3" fmla="*/ 5248733 w 5248733"/>
              <a:gd name="connsiteY3" fmla="*/ 4632580 h 4719225"/>
              <a:gd name="connsiteX4" fmla="*/ 5162088 w 5248733"/>
              <a:gd name="connsiteY4" fmla="*/ 4719225 h 4719225"/>
              <a:gd name="connsiteX5" fmla="*/ 86645 w 5248733"/>
              <a:gd name="connsiteY5" fmla="*/ 4719225 h 4719225"/>
              <a:gd name="connsiteX6" fmla="*/ 0 w 5248733"/>
              <a:gd name="connsiteY6" fmla="*/ 4632580 h 4719225"/>
              <a:gd name="connsiteX7" fmla="*/ 0 w 5248733"/>
              <a:gd name="connsiteY7" fmla="*/ 86645 h 4719225"/>
              <a:gd name="connsiteX8" fmla="*/ 86645 w 5248733"/>
              <a:gd name="connsiteY8" fmla="*/ 0 h 4719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48733" h="4719225">
                <a:moveTo>
                  <a:pt x="86645" y="0"/>
                </a:moveTo>
                <a:lnTo>
                  <a:pt x="5162088" y="0"/>
                </a:lnTo>
                <a:cubicBezTo>
                  <a:pt x="5209941" y="0"/>
                  <a:pt x="5248733" y="38792"/>
                  <a:pt x="5248733" y="86645"/>
                </a:cubicBezTo>
                <a:lnTo>
                  <a:pt x="5248733" y="4632580"/>
                </a:lnTo>
                <a:cubicBezTo>
                  <a:pt x="5248733" y="4680433"/>
                  <a:pt x="5209941" y="4719225"/>
                  <a:pt x="5162088" y="4719225"/>
                </a:cubicBezTo>
                <a:lnTo>
                  <a:pt x="86645" y="4719225"/>
                </a:lnTo>
                <a:cubicBezTo>
                  <a:pt x="38792" y="4719225"/>
                  <a:pt x="0" y="4680433"/>
                  <a:pt x="0" y="4632580"/>
                </a:cubicBezTo>
                <a:lnTo>
                  <a:pt x="0" y="86645"/>
                </a:lnTo>
                <a:cubicBezTo>
                  <a:pt x="0" y="38792"/>
                  <a:pt x="38792" y="0"/>
                  <a:pt x="86645" y="0"/>
                </a:cubicBezTo>
                <a:close/>
              </a:path>
            </a:pathLst>
          </a:custGeom>
          <a:solidFill>
            <a:srgbClr val="E3E4E5"/>
          </a:solidFill>
        </p:spPr>
        <p:txBody>
          <a:bodyPr wrap="square" anchor="ctr">
            <a:noAutofit/>
          </a:bodyPr>
          <a:lstStyle>
            <a:lvl1pPr marL="0" indent="0" algn="ctr">
              <a:buNone/>
              <a:defRPr/>
            </a:lvl1pPr>
          </a:lstStyle>
          <a:p>
            <a:pPr lvl="0"/>
            <a:endParaRPr lang="en-US"/>
          </a:p>
          <a:p>
            <a:pPr lvl="0"/>
            <a:endParaRPr lang="en-US"/>
          </a:p>
          <a:p>
            <a:pPr lvl="0"/>
            <a:endParaRPr lang="en-US"/>
          </a:p>
          <a:p>
            <a:pPr lvl="0"/>
            <a:r>
              <a:rPr lang="en-US"/>
              <a:t>Insert content (picture, chart </a:t>
            </a:r>
            <a:r>
              <a:rPr lang="en-US" err="1"/>
              <a:t>etc</a:t>
            </a:r>
            <a:r>
              <a:rPr lang="en-US"/>
              <a:t>)</a:t>
            </a:r>
            <a:endParaRPr lang="en-GB"/>
          </a:p>
        </p:txBody>
      </p:sp>
      <p:sp>
        <p:nvSpPr>
          <p:cNvPr id="11" name="Freeform: Shape 10">
            <a:extLst>
              <a:ext uri="{FF2B5EF4-FFF2-40B4-BE49-F238E27FC236}">
                <a16:creationId xmlns:a16="http://schemas.microsoft.com/office/drawing/2014/main" id="{97C2BB67-9BE9-4637-B9F9-A6B6F7832E40}"/>
              </a:ext>
            </a:extLst>
          </p:cNvPr>
          <p:cNvSpPr/>
          <p:nvPr userDrawn="1"/>
        </p:nvSpPr>
        <p:spPr>
          <a:xfrm>
            <a:off x="667266" y="2263140"/>
            <a:ext cx="5248733" cy="3913824"/>
          </a:xfrm>
          <a:custGeom>
            <a:avLst/>
            <a:gdLst>
              <a:gd name="connsiteX0" fmla="*/ 0 w 5248733"/>
              <a:gd name="connsiteY0" fmla="*/ 0 h 3913824"/>
              <a:gd name="connsiteX1" fmla="*/ 5248733 w 5248733"/>
              <a:gd name="connsiteY1" fmla="*/ 0 h 3913824"/>
              <a:gd name="connsiteX2" fmla="*/ 5248733 w 5248733"/>
              <a:gd name="connsiteY2" fmla="*/ 3664652 h 3913824"/>
              <a:gd name="connsiteX3" fmla="*/ 5248733 w 5248733"/>
              <a:gd name="connsiteY3" fmla="*/ 3827179 h 3913824"/>
              <a:gd name="connsiteX4" fmla="*/ 5162088 w 5248733"/>
              <a:gd name="connsiteY4" fmla="*/ 3913824 h 3913824"/>
              <a:gd name="connsiteX5" fmla="*/ 86645 w 5248733"/>
              <a:gd name="connsiteY5" fmla="*/ 3913824 h 3913824"/>
              <a:gd name="connsiteX6" fmla="*/ 0 w 5248733"/>
              <a:gd name="connsiteY6" fmla="*/ 3827179 h 3913824"/>
              <a:gd name="connsiteX7" fmla="*/ 0 w 5248733"/>
              <a:gd name="connsiteY7" fmla="*/ 3664652 h 391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8733" h="3913824">
                <a:moveTo>
                  <a:pt x="0" y="0"/>
                </a:moveTo>
                <a:lnTo>
                  <a:pt x="5248733" y="0"/>
                </a:lnTo>
                <a:lnTo>
                  <a:pt x="5248733" y="3664652"/>
                </a:lnTo>
                <a:lnTo>
                  <a:pt x="5248733" y="3827179"/>
                </a:lnTo>
                <a:cubicBezTo>
                  <a:pt x="5248733" y="3875032"/>
                  <a:pt x="5209941" y="3913824"/>
                  <a:pt x="5162088" y="3913824"/>
                </a:cubicBezTo>
                <a:lnTo>
                  <a:pt x="86645" y="3913824"/>
                </a:lnTo>
                <a:cubicBezTo>
                  <a:pt x="38792" y="3913824"/>
                  <a:pt x="0" y="3875032"/>
                  <a:pt x="0" y="3827179"/>
                </a:cubicBezTo>
                <a:lnTo>
                  <a:pt x="0" y="3664652"/>
                </a:lnTo>
                <a:close/>
              </a:path>
            </a:pathLst>
          </a:custGeom>
          <a:solidFill>
            <a:srgbClr val="74787B">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6" name="Freeform: Shape 15">
            <a:extLst>
              <a:ext uri="{FF2B5EF4-FFF2-40B4-BE49-F238E27FC236}">
                <a16:creationId xmlns:a16="http://schemas.microsoft.com/office/drawing/2014/main" id="{C5356A5E-F1A4-4705-B8EE-4BD1F728B6BF}"/>
              </a:ext>
            </a:extLst>
          </p:cNvPr>
          <p:cNvSpPr/>
          <p:nvPr userDrawn="1"/>
        </p:nvSpPr>
        <p:spPr>
          <a:xfrm>
            <a:off x="667266" y="1457739"/>
            <a:ext cx="5248733" cy="805401"/>
          </a:xfrm>
          <a:custGeom>
            <a:avLst/>
            <a:gdLst>
              <a:gd name="connsiteX0" fmla="*/ 86645 w 5248733"/>
              <a:gd name="connsiteY0" fmla="*/ 0 h 805401"/>
              <a:gd name="connsiteX1" fmla="*/ 5162088 w 5248733"/>
              <a:gd name="connsiteY1" fmla="*/ 0 h 805401"/>
              <a:gd name="connsiteX2" fmla="*/ 5248733 w 5248733"/>
              <a:gd name="connsiteY2" fmla="*/ 86645 h 805401"/>
              <a:gd name="connsiteX3" fmla="*/ 5248733 w 5248733"/>
              <a:gd name="connsiteY3" fmla="*/ 805401 h 805401"/>
              <a:gd name="connsiteX4" fmla="*/ 0 w 5248733"/>
              <a:gd name="connsiteY4" fmla="*/ 805401 h 805401"/>
              <a:gd name="connsiteX5" fmla="*/ 0 w 5248733"/>
              <a:gd name="connsiteY5" fmla="*/ 86645 h 805401"/>
              <a:gd name="connsiteX6" fmla="*/ 86645 w 5248733"/>
              <a:gd name="connsiteY6" fmla="*/ 0 h 805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48733" h="805401">
                <a:moveTo>
                  <a:pt x="86645" y="0"/>
                </a:moveTo>
                <a:lnTo>
                  <a:pt x="5162088" y="0"/>
                </a:lnTo>
                <a:cubicBezTo>
                  <a:pt x="5209941" y="0"/>
                  <a:pt x="5248733" y="38792"/>
                  <a:pt x="5248733" y="86645"/>
                </a:cubicBezTo>
                <a:lnTo>
                  <a:pt x="5248733" y="805401"/>
                </a:lnTo>
                <a:lnTo>
                  <a:pt x="0" y="805401"/>
                </a:lnTo>
                <a:lnTo>
                  <a:pt x="0" y="86645"/>
                </a:lnTo>
                <a:cubicBezTo>
                  <a:pt x="0" y="38792"/>
                  <a:pt x="38792" y="0"/>
                  <a:pt x="86645" y="0"/>
                </a:cubicBezTo>
                <a:close/>
              </a:path>
            </a:pathLst>
          </a:custGeom>
          <a:solidFill>
            <a:srgbClr val="7478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1F9C20-D204-4A61-83D0-C8409FA061FE}"/>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12" name="Content Placeholder 3">
            <a:extLst>
              <a:ext uri="{FF2B5EF4-FFF2-40B4-BE49-F238E27FC236}">
                <a16:creationId xmlns:a16="http://schemas.microsoft.com/office/drawing/2014/main" id="{A0A3A707-B6E4-49DF-B76F-2FF1AE941CDE}"/>
              </a:ext>
            </a:extLst>
          </p:cNvPr>
          <p:cNvSpPr>
            <a:spLocks noGrp="1"/>
          </p:cNvSpPr>
          <p:nvPr>
            <p:ph sz="quarter" idx="12" hasCustomPrompt="1"/>
          </p:nvPr>
        </p:nvSpPr>
        <p:spPr>
          <a:xfrm>
            <a:off x="959768" y="2528322"/>
            <a:ext cx="4716463" cy="3440677"/>
          </a:xfrm>
        </p:spPr>
        <p:txBody>
          <a:bodyPr vert="horz" lIns="0" tIns="0" rIns="0" bIns="0" rtlCol="0" anchor="t" anchorCtr="0">
            <a:noAutofit/>
          </a:bodyPr>
          <a:lstStyle>
            <a:lvl1pPr>
              <a:defRPr lang="en-GB" sz="1600" b="0" dirty="0">
                <a:solidFill>
                  <a:srgbClr val="74787B"/>
                </a:solidFill>
              </a:defRPr>
            </a:lvl1pPr>
          </a:lstStyle>
          <a:p>
            <a:pPr marL="0" lvl="0" indent="0">
              <a:lnSpc>
                <a:spcPct val="100000"/>
              </a:lnSpc>
              <a:spcBef>
                <a:spcPts val="0"/>
              </a:spcBef>
              <a:spcAft>
                <a:spcPts val="800"/>
              </a:spcAft>
              <a:buNone/>
            </a:pPr>
            <a:r>
              <a:rPr lang="en-GB"/>
              <a:t>Lorem ipsum dolor sit amet, consectetuer adipiscing elit. Maecenas porttitor congue massa. Fusce posuere, magna sed pulvinar ultricies, purus lectus malesuada libero, sit amet commodo magna eros quis urna.</a:t>
            </a:r>
          </a:p>
          <a:p>
            <a:pPr marL="0" lvl="0" indent="0">
              <a:lnSpc>
                <a:spcPct val="100000"/>
              </a:lnSpc>
              <a:spcBef>
                <a:spcPts val="0"/>
              </a:spcBef>
              <a:spcAft>
                <a:spcPts val="800"/>
              </a:spcAft>
              <a:buNone/>
            </a:pPr>
            <a:r>
              <a:rPr lang="en-GB"/>
              <a:t>Nunc viverra imperdiet enim. Fusce est. Vivamus a </a:t>
            </a:r>
            <a:r>
              <a:rPr lang="en-GB" err="1"/>
              <a:t>tellus</a:t>
            </a:r>
            <a:r>
              <a:rPr lang="en-GB"/>
              <a:t>. </a:t>
            </a:r>
            <a:r>
              <a:rPr lang="en-GB" err="1"/>
              <a:t>Pellentesque</a:t>
            </a:r>
            <a:r>
              <a:rPr lang="en-GB"/>
              <a:t> habitant morbi tristique senectus et netus et malesuada fames ac turpis egestas. Proin pharetra nonummy pede. Mauris et </a:t>
            </a:r>
            <a:r>
              <a:rPr lang="en-GB" err="1"/>
              <a:t>orci</a:t>
            </a:r>
            <a:r>
              <a:rPr lang="en-GB"/>
              <a:t>.</a:t>
            </a:r>
          </a:p>
          <a:p>
            <a:pPr marL="0" lvl="0" indent="0">
              <a:lnSpc>
                <a:spcPct val="100000"/>
              </a:lnSpc>
              <a:spcBef>
                <a:spcPts val="0"/>
              </a:spcBef>
              <a:spcAft>
                <a:spcPts val="800"/>
              </a:spcAft>
              <a:buNone/>
            </a:pPr>
            <a:r>
              <a:rPr lang="en-GB"/>
              <a:t>Lorem ipsum dolor sit amet, consectetuer adipiscing elit. Maecenas porttitor congue </a:t>
            </a:r>
            <a:r>
              <a:rPr lang="en-GB" err="1"/>
              <a:t>massa</a:t>
            </a:r>
            <a:r>
              <a:rPr lang="en-GB"/>
              <a:t>. Lorem ipsum dolor sit amet, consectetuer adipiscing elit. Maecenas porttitor congue </a:t>
            </a:r>
            <a:r>
              <a:rPr lang="en-GB" err="1"/>
              <a:t>massa</a:t>
            </a:r>
            <a:r>
              <a:rPr lang="en-GB"/>
              <a:t>.</a:t>
            </a:r>
          </a:p>
          <a:p>
            <a:pPr marL="0" lvl="0" indent="0">
              <a:lnSpc>
                <a:spcPct val="100000"/>
              </a:lnSpc>
              <a:spcBef>
                <a:spcPts val="0"/>
              </a:spcBef>
              <a:spcAft>
                <a:spcPts val="800"/>
              </a:spcAft>
              <a:buNone/>
            </a:pPr>
            <a:endParaRPr lang="en-GB"/>
          </a:p>
          <a:p>
            <a:pPr marL="0" lvl="0" indent="0">
              <a:lnSpc>
                <a:spcPct val="100000"/>
              </a:lnSpc>
              <a:spcBef>
                <a:spcPts val="0"/>
              </a:spcBef>
              <a:spcAft>
                <a:spcPts val="800"/>
              </a:spcAft>
              <a:buNone/>
            </a:pPr>
            <a:endParaRPr lang="en-GB"/>
          </a:p>
        </p:txBody>
      </p:sp>
      <p:sp>
        <p:nvSpPr>
          <p:cNvPr id="13" name="Text Placeholder 12">
            <a:extLst>
              <a:ext uri="{FF2B5EF4-FFF2-40B4-BE49-F238E27FC236}">
                <a16:creationId xmlns:a16="http://schemas.microsoft.com/office/drawing/2014/main" id="{AA0341ED-91C5-4B51-B2FF-21BE4819BA14}"/>
              </a:ext>
            </a:extLst>
          </p:cNvPr>
          <p:cNvSpPr>
            <a:spLocks noGrp="1"/>
          </p:cNvSpPr>
          <p:nvPr>
            <p:ph type="body" sz="quarter" idx="13" hasCustomPrompt="1"/>
          </p:nvPr>
        </p:nvSpPr>
        <p:spPr>
          <a:xfrm>
            <a:off x="959768" y="1722922"/>
            <a:ext cx="4734595" cy="366712"/>
          </a:xfrm>
        </p:spPr>
        <p:txBody>
          <a:bodyPr/>
          <a:lstStyle>
            <a:lvl1pPr marL="0" indent="0">
              <a:buNone/>
              <a:defRPr b="1">
                <a:solidFill>
                  <a:schemeClr val="bg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a:t>Section heading</a:t>
            </a:r>
            <a:endParaRPr lang="en-GB"/>
          </a:p>
        </p:txBody>
      </p:sp>
    </p:spTree>
    <p:extLst>
      <p:ext uri="{BB962C8B-B14F-4D97-AF65-F5344CB8AC3E}">
        <p14:creationId xmlns:p14="http://schemas.microsoft.com/office/powerpoint/2010/main" val="314281972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ntent layout A2">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EB7CCFA2-2C1D-49FB-B59F-901A8D024021}"/>
              </a:ext>
            </a:extLst>
          </p:cNvPr>
          <p:cNvSpPr/>
          <p:nvPr userDrawn="1"/>
        </p:nvSpPr>
        <p:spPr>
          <a:xfrm>
            <a:off x="667266" y="2263140"/>
            <a:ext cx="5248733" cy="3913824"/>
          </a:xfrm>
          <a:custGeom>
            <a:avLst/>
            <a:gdLst>
              <a:gd name="connsiteX0" fmla="*/ 0 w 5248733"/>
              <a:gd name="connsiteY0" fmla="*/ 0 h 3913824"/>
              <a:gd name="connsiteX1" fmla="*/ 5248733 w 5248733"/>
              <a:gd name="connsiteY1" fmla="*/ 0 h 3913824"/>
              <a:gd name="connsiteX2" fmla="*/ 5248733 w 5248733"/>
              <a:gd name="connsiteY2" fmla="*/ 3664652 h 3913824"/>
              <a:gd name="connsiteX3" fmla="*/ 5248733 w 5248733"/>
              <a:gd name="connsiteY3" fmla="*/ 3827179 h 3913824"/>
              <a:gd name="connsiteX4" fmla="*/ 5162088 w 5248733"/>
              <a:gd name="connsiteY4" fmla="*/ 3913824 h 3913824"/>
              <a:gd name="connsiteX5" fmla="*/ 86645 w 5248733"/>
              <a:gd name="connsiteY5" fmla="*/ 3913824 h 3913824"/>
              <a:gd name="connsiteX6" fmla="*/ 0 w 5248733"/>
              <a:gd name="connsiteY6" fmla="*/ 3827179 h 3913824"/>
              <a:gd name="connsiteX7" fmla="*/ 0 w 5248733"/>
              <a:gd name="connsiteY7" fmla="*/ 3664652 h 391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8733" h="3913824">
                <a:moveTo>
                  <a:pt x="0" y="0"/>
                </a:moveTo>
                <a:lnTo>
                  <a:pt x="5248733" y="0"/>
                </a:lnTo>
                <a:lnTo>
                  <a:pt x="5248733" y="3664652"/>
                </a:lnTo>
                <a:lnTo>
                  <a:pt x="5248733" y="3827179"/>
                </a:lnTo>
                <a:cubicBezTo>
                  <a:pt x="5248733" y="3875032"/>
                  <a:pt x="5209941" y="3913824"/>
                  <a:pt x="5162088" y="3913824"/>
                </a:cubicBezTo>
                <a:lnTo>
                  <a:pt x="86645" y="3913824"/>
                </a:lnTo>
                <a:cubicBezTo>
                  <a:pt x="38792" y="3913824"/>
                  <a:pt x="0" y="3875032"/>
                  <a:pt x="0" y="3827179"/>
                </a:cubicBezTo>
                <a:lnTo>
                  <a:pt x="0" y="3664652"/>
                </a:lnTo>
                <a:close/>
              </a:path>
            </a:pathLst>
          </a:custGeom>
          <a:solidFill>
            <a:srgbClr val="74787B">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8" name="Freeform: Shape 17">
            <a:extLst>
              <a:ext uri="{FF2B5EF4-FFF2-40B4-BE49-F238E27FC236}">
                <a16:creationId xmlns:a16="http://schemas.microsoft.com/office/drawing/2014/main" id="{F3A0572F-B383-4D32-B8E1-D008803C1118}"/>
              </a:ext>
            </a:extLst>
          </p:cNvPr>
          <p:cNvSpPr/>
          <p:nvPr userDrawn="1"/>
        </p:nvSpPr>
        <p:spPr>
          <a:xfrm>
            <a:off x="667266" y="1457739"/>
            <a:ext cx="5248733" cy="805401"/>
          </a:xfrm>
          <a:custGeom>
            <a:avLst/>
            <a:gdLst>
              <a:gd name="connsiteX0" fmla="*/ 86645 w 5248733"/>
              <a:gd name="connsiteY0" fmla="*/ 0 h 805401"/>
              <a:gd name="connsiteX1" fmla="*/ 5162088 w 5248733"/>
              <a:gd name="connsiteY1" fmla="*/ 0 h 805401"/>
              <a:gd name="connsiteX2" fmla="*/ 5248733 w 5248733"/>
              <a:gd name="connsiteY2" fmla="*/ 86645 h 805401"/>
              <a:gd name="connsiteX3" fmla="*/ 5248733 w 5248733"/>
              <a:gd name="connsiteY3" fmla="*/ 805401 h 805401"/>
              <a:gd name="connsiteX4" fmla="*/ 0 w 5248733"/>
              <a:gd name="connsiteY4" fmla="*/ 805401 h 805401"/>
              <a:gd name="connsiteX5" fmla="*/ 0 w 5248733"/>
              <a:gd name="connsiteY5" fmla="*/ 86645 h 805401"/>
              <a:gd name="connsiteX6" fmla="*/ 86645 w 5248733"/>
              <a:gd name="connsiteY6" fmla="*/ 0 h 805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48733" h="805401">
                <a:moveTo>
                  <a:pt x="86645" y="0"/>
                </a:moveTo>
                <a:lnTo>
                  <a:pt x="5162088" y="0"/>
                </a:lnTo>
                <a:cubicBezTo>
                  <a:pt x="5209941" y="0"/>
                  <a:pt x="5248733" y="38792"/>
                  <a:pt x="5248733" y="86645"/>
                </a:cubicBezTo>
                <a:lnTo>
                  <a:pt x="5248733" y="805401"/>
                </a:lnTo>
                <a:lnTo>
                  <a:pt x="0" y="805401"/>
                </a:lnTo>
                <a:lnTo>
                  <a:pt x="0" y="86645"/>
                </a:lnTo>
                <a:cubicBezTo>
                  <a:pt x="0" y="38792"/>
                  <a:pt x="38792" y="0"/>
                  <a:pt x="86645" y="0"/>
                </a:cubicBezTo>
                <a:close/>
              </a:path>
            </a:pathLst>
          </a:custGeom>
          <a:solidFill>
            <a:srgbClr val="7478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1F9C20-D204-4A61-83D0-C8409FA061FE}"/>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13" name="Text Placeholder 12">
            <a:extLst>
              <a:ext uri="{FF2B5EF4-FFF2-40B4-BE49-F238E27FC236}">
                <a16:creationId xmlns:a16="http://schemas.microsoft.com/office/drawing/2014/main" id="{AA0341ED-91C5-4B51-B2FF-21BE4819BA14}"/>
              </a:ext>
            </a:extLst>
          </p:cNvPr>
          <p:cNvSpPr>
            <a:spLocks noGrp="1"/>
          </p:cNvSpPr>
          <p:nvPr>
            <p:ph type="body" sz="quarter" idx="13" hasCustomPrompt="1"/>
          </p:nvPr>
        </p:nvSpPr>
        <p:spPr>
          <a:xfrm>
            <a:off x="959768" y="1722922"/>
            <a:ext cx="4734595" cy="366712"/>
          </a:xfrm>
        </p:spPr>
        <p:txBody>
          <a:bodyPr/>
          <a:lstStyle>
            <a:lvl1pPr marL="0" indent="0">
              <a:buNone/>
              <a:defRPr b="1">
                <a:solidFill>
                  <a:schemeClr val="bg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a:t>Section heading</a:t>
            </a:r>
            <a:endParaRPr lang="en-GB"/>
          </a:p>
        </p:txBody>
      </p:sp>
      <p:sp>
        <p:nvSpPr>
          <p:cNvPr id="14" name="Content Placeholder 13">
            <a:extLst>
              <a:ext uri="{FF2B5EF4-FFF2-40B4-BE49-F238E27FC236}">
                <a16:creationId xmlns:a16="http://schemas.microsoft.com/office/drawing/2014/main" id="{3D9D1C6C-3654-4D00-A984-8B1A716E5903}"/>
              </a:ext>
            </a:extLst>
          </p:cNvPr>
          <p:cNvSpPr>
            <a:spLocks noGrp="1"/>
          </p:cNvSpPr>
          <p:nvPr>
            <p:ph sz="quarter" idx="14"/>
          </p:nvPr>
        </p:nvSpPr>
        <p:spPr bwMode="gray">
          <a:xfrm>
            <a:off x="6276001" y="1457739"/>
            <a:ext cx="5248733" cy="4719225"/>
          </a:xfrm>
          <a:custGeom>
            <a:avLst/>
            <a:gdLst>
              <a:gd name="connsiteX0" fmla="*/ 86645 w 5248733"/>
              <a:gd name="connsiteY0" fmla="*/ 0 h 4719225"/>
              <a:gd name="connsiteX1" fmla="*/ 5162088 w 5248733"/>
              <a:gd name="connsiteY1" fmla="*/ 0 h 4719225"/>
              <a:gd name="connsiteX2" fmla="*/ 5248733 w 5248733"/>
              <a:gd name="connsiteY2" fmla="*/ 86645 h 4719225"/>
              <a:gd name="connsiteX3" fmla="*/ 5248733 w 5248733"/>
              <a:gd name="connsiteY3" fmla="*/ 4632580 h 4719225"/>
              <a:gd name="connsiteX4" fmla="*/ 5162088 w 5248733"/>
              <a:gd name="connsiteY4" fmla="*/ 4719225 h 4719225"/>
              <a:gd name="connsiteX5" fmla="*/ 86645 w 5248733"/>
              <a:gd name="connsiteY5" fmla="*/ 4719225 h 4719225"/>
              <a:gd name="connsiteX6" fmla="*/ 0 w 5248733"/>
              <a:gd name="connsiteY6" fmla="*/ 4632580 h 4719225"/>
              <a:gd name="connsiteX7" fmla="*/ 0 w 5248733"/>
              <a:gd name="connsiteY7" fmla="*/ 86645 h 4719225"/>
              <a:gd name="connsiteX8" fmla="*/ 86645 w 5248733"/>
              <a:gd name="connsiteY8" fmla="*/ 0 h 4719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48733" h="4719225">
                <a:moveTo>
                  <a:pt x="86645" y="0"/>
                </a:moveTo>
                <a:lnTo>
                  <a:pt x="5162088" y="0"/>
                </a:lnTo>
                <a:cubicBezTo>
                  <a:pt x="5209941" y="0"/>
                  <a:pt x="5248733" y="38792"/>
                  <a:pt x="5248733" y="86645"/>
                </a:cubicBezTo>
                <a:lnTo>
                  <a:pt x="5248733" y="4632580"/>
                </a:lnTo>
                <a:cubicBezTo>
                  <a:pt x="5248733" y="4680433"/>
                  <a:pt x="5209941" y="4719225"/>
                  <a:pt x="5162088" y="4719225"/>
                </a:cubicBezTo>
                <a:lnTo>
                  <a:pt x="86645" y="4719225"/>
                </a:lnTo>
                <a:cubicBezTo>
                  <a:pt x="38792" y="4719225"/>
                  <a:pt x="0" y="4680433"/>
                  <a:pt x="0" y="4632580"/>
                </a:cubicBezTo>
                <a:lnTo>
                  <a:pt x="0" y="86645"/>
                </a:lnTo>
                <a:cubicBezTo>
                  <a:pt x="0" y="38792"/>
                  <a:pt x="38792" y="0"/>
                  <a:pt x="86645" y="0"/>
                </a:cubicBezTo>
                <a:close/>
              </a:path>
            </a:pathLst>
          </a:custGeom>
          <a:solidFill>
            <a:srgbClr val="E3E4E5"/>
          </a:solidFill>
        </p:spPr>
        <p:txBody>
          <a:bodyPr wrap="square" anchor="ctr">
            <a:noAutofit/>
          </a:bodyPr>
          <a:lstStyle>
            <a:lvl1pPr marL="0" indent="0" algn="ctr">
              <a:buNone/>
              <a:defRPr/>
            </a:lvl1pPr>
          </a:lstStyle>
          <a:p>
            <a:pPr lvl="0"/>
            <a:endParaRPr lang="en-US"/>
          </a:p>
          <a:p>
            <a:pPr lvl="0"/>
            <a:endParaRPr lang="en-US"/>
          </a:p>
          <a:p>
            <a:pPr lvl="0"/>
            <a:endParaRPr lang="en-US"/>
          </a:p>
          <a:p>
            <a:pPr lvl="0"/>
            <a:r>
              <a:rPr lang="en-US"/>
              <a:t>Insert content (picture, chart </a:t>
            </a:r>
            <a:r>
              <a:rPr lang="en-US" err="1"/>
              <a:t>etc</a:t>
            </a:r>
            <a:r>
              <a:rPr lang="en-US"/>
              <a:t>)</a:t>
            </a:r>
            <a:endParaRPr lang="en-GB"/>
          </a:p>
        </p:txBody>
      </p:sp>
      <p:sp>
        <p:nvSpPr>
          <p:cNvPr id="11" name="Subtitle 2">
            <a:extLst>
              <a:ext uri="{FF2B5EF4-FFF2-40B4-BE49-F238E27FC236}">
                <a16:creationId xmlns:a16="http://schemas.microsoft.com/office/drawing/2014/main" id="{AC4FE4BA-329C-4F06-9253-435EA2737A4B}"/>
              </a:ext>
            </a:extLst>
          </p:cNvPr>
          <p:cNvSpPr>
            <a:spLocks noGrp="1"/>
          </p:cNvSpPr>
          <p:nvPr>
            <p:ph type="subTitle" idx="11"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
        <p:nvSpPr>
          <p:cNvPr id="19" name="Content Placeholder 3">
            <a:extLst>
              <a:ext uri="{FF2B5EF4-FFF2-40B4-BE49-F238E27FC236}">
                <a16:creationId xmlns:a16="http://schemas.microsoft.com/office/drawing/2014/main" id="{57017284-7BE0-4ABB-AC49-15ABCE434C67}"/>
              </a:ext>
            </a:extLst>
          </p:cNvPr>
          <p:cNvSpPr>
            <a:spLocks noGrp="1"/>
          </p:cNvSpPr>
          <p:nvPr>
            <p:ph sz="quarter" idx="15" hasCustomPrompt="1"/>
          </p:nvPr>
        </p:nvSpPr>
        <p:spPr>
          <a:xfrm>
            <a:off x="959768" y="2528322"/>
            <a:ext cx="4716463" cy="3440677"/>
          </a:xfrm>
        </p:spPr>
        <p:txBody>
          <a:bodyPr vert="horz" lIns="0" tIns="0" rIns="0" bIns="0" rtlCol="0" anchor="t" anchorCtr="0">
            <a:noAutofit/>
          </a:bodyPr>
          <a:lstStyle>
            <a:lvl1pPr>
              <a:defRPr lang="en-GB" sz="1600" b="0" dirty="0">
                <a:solidFill>
                  <a:srgbClr val="74787B"/>
                </a:solidFill>
              </a:defRPr>
            </a:lvl1pPr>
          </a:lstStyle>
          <a:p>
            <a:pPr marL="0" lvl="0" indent="0">
              <a:lnSpc>
                <a:spcPct val="100000"/>
              </a:lnSpc>
              <a:spcBef>
                <a:spcPts val="0"/>
              </a:spcBef>
              <a:spcAft>
                <a:spcPts val="800"/>
              </a:spcAft>
              <a:buNone/>
            </a:pPr>
            <a:r>
              <a:rPr lang="en-GB"/>
              <a:t>Lorem ipsum dolor sit amet, consectetuer adipiscing elit. Maecenas porttitor congue massa. Fusce posuere, magna sed pulvinar ultricies, purus lectus malesuada libero, sit amet commodo magna eros quis urna.</a:t>
            </a:r>
          </a:p>
          <a:p>
            <a:pPr marL="0" lvl="0" indent="0">
              <a:lnSpc>
                <a:spcPct val="100000"/>
              </a:lnSpc>
              <a:spcBef>
                <a:spcPts val="0"/>
              </a:spcBef>
              <a:spcAft>
                <a:spcPts val="800"/>
              </a:spcAft>
              <a:buNone/>
            </a:pPr>
            <a:r>
              <a:rPr lang="en-GB"/>
              <a:t>Nunc viverra imperdiet enim. Fusce est. Vivamus a </a:t>
            </a:r>
            <a:r>
              <a:rPr lang="en-GB" err="1"/>
              <a:t>tellus</a:t>
            </a:r>
            <a:r>
              <a:rPr lang="en-GB"/>
              <a:t>. </a:t>
            </a:r>
            <a:r>
              <a:rPr lang="en-GB" err="1"/>
              <a:t>Pellentesque</a:t>
            </a:r>
            <a:r>
              <a:rPr lang="en-GB"/>
              <a:t> habitant morbi tristique senectus et netus et malesuada fames ac turpis egestas. Proin pharetra nonummy pede. Mauris et </a:t>
            </a:r>
            <a:r>
              <a:rPr lang="en-GB" err="1"/>
              <a:t>orci</a:t>
            </a:r>
            <a:r>
              <a:rPr lang="en-GB"/>
              <a:t>.</a:t>
            </a:r>
          </a:p>
          <a:p>
            <a:pPr marL="0" lvl="0" indent="0">
              <a:lnSpc>
                <a:spcPct val="100000"/>
              </a:lnSpc>
              <a:spcBef>
                <a:spcPts val="0"/>
              </a:spcBef>
              <a:spcAft>
                <a:spcPts val="800"/>
              </a:spcAft>
              <a:buNone/>
            </a:pPr>
            <a:r>
              <a:rPr lang="en-GB"/>
              <a:t>Lorem ipsum dolor sit amet, consectetuer adipiscing elit. Maecenas porttitor congue </a:t>
            </a:r>
            <a:r>
              <a:rPr lang="en-GB" err="1"/>
              <a:t>massa</a:t>
            </a:r>
            <a:r>
              <a:rPr lang="en-GB"/>
              <a:t>. Lorem ipsum dolor sit amet, consectetuer adipiscing elit. Maecenas porttitor congue </a:t>
            </a:r>
            <a:r>
              <a:rPr lang="en-GB" err="1"/>
              <a:t>massa</a:t>
            </a:r>
            <a:r>
              <a:rPr lang="en-GB"/>
              <a:t>.</a:t>
            </a:r>
          </a:p>
          <a:p>
            <a:pPr marL="0" lvl="0" indent="0">
              <a:lnSpc>
                <a:spcPct val="100000"/>
              </a:lnSpc>
              <a:spcBef>
                <a:spcPts val="0"/>
              </a:spcBef>
              <a:spcAft>
                <a:spcPts val="800"/>
              </a:spcAft>
              <a:buNone/>
            </a:pPr>
            <a:endParaRPr lang="en-GB"/>
          </a:p>
          <a:p>
            <a:pPr marL="0" lvl="0" indent="0">
              <a:lnSpc>
                <a:spcPct val="100000"/>
              </a:lnSpc>
              <a:spcBef>
                <a:spcPts val="0"/>
              </a:spcBef>
              <a:spcAft>
                <a:spcPts val="800"/>
              </a:spcAft>
              <a:buNone/>
            </a:pPr>
            <a:endParaRPr lang="en-GB"/>
          </a:p>
        </p:txBody>
      </p:sp>
    </p:spTree>
    <p:extLst>
      <p:ext uri="{BB962C8B-B14F-4D97-AF65-F5344CB8AC3E}">
        <p14:creationId xmlns:p14="http://schemas.microsoft.com/office/powerpoint/2010/main" val="37693395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ontent Layout B1">
    <p:spTree>
      <p:nvGrpSpPr>
        <p:cNvPr id="1" name=""/>
        <p:cNvGrpSpPr/>
        <p:nvPr/>
      </p:nvGrpSpPr>
      <p:grpSpPr>
        <a:xfrm>
          <a:off x="0" y="0"/>
          <a:ext cx="0" cy="0"/>
          <a:chOff x="0" y="0"/>
          <a:chExt cx="0" cy="0"/>
        </a:xfrm>
      </p:grpSpPr>
      <p:sp>
        <p:nvSpPr>
          <p:cNvPr id="16" name="Picture Placeholder 4">
            <a:extLst>
              <a:ext uri="{FF2B5EF4-FFF2-40B4-BE49-F238E27FC236}">
                <a16:creationId xmlns:a16="http://schemas.microsoft.com/office/drawing/2014/main" id="{7348483F-FE65-416B-A8CF-7A74BCDDBC57}"/>
              </a:ext>
            </a:extLst>
          </p:cNvPr>
          <p:cNvSpPr>
            <a:spLocks noGrp="1"/>
          </p:cNvSpPr>
          <p:nvPr>
            <p:ph type="pic" sz="quarter" idx="14"/>
          </p:nvPr>
        </p:nvSpPr>
        <p:spPr>
          <a:xfrm>
            <a:off x="8153400" y="3963235"/>
            <a:ext cx="4038600" cy="2389031"/>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36" name="Picture Placeholder 4">
            <a:extLst>
              <a:ext uri="{FF2B5EF4-FFF2-40B4-BE49-F238E27FC236}">
                <a16:creationId xmlns:a16="http://schemas.microsoft.com/office/drawing/2014/main" id="{33E0DDF3-7EE3-4797-86A1-33A8EDFC86DF}"/>
              </a:ext>
            </a:extLst>
          </p:cNvPr>
          <p:cNvSpPr>
            <a:spLocks noGrp="1"/>
          </p:cNvSpPr>
          <p:nvPr>
            <p:ph type="pic" sz="quarter" idx="22"/>
          </p:nvPr>
        </p:nvSpPr>
        <p:spPr>
          <a:xfrm>
            <a:off x="8153400" y="1457740"/>
            <a:ext cx="4038600" cy="2389031"/>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24" name="Freeform: Shape 23">
            <a:extLst>
              <a:ext uri="{FF2B5EF4-FFF2-40B4-BE49-F238E27FC236}">
                <a16:creationId xmlns:a16="http://schemas.microsoft.com/office/drawing/2014/main" id="{A3C7E808-8C4C-4B20-95B2-4A1FB605246A}"/>
              </a:ext>
            </a:extLst>
          </p:cNvPr>
          <p:cNvSpPr/>
          <p:nvPr userDrawn="1"/>
        </p:nvSpPr>
        <p:spPr>
          <a:xfrm>
            <a:off x="667267" y="2089633"/>
            <a:ext cx="3009384" cy="4262619"/>
          </a:xfrm>
          <a:custGeom>
            <a:avLst/>
            <a:gdLst>
              <a:gd name="connsiteX0" fmla="*/ 0 w 5248733"/>
              <a:gd name="connsiteY0" fmla="*/ 0 h 3913824"/>
              <a:gd name="connsiteX1" fmla="*/ 5248733 w 5248733"/>
              <a:gd name="connsiteY1" fmla="*/ 0 h 3913824"/>
              <a:gd name="connsiteX2" fmla="*/ 5248733 w 5248733"/>
              <a:gd name="connsiteY2" fmla="*/ 3664652 h 3913824"/>
              <a:gd name="connsiteX3" fmla="*/ 5248733 w 5248733"/>
              <a:gd name="connsiteY3" fmla="*/ 3827179 h 3913824"/>
              <a:gd name="connsiteX4" fmla="*/ 5162088 w 5248733"/>
              <a:gd name="connsiteY4" fmla="*/ 3913824 h 3913824"/>
              <a:gd name="connsiteX5" fmla="*/ 86645 w 5248733"/>
              <a:gd name="connsiteY5" fmla="*/ 3913824 h 3913824"/>
              <a:gd name="connsiteX6" fmla="*/ 0 w 5248733"/>
              <a:gd name="connsiteY6" fmla="*/ 3827179 h 3913824"/>
              <a:gd name="connsiteX7" fmla="*/ 0 w 5248733"/>
              <a:gd name="connsiteY7" fmla="*/ 3664652 h 391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8733" h="3913824">
                <a:moveTo>
                  <a:pt x="0" y="0"/>
                </a:moveTo>
                <a:lnTo>
                  <a:pt x="5248733" y="0"/>
                </a:lnTo>
                <a:lnTo>
                  <a:pt x="5248733" y="3664652"/>
                </a:lnTo>
                <a:lnTo>
                  <a:pt x="5248733" y="3827179"/>
                </a:lnTo>
                <a:cubicBezTo>
                  <a:pt x="5248733" y="3875032"/>
                  <a:pt x="5209941" y="3913824"/>
                  <a:pt x="5162088" y="3913824"/>
                </a:cubicBezTo>
                <a:lnTo>
                  <a:pt x="86645" y="3913824"/>
                </a:lnTo>
                <a:cubicBezTo>
                  <a:pt x="38792" y="3913824"/>
                  <a:pt x="0" y="3875032"/>
                  <a:pt x="0" y="3827179"/>
                </a:cubicBezTo>
                <a:lnTo>
                  <a:pt x="0" y="3664652"/>
                </a:lnTo>
                <a:close/>
              </a:path>
            </a:pathLst>
          </a:custGeom>
          <a:solidFill>
            <a:srgbClr val="74787B">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5" name="Freeform: Shape 24">
            <a:extLst>
              <a:ext uri="{FF2B5EF4-FFF2-40B4-BE49-F238E27FC236}">
                <a16:creationId xmlns:a16="http://schemas.microsoft.com/office/drawing/2014/main" id="{921AACD7-E7E0-472B-8BD0-0AA5CBC4DADE}"/>
              </a:ext>
            </a:extLst>
          </p:cNvPr>
          <p:cNvSpPr/>
          <p:nvPr userDrawn="1"/>
        </p:nvSpPr>
        <p:spPr>
          <a:xfrm>
            <a:off x="667267" y="1457740"/>
            <a:ext cx="3009384" cy="631894"/>
          </a:xfrm>
          <a:custGeom>
            <a:avLst/>
            <a:gdLst>
              <a:gd name="connsiteX0" fmla="*/ 86645 w 5248733"/>
              <a:gd name="connsiteY0" fmla="*/ 0 h 805401"/>
              <a:gd name="connsiteX1" fmla="*/ 5162088 w 5248733"/>
              <a:gd name="connsiteY1" fmla="*/ 0 h 805401"/>
              <a:gd name="connsiteX2" fmla="*/ 5248733 w 5248733"/>
              <a:gd name="connsiteY2" fmla="*/ 86645 h 805401"/>
              <a:gd name="connsiteX3" fmla="*/ 5248733 w 5248733"/>
              <a:gd name="connsiteY3" fmla="*/ 805401 h 805401"/>
              <a:gd name="connsiteX4" fmla="*/ 0 w 5248733"/>
              <a:gd name="connsiteY4" fmla="*/ 805401 h 805401"/>
              <a:gd name="connsiteX5" fmla="*/ 0 w 5248733"/>
              <a:gd name="connsiteY5" fmla="*/ 86645 h 805401"/>
              <a:gd name="connsiteX6" fmla="*/ 86645 w 5248733"/>
              <a:gd name="connsiteY6" fmla="*/ 0 h 805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48733" h="805401">
                <a:moveTo>
                  <a:pt x="86645" y="0"/>
                </a:moveTo>
                <a:lnTo>
                  <a:pt x="5162088" y="0"/>
                </a:lnTo>
                <a:cubicBezTo>
                  <a:pt x="5209941" y="0"/>
                  <a:pt x="5248733" y="38792"/>
                  <a:pt x="5248733" y="86645"/>
                </a:cubicBezTo>
                <a:lnTo>
                  <a:pt x="5248733" y="805401"/>
                </a:lnTo>
                <a:lnTo>
                  <a:pt x="0" y="805401"/>
                </a:lnTo>
                <a:lnTo>
                  <a:pt x="0" y="86645"/>
                </a:lnTo>
                <a:cubicBezTo>
                  <a:pt x="0" y="38792"/>
                  <a:pt x="38792" y="0"/>
                  <a:pt x="86645" y="0"/>
                </a:cubicBezTo>
                <a:close/>
              </a:path>
            </a:pathLst>
          </a:custGeom>
          <a:solidFill>
            <a:srgbClr val="7478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1F9C20-D204-4A61-83D0-C8409FA061FE}"/>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12" name="Content Placeholder 3">
            <a:extLst>
              <a:ext uri="{FF2B5EF4-FFF2-40B4-BE49-F238E27FC236}">
                <a16:creationId xmlns:a16="http://schemas.microsoft.com/office/drawing/2014/main" id="{A0A3A707-B6E4-49DF-B76F-2FF1AE941CDE}"/>
              </a:ext>
            </a:extLst>
          </p:cNvPr>
          <p:cNvSpPr>
            <a:spLocks noGrp="1"/>
          </p:cNvSpPr>
          <p:nvPr>
            <p:ph sz="quarter" idx="12" hasCustomPrompt="1"/>
          </p:nvPr>
        </p:nvSpPr>
        <p:spPr>
          <a:xfrm>
            <a:off x="959769" y="2272322"/>
            <a:ext cx="2450182" cy="3823677"/>
          </a:xfrm>
        </p:spPr>
        <p:txBody>
          <a:bodyPr vert="horz" lIns="0" tIns="0" rIns="0" bIns="0" rtlCol="0" anchor="t" anchorCtr="0">
            <a:noAutofit/>
          </a:bodyPr>
          <a:lstStyle>
            <a:lvl1pPr>
              <a:defRPr lang="en-GB" sz="1600" b="0" dirty="0"/>
            </a:lvl1pPr>
          </a:lstStyle>
          <a:p>
            <a:pPr marL="0" lvl="0" indent="0">
              <a:lnSpc>
                <a:spcPct val="100000"/>
              </a:lnSpc>
              <a:spcBef>
                <a:spcPts val="0"/>
              </a:spcBef>
              <a:spcAft>
                <a:spcPts val="800"/>
              </a:spcAft>
              <a:buNone/>
            </a:pPr>
            <a:r>
              <a:rPr lang="en-GB"/>
              <a:t>Lorem ipsum dolor sit amet, consectetuer adipiscing elit. Maecenas porttitor congue massa. Fusce posuere, magna sed pulvinar ultricies, purus lectus malesuada libero, sit amet commodo magna eros quis urna.</a:t>
            </a:r>
          </a:p>
          <a:p>
            <a:pPr marL="0" lvl="0" indent="0">
              <a:lnSpc>
                <a:spcPct val="100000"/>
              </a:lnSpc>
              <a:spcBef>
                <a:spcPts val="0"/>
              </a:spcBef>
              <a:spcAft>
                <a:spcPts val="800"/>
              </a:spcAft>
              <a:buNone/>
            </a:pPr>
            <a:r>
              <a:rPr lang="en-GB"/>
              <a:t>Nunc viverra imperdiet enim. Fusce est. Vivamus a </a:t>
            </a:r>
            <a:r>
              <a:rPr lang="en-GB" err="1"/>
              <a:t>tellus</a:t>
            </a:r>
            <a:r>
              <a:rPr lang="en-GB"/>
              <a:t>. </a:t>
            </a:r>
            <a:r>
              <a:rPr lang="en-GB" err="1"/>
              <a:t>Pellentesque</a:t>
            </a:r>
            <a:r>
              <a:rPr lang="en-GB"/>
              <a:t> habitant morbi tristique senectus et netus et malesuada fames ac turpis </a:t>
            </a:r>
            <a:r>
              <a:rPr lang="en-GB" err="1"/>
              <a:t>egestas</a:t>
            </a:r>
            <a:r>
              <a:rPr lang="en-GB"/>
              <a:t>.</a:t>
            </a:r>
          </a:p>
        </p:txBody>
      </p:sp>
      <p:sp>
        <p:nvSpPr>
          <p:cNvPr id="13" name="Text Placeholder 12">
            <a:extLst>
              <a:ext uri="{FF2B5EF4-FFF2-40B4-BE49-F238E27FC236}">
                <a16:creationId xmlns:a16="http://schemas.microsoft.com/office/drawing/2014/main" id="{AA0341ED-91C5-4B51-B2FF-21BE4819BA14}"/>
              </a:ext>
            </a:extLst>
          </p:cNvPr>
          <p:cNvSpPr>
            <a:spLocks noGrp="1"/>
          </p:cNvSpPr>
          <p:nvPr>
            <p:ph type="body" sz="quarter" idx="13" hasCustomPrompt="1"/>
          </p:nvPr>
        </p:nvSpPr>
        <p:spPr>
          <a:xfrm>
            <a:off x="946868" y="1640429"/>
            <a:ext cx="2450182" cy="366712"/>
          </a:xfrm>
        </p:spPr>
        <p:txBody>
          <a:bodyPr/>
          <a:lstStyle>
            <a:lvl1pPr marL="0" indent="0">
              <a:buNone/>
              <a:defRPr b="1">
                <a:solidFill>
                  <a:schemeClr val="bg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a:t>Section heading</a:t>
            </a:r>
            <a:endParaRPr lang="en-GB"/>
          </a:p>
        </p:txBody>
      </p:sp>
      <p:sp>
        <p:nvSpPr>
          <p:cNvPr id="23" name="Content Placeholder 2">
            <a:extLst>
              <a:ext uri="{FF2B5EF4-FFF2-40B4-BE49-F238E27FC236}">
                <a16:creationId xmlns:a16="http://schemas.microsoft.com/office/drawing/2014/main" id="{36DBA5C6-510B-41C4-9D69-2CEC6D52CA88}"/>
              </a:ext>
            </a:extLst>
          </p:cNvPr>
          <p:cNvSpPr>
            <a:spLocks noGrp="1"/>
          </p:cNvSpPr>
          <p:nvPr>
            <p:ph idx="20"/>
          </p:nvPr>
        </p:nvSpPr>
        <p:spPr>
          <a:xfrm>
            <a:off x="3969153" y="1460600"/>
            <a:ext cx="3904646" cy="489165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22915535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ntent Layout B2">
    <p:spTree>
      <p:nvGrpSpPr>
        <p:cNvPr id="1" name=""/>
        <p:cNvGrpSpPr/>
        <p:nvPr/>
      </p:nvGrpSpPr>
      <p:grpSpPr>
        <a:xfrm>
          <a:off x="0" y="0"/>
          <a:ext cx="0" cy="0"/>
          <a:chOff x="0" y="0"/>
          <a:chExt cx="0" cy="0"/>
        </a:xfrm>
      </p:grpSpPr>
      <p:sp>
        <p:nvSpPr>
          <p:cNvPr id="16" name="Picture Placeholder 4">
            <a:extLst>
              <a:ext uri="{FF2B5EF4-FFF2-40B4-BE49-F238E27FC236}">
                <a16:creationId xmlns:a16="http://schemas.microsoft.com/office/drawing/2014/main" id="{7348483F-FE65-416B-A8CF-7A74BCDDBC57}"/>
              </a:ext>
            </a:extLst>
          </p:cNvPr>
          <p:cNvSpPr>
            <a:spLocks noGrp="1"/>
          </p:cNvSpPr>
          <p:nvPr>
            <p:ph type="pic" sz="quarter" idx="14"/>
          </p:nvPr>
        </p:nvSpPr>
        <p:spPr>
          <a:xfrm>
            <a:off x="8153400" y="3963235"/>
            <a:ext cx="4038600" cy="2389031"/>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24" name="Freeform: Shape 23">
            <a:extLst>
              <a:ext uri="{FF2B5EF4-FFF2-40B4-BE49-F238E27FC236}">
                <a16:creationId xmlns:a16="http://schemas.microsoft.com/office/drawing/2014/main" id="{A607F021-E7ED-43C2-9764-023212A929D7}"/>
              </a:ext>
            </a:extLst>
          </p:cNvPr>
          <p:cNvSpPr/>
          <p:nvPr userDrawn="1"/>
        </p:nvSpPr>
        <p:spPr>
          <a:xfrm>
            <a:off x="667267" y="2089633"/>
            <a:ext cx="3009384" cy="4262619"/>
          </a:xfrm>
          <a:custGeom>
            <a:avLst/>
            <a:gdLst>
              <a:gd name="connsiteX0" fmla="*/ 0 w 5248733"/>
              <a:gd name="connsiteY0" fmla="*/ 0 h 3913824"/>
              <a:gd name="connsiteX1" fmla="*/ 5248733 w 5248733"/>
              <a:gd name="connsiteY1" fmla="*/ 0 h 3913824"/>
              <a:gd name="connsiteX2" fmla="*/ 5248733 w 5248733"/>
              <a:gd name="connsiteY2" fmla="*/ 3664652 h 3913824"/>
              <a:gd name="connsiteX3" fmla="*/ 5248733 w 5248733"/>
              <a:gd name="connsiteY3" fmla="*/ 3827179 h 3913824"/>
              <a:gd name="connsiteX4" fmla="*/ 5162088 w 5248733"/>
              <a:gd name="connsiteY4" fmla="*/ 3913824 h 3913824"/>
              <a:gd name="connsiteX5" fmla="*/ 86645 w 5248733"/>
              <a:gd name="connsiteY5" fmla="*/ 3913824 h 3913824"/>
              <a:gd name="connsiteX6" fmla="*/ 0 w 5248733"/>
              <a:gd name="connsiteY6" fmla="*/ 3827179 h 3913824"/>
              <a:gd name="connsiteX7" fmla="*/ 0 w 5248733"/>
              <a:gd name="connsiteY7" fmla="*/ 3664652 h 391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8733" h="3913824">
                <a:moveTo>
                  <a:pt x="0" y="0"/>
                </a:moveTo>
                <a:lnTo>
                  <a:pt x="5248733" y="0"/>
                </a:lnTo>
                <a:lnTo>
                  <a:pt x="5248733" y="3664652"/>
                </a:lnTo>
                <a:lnTo>
                  <a:pt x="5248733" y="3827179"/>
                </a:lnTo>
                <a:cubicBezTo>
                  <a:pt x="5248733" y="3875032"/>
                  <a:pt x="5209941" y="3913824"/>
                  <a:pt x="5162088" y="3913824"/>
                </a:cubicBezTo>
                <a:lnTo>
                  <a:pt x="86645" y="3913824"/>
                </a:lnTo>
                <a:cubicBezTo>
                  <a:pt x="38792" y="3913824"/>
                  <a:pt x="0" y="3875032"/>
                  <a:pt x="0" y="3827179"/>
                </a:cubicBezTo>
                <a:lnTo>
                  <a:pt x="0" y="3664652"/>
                </a:lnTo>
                <a:close/>
              </a:path>
            </a:pathLst>
          </a:custGeom>
          <a:solidFill>
            <a:srgbClr val="74787B">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5" name="Freeform: Shape 24">
            <a:extLst>
              <a:ext uri="{FF2B5EF4-FFF2-40B4-BE49-F238E27FC236}">
                <a16:creationId xmlns:a16="http://schemas.microsoft.com/office/drawing/2014/main" id="{E8A3CEF4-6639-4001-8D9F-51FE646E516C}"/>
              </a:ext>
            </a:extLst>
          </p:cNvPr>
          <p:cNvSpPr/>
          <p:nvPr userDrawn="1"/>
        </p:nvSpPr>
        <p:spPr>
          <a:xfrm>
            <a:off x="667267" y="1457740"/>
            <a:ext cx="3009384" cy="631894"/>
          </a:xfrm>
          <a:custGeom>
            <a:avLst/>
            <a:gdLst>
              <a:gd name="connsiteX0" fmla="*/ 86645 w 5248733"/>
              <a:gd name="connsiteY0" fmla="*/ 0 h 805401"/>
              <a:gd name="connsiteX1" fmla="*/ 5162088 w 5248733"/>
              <a:gd name="connsiteY1" fmla="*/ 0 h 805401"/>
              <a:gd name="connsiteX2" fmla="*/ 5248733 w 5248733"/>
              <a:gd name="connsiteY2" fmla="*/ 86645 h 805401"/>
              <a:gd name="connsiteX3" fmla="*/ 5248733 w 5248733"/>
              <a:gd name="connsiteY3" fmla="*/ 805401 h 805401"/>
              <a:gd name="connsiteX4" fmla="*/ 0 w 5248733"/>
              <a:gd name="connsiteY4" fmla="*/ 805401 h 805401"/>
              <a:gd name="connsiteX5" fmla="*/ 0 w 5248733"/>
              <a:gd name="connsiteY5" fmla="*/ 86645 h 805401"/>
              <a:gd name="connsiteX6" fmla="*/ 86645 w 5248733"/>
              <a:gd name="connsiteY6" fmla="*/ 0 h 805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48733" h="805401">
                <a:moveTo>
                  <a:pt x="86645" y="0"/>
                </a:moveTo>
                <a:lnTo>
                  <a:pt x="5162088" y="0"/>
                </a:lnTo>
                <a:cubicBezTo>
                  <a:pt x="5209941" y="0"/>
                  <a:pt x="5248733" y="38792"/>
                  <a:pt x="5248733" y="86645"/>
                </a:cubicBezTo>
                <a:lnTo>
                  <a:pt x="5248733" y="805401"/>
                </a:lnTo>
                <a:lnTo>
                  <a:pt x="0" y="805401"/>
                </a:lnTo>
                <a:lnTo>
                  <a:pt x="0" y="86645"/>
                </a:lnTo>
                <a:cubicBezTo>
                  <a:pt x="0" y="38792"/>
                  <a:pt x="38792" y="0"/>
                  <a:pt x="86645" y="0"/>
                </a:cubicBezTo>
                <a:close/>
              </a:path>
            </a:pathLst>
          </a:custGeom>
          <a:solidFill>
            <a:srgbClr val="7478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6" name="Content Placeholder 3">
            <a:extLst>
              <a:ext uri="{FF2B5EF4-FFF2-40B4-BE49-F238E27FC236}">
                <a16:creationId xmlns:a16="http://schemas.microsoft.com/office/drawing/2014/main" id="{99757197-75BF-484C-A0C1-2A8F9D6A7192}"/>
              </a:ext>
            </a:extLst>
          </p:cNvPr>
          <p:cNvSpPr>
            <a:spLocks noGrp="1"/>
          </p:cNvSpPr>
          <p:nvPr>
            <p:ph sz="quarter" idx="12" hasCustomPrompt="1"/>
          </p:nvPr>
        </p:nvSpPr>
        <p:spPr>
          <a:xfrm>
            <a:off x="959769" y="2272322"/>
            <a:ext cx="2450182" cy="3823677"/>
          </a:xfrm>
        </p:spPr>
        <p:txBody>
          <a:bodyPr vert="horz" lIns="0" tIns="0" rIns="0" bIns="0" rtlCol="0" anchor="t" anchorCtr="0">
            <a:noAutofit/>
          </a:bodyPr>
          <a:lstStyle>
            <a:lvl1pPr>
              <a:defRPr lang="en-GB" sz="1600" b="0" dirty="0"/>
            </a:lvl1pPr>
          </a:lstStyle>
          <a:p>
            <a:pPr marL="0" lvl="0" indent="0">
              <a:lnSpc>
                <a:spcPct val="100000"/>
              </a:lnSpc>
              <a:spcBef>
                <a:spcPts val="0"/>
              </a:spcBef>
              <a:spcAft>
                <a:spcPts val="800"/>
              </a:spcAft>
              <a:buNone/>
            </a:pPr>
            <a:r>
              <a:rPr lang="en-GB"/>
              <a:t>Lorem ipsum dolor sit amet, consectetuer adipiscing elit. Maecenas porttitor congue massa. Fusce posuere, magna sed pulvinar ultricies, purus lectus malesuada libero, sit amet commodo magna eros quis urna.</a:t>
            </a:r>
          </a:p>
          <a:p>
            <a:pPr marL="0" lvl="0" indent="0">
              <a:lnSpc>
                <a:spcPct val="100000"/>
              </a:lnSpc>
              <a:spcBef>
                <a:spcPts val="0"/>
              </a:spcBef>
              <a:spcAft>
                <a:spcPts val="800"/>
              </a:spcAft>
              <a:buNone/>
            </a:pPr>
            <a:r>
              <a:rPr lang="en-GB"/>
              <a:t>Nunc viverra imperdiet enim. Fusce est. Vivamus a </a:t>
            </a:r>
            <a:r>
              <a:rPr lang="en-GB" err="1"/>
              <a:t>tellus</a:t>
            </a:r>
            <a:r>
              <a:rPr lang="en-GB"/>
              <a:t>. </a:t>
            </a:r>
            <a:r>
              <a:rPr lang="en-GB" err="1"/>
              <a:t>Pellentesque</a:t>
            </a:r>
            <a:r>
              <a:rPr lang="en-GB"/>
              <a:t> habitant morbi tristique senectus et netus et malesuada fames ac turpis </a:t>
            </a:r>
            <a:r>
              <a:rPr lang="en-GB" err="1"/>
              <a:t>egestas</a:t>
            </a:r>
            <a:r>
              <a:rPr lang="en-GB"/>
              <a:t>.</a:t>
            </a:r>
          </a:p>
        </p:txBody>
      </p:sp>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1F9C20-D204-4A61-83D0-C8409FA061FE}"/>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11" name="Subtitle 2">
            <a:extLst>
              <a:ext uri="{FF2B5EF4-FFF2-40B4-BE49-F238E27FC236}">
                <a16:creationId xmlns:a16="http://schemas.microsoft.com/office/drawing/2014/main" id="{AC4FE4BA-329C-4F06-9253-435EA2737A4B}"/>
              </a:ext>
            </a:extLst>
          </p:cNvPr>
          <p:cNvSpPr>
            <a:spLocks noGrp="1"/>
          </p:cNvSpPr>
          <p:nvPr>
            <p:ph type="subTitle" idx="11"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
        <p:nvSpPr>
          <p:cNvPr id="27" name="Text Placeholder 12">
            <a:extLst>
              <a:ext uri="{FF2B5EF4-FFF2-40B4-BE49-F238E27FC236}">
                <a16:creationId xmlns:a16="http://schemas.microsoft.com/office/drawing/2014/main" id="{7B48BA96-31B9-4A50-9E4C-50F9DB078C23}"/>
              </a:ext>
            </a:extLst>
          </p:cNvPr>
          <p:cNvSpPr>
            <a:spLocks noGrp="1"/>
          </p:cNvSpPr>
          <p:nvPr>
            <p:ph type="body" sz="quarter" idx="13" hasCustomPrompt="1"/>
          </p:nvPr>
        </p:nvSpPr>
        <p:spPr>
          <a:xfrm>
            <a:off x="946868" y="1640429"/>
            <a:ext cx="2450182" cy="366712"/>
          </a:xfrm>
        </p:spPr>
        <p:txBody>
          <a:bodyPr/>
          <a:lstStyle>
            <a:lvl1pPr marL="0" indent="0">
              <a:buNone/>
              <a:defRPr b="1">
                <a:solidFill>
                  <a:schemeClr val="bg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a:t>Section heading</a:t>
            </a:r>
            <a:endParaRPr lang="en-GB"/>
          </a:p>
        </p:txBody>
      </p:sp>
      <p:sp>
        <p:nvSpPr>
          <p:cNvPr id="28" name="Content Placeholder 2">
            <a:extLst>
              <a:ext uri="{FF2B5EF4-FFF2-40B4-BE49-F238E27FC236}">
                <a16:creationId xmlns:a16="http://schemas.microsoft.com/office/drawing/2014/main" id="{576050A5-3C58-4B0B-BDB5-43C24FBD27E7}"/>
              </a:ext>
            </a:extLst>
          </p:cNvPr>
          <p:cNvSpPr>
            <a:spLocks noGrp="1"/>
          </p:cNvSpPr>
          <p:nvPr>
            <p:ph idx="20"/>
          </p:nvPr>
        </p:nvSpPr>
        <p:spPr>
          <a:xfrm>
            <a:off x="3969153" y="1460600"/>
            <a:ext cx="3904646" cy="489165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Picture Placeholder 4">
            <a:extLst>
              <a:ext uri="{FF2B5EF4-FFF2-40B4-BE49-F238E27FC236}">
                <a16:creationId xmlns:a16="http://schemas.microsoft.com/office/drawing/2014/main" id="{AD840A98-DE50-4639-843E-4BC5AA3CDB9F}"/>
              </a:ext>
            </a:extLst>
          </p:cNvPr>
          <p:cNvSpPr>
            <a:spLocks noGrp="1"/>
          </p:cNvSpPr>
          <p:nvPr>
            <p:ph type="pic" sz="quarter" idx="16"/>
          </p:nvPr>
        </p:nvSpPr>
        <p:spPr>
          <a:xfrm>
            <a:off x="8153400" y="1461731"/>
            <a:ext cx="4038600" cy="2389031"/>
          </a:xfrm>
          <a:solidFill>
            <a:srgbClr val="E3E4E5"/>
          </a:solidFill>
        </p:spPr>
        <p:txBody>
          <a:bodyPr anchor="ctr"/>
          <a:lstStyle>
            <a:lvl1pPr marL="0" indent="0" algn="ctr">
              <a:buNone/>
              <a:defRPr/>
            </a:lvl1pPr>
          </a:lstStyle>
          <a:p>
            <a:endParaRPr lang="en-GB"/>
          </a:p>
          <a:p>
            <a:endParaRPr lang="en-GB"/>
          </a:p>
          <a:p>
            <a:r>
              <a:rPr lang="en-GB"/>
              <a:t>Click to insert picture</a:t>
            </a:r>
          </a:p>
        </p:txBody>
      </p:sp>
    </p:spTree>
    <p:extLst>
      <p:ext uri="{BB962C8B-B14F-4D97-AF65-F5344CB8AC3E}">
        <p14:creationId xmlns:p14="http://schemas.microsoft.com/office/powerpoint/2010/main" val="47680859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ntent Layout C1">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1F9C20-D204-4A61-83D0-C8409FA061FE}"/>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23" name="Content Placeholder 2">
            <a:extLst>
              <a:ext uri="{FF2B5EF4-FFF2-40B4-BE49-F238E27FC236}">
                <a16:creationId xmlns:a16="http://schemas.microsoft.com/office/drawing/2014/main" id="{36DBA5C6-510B-41C4-9D69-2CEC6D52CA88}"/>
              </a:ext>
            </a:extLst>
          </p:cNvPr>
          <p:cNvSpPr>
            <a:spLocks noGrp="1"/>
          </p:cNvSpPr>
          <p:nvPr>
            <p:ph idx="20"/>
          </p:nvPr>
        </p:nvSpPr>
        <p:spPr>
          <a:xfrm>
            <a:off x="3969152" y="1722923"/>
            <a:ext cx="7555582" cy="437305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Freeform: Shape 13">
            <a:extLst>
              <a:ext uri="{FF2B5EF4-FFF2-40B4-BE49-F238E27FC236}">
                <a16:creationId xmlns:a16="http://schemas.microsoft.com/office/drawing/2014/main" id="{02BCA2C9-CDEB-44BD-A8BA-6D43C9863B28}"/>
              </a:ext>
            </a:extLst>
          </p:cNvPr>
          <p:cNvSpPr/>
          <p:nvPr userDrawn="1"/>
        </p:nvSpPr>
        <p:spPr>
          <a:xfrm>
            <a:off x="667267" y="2089633"/>
            <a:ext cx="3009384" cy="4262619"/>
          </a:xfrm>
          <a:custGeom>
            <a:avLst/>
            <a:gdLst>
              <a:gd name="connsiteX0" fmla="*/ 0 w 5248733"/>
              <a:gd name="connsiteY0" fmla="*/ 0 h 3913824"/>
              <a:gd name="connsiteX1" fmla="*/ 5248733 w 5248733"/>
              <a:gd name="connsiteY1" fmla="*/ 0 h 3913824"/>
              <a:gd name="connsiteX2" fmla="*/ 5248733 w 5248733"/>
              <a:gd name="connsiteY2" fmla="*/ 3664652 h 3913824"/>
              <a:gd name="connsiteX3" fmla="*/ 5248733 w 5248733"/>
              <a:gd name="connsiteY3" fmla="*/ 3827179 h 3913824"/>
              <a:gd name="connsiteX4" fmla="*/ 5162088 w 5248733"/>
              <a:gd name="connsiteY4" fmla="*/ 3913824 h 3913824"/>
              <a:gd name="connsiteX5" fmla="*/ 86645 w 5248733"/>
              <a:gd name="connsiteY5" fmla="*/ 3913824 h 3913824"/>
              <a:gd name="connsiteX6" fmla="*/ 0 w 5248733"/>
              <a:gd name="connsiteY6" fmla="*/ 3827179 h 3913824"/>
              <a:gd name="connsiteX7" fmla="*/ 0 w 5248733"/>
              <a:gd name="connsiteY7" fmla="*/ 3664652 h 391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8733" h="3913824">
                <a:moveTo>
                  <a:pt x="0" y="0"/>
                </a:moveTo>
                <a:lnTo>
                  <a:pt x="5248733" y="0"/>
                </a:lnTo>
                <a:lnTo>
                  <a:pt x="5248733" y="3664652"/>
                </a:lnTo>
                <a:lnTo>
                  <a:pt x="5248733" y="3827179"/>
                </a:lnTo>
                <a:cubicBezTo>
                  <a:pt x="5248733" y="3875032"/>
                  <a:pt x="5209941" y="3913824"/>
                  <a:pt x="5162088" y="3913824"/>
                </a:cubicBezTo>
                <a:lnTo>
                  <a:pt x="86645" y="3913824"/>
                </a:lnTo>
                <a:cubicBezTo>
                  <a:pt x="38792" y="3913824"/>
                  <a:pt x="0" y="3875032"/>
                  <a:pt x="0" y="3827179"/>
                </a:cubicBezTo>
                <a:lnTo>
                  <a:pt x="0" y="3664652"/>
                </a:lnTo>
                <a:close/>
              </a:path>
            </a:pathLst>
          </a:custGeom>
          <a:solidFill>
            <a:srgbClr val="74787B">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6" name="Freeform: Shape 15">
            <a:extLst>
              <a:ext uri="{FF2B5EF4-FFF2-40B4-BE49-F238E27FC236}">
                <a16:creationId xmlns:a16="http://schemas.microsoft.com/office/drawing/2014/main" id="{8F904FCA-CA18-4AFD-B81C-91248819B4DF}"/>
              </a:ext>
            </a:extLst>
          </p:cNvPr>
          <p:cNvSpPr/>
          <p:nvPr userDrawn="1"/>
        </p:nvSpPr>
        <p:spPr>
          <a:xfrm>
            <a:off x="667267" y="1457740"/>
            <a:ext cx="3009384" cy="631894"/>
          </a:xfrm>
          <a:custGeom>
            <a:avLst/>
            <a:gdLst>
              <a:gd name="connsiteX0" fmla="*/ 86645 w 5248733"/>
              <a:gd name="connsiteY0" fmla="*/ 0 h 805401"/>
              <a:gd name="connsiteX1" fmla="*/ 5162088 w 5248733"/>
              <a:gd name="connsiteY1" fmla="*/ 0 h 805401"/>
              <a:gd name="connsiteX2" fmla="*/ 5248733 w 5248733"/>
              <a:gd name="connsiteY2" fmla="*/ 86645 h 805401"/>
              <a:gd name="connsiteX3" fmla="*/ 5248733 w 5248733"/>
              <a:gd name="connsiteY3" fmla="*/ 805401 h 805401"/>
              <a:gd name="connsiteX4" fmla="*/ 0 w 5248733"/>
              <a:gd name="connsiteY4" fmla="*/ 805401 h 805401"/>
              <a:gd name="connsiteX5" fmla="*/ 0 w 5248733"/>
              <a:gd name="connsiteY5" fmla="*/ 86645 h 805401"/>
              <a:gd name="connsiteX6" fmla="*/ 86645 w 5248733"/>
              <a:gd name="connsiteY6" fmla="*/ 0 h 805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48733" h="805401">
                <a:moveTo>
                  <a:pt x="86645" y="0"/>
                </a:moveTo>
                <a:lnTo>
                  <a:pt x="5162088" y="0"/>
                </a:lnTo>
                <a:cubicBezTo>
                  <a:pt x="5209941" y="0"/>
                  <a:pt x="5248733" y="38792"/>
                  <a:pt x="5248733" y="86645"/>
                </a:cubicBezTo>
                <a:lnTo>
                  <a:pt x="5248733" y="805401"/>
                </a:lnTo>
                <a:lnTo>
                  <a:pt x="0" y="805401"/>
                </a:lnTo>
                <a:lnTo>
                  <a:pt x="0" y="86645"/>
                </a:lnTo>
                <a:cubicBezTo>
                  <a:pt x="0" y="38792"/>
                  <a:pt x="38792" y="0"/>
                  <a:pt x="86645" y="0"/>
                </a:cubicBezTo>
                <a:close/>
              </a:path>
            </a:pathLst>
          </a:custGeom>
          <a:solidFill>
            <a:srgbClr val="7478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8" name="Content Placeholder 3">
            <a:extLst>
              <a:ext uri="{FF2B5EF4-FFF2-40B4-BE49-F238E27FC236}">
                <a16:creationId xmlns:a16="http://schemas.microsoft.com/office/drawing/2014/main" id="{9F42A7EA-495F-4C81-8092-7A83EB5A915C}"/>
              </a:ext>
            </a:extLst>
          </p:cNvPr>
          <p:cNvSpPr>
            <a:spLocks noGrp="1"/>
          </p:cNvSpPr>
          <p:nvPr>
            <p:ph sz="quarter" idx="12" hasCustomPrompt="1"/>
          </p:nvPr>
        </p:nvSpPr>
        <p:spPr>
          <a:xfrm>
            <a:off x="959769" y="2272322"/>
            <a:ext cx="2450182" cy="3823677"/>
          </a:xfrm>
        </p:spPr>
        <p:txBody>
          <a:bodyPr vert="horz" lIns="0" tIns="0" rIns="0" bIns="0" rtlCol="0" anchor="t" anchorCtr="0">
            <a:noAutofit/>
          </a:bodyPr>
          <a:lstStyle>
            <a:lvl1pPr>
              <a:defRPr lang="en-GB" sz="1600" b="0" dirty="0"/>
            </a:lvl1pPr>
          </a:lstStyle>
          <a:p>
            <a:pPr marL="0" lvl="0" indent="0">
              <a:lnSpc>
                <a:spcPct val="100000"/>
              </a:lnSpc>
              <a:spcBef>
                <a:spcPts val="0"/>
              </a:spcBef>
              <a:spcAft>
                <a:spcPts val="800"/>
              </a:spcAft>
              <a:buNone/>
            </a:pPr>
            <a:r>
              <a:rPr lang="en-GB"/>
              <a:t>Lorem ipsum dolor sit amet, consectetuer adipiscing elit. Maecenas porttitor congue massa. Fusce posuere, magna sed pulvinar ultricies, purus lectus malesuada libero, sit amet commodo magna eros quis urna.</a:t>
            </a:r>
          </a:p>
          <a:p>
            <a:pPr marL="0" lvl="0" indent="0">
              <a:lnSpc>
                <a:spcPct val="100000"/>
              </a:lnSpc>
              <a:spcBef>
                <a:spcPts val="0"/>
              </a:spcBef>
              <a:spcAft>
                <a:spcPts val="800"/>
              </a:spcAft>
              <a:buNone/>
            </a:pPr>
            <a:r>
              <a:rPr lang="en-GB"/>
              <a:t>Nunc viverra imperdiet enim. Fusce est. Vivamus a </a:t>
            </a:r>
            <a:r>
              <a:rPr lang="en-GB" err="1"/>
              <a:t>tellus</a:t>
            </a:r>
            <a:r>
              <a:rPr lang="en-GB"/>
              <a:t>. </a:t>
            </a:r>
            <a:r>
              <a:rPr lang="en-GB" err="1"/>
              <a:t>Pellentesque</a:t>
            </a:r>
            <a:r>
              <a:rPr lang="en-GB"/>
              <a:t> habitant morbi tristique senectus et netus et malesuada fames ac turpis </a:t>
            </a:r>
            <a:r>
              <a:rPr lang="en-GB" err="1"/>
              <a:t>egestas</a:t>
            </a:r>
            <a:r>
              <a:rPr lang="en-GB"/>
              <a:t>.</a:t>
            </a:r>
          </a:p>
        </p:txBody>
      </p:sp>
      <p:sp>
        <p:nvSpPr>
          <p:cNvPr id="19" name="Text Placeholder 12">
            <a:extLst>
              <a:ext uri="{FF2B5EF4-FFF2-40B4-BE49-F238E27FC236}">
                <a16:creationId xmlns:a16="http://schemas.microsoft.com/office/drawing/2014/main" id="{AFEF653B-1C65-494E-A517-F6B53800348A}"/>
              </a:ext>
            </a:extLst>
          </p:cNvPr>
          <p:cNvSpPr>
            <a:spLocks noGrp="1"/>
          </p:cNvSpPr>
          <p:nvPr>
            <p:ph type="body" sz="quarter" idx="13" hasCustomPrompt="1"/>
          </p:nvPr>
        </p:nvSpPr>
        <p:spPr>
          <a:xfrm>
            <a:off x="946868" y="1640429"/>
            <a:ext cx="2450182" cy="366712"/>
          </a:xfrm>
        </p:spPr>
        <p:txBody>
          <a:bodyPr/>
          <a:lstStyle>
            <a:lvl1pPr marL="0" indent="0">
              <a:buNone/>
              <a:defRPr b="1">
                <a:solidFill>
                  <a:schemeClr val="bg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a:t>Section heading</a:t>
            </a:r>
            <a:endParaRPr lang="en-GB"/>
          </a:p>
        </p:txBody>
      </p:sp>
    </p:spTree>
    <p:extLst>
      <p:ext uri="{BB962C8B-B14F-4D97-AF65-F5344CB8AC3E}">
        <p14:creationId xmlns:p14="http://schemas.microsoft.com/office/powerpoint/2010/main" val="392298414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ntent Layout C2">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1F9C20-D204-4A61-83D0-C8409FA061FE}"/>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11" name="Subtitle 2">
            <a:extLst>
              <a:ext uri="{FF2B5EF4-FFF2-40B4-BE49-F238E27FC236}">
                <a16:creationId xmlns:a16="http://schemas.microsoft.com/office/drawing/2014/main" id="{AC4FE4BA-329C-4F06-9253-435EA2737A4B}"/>
              </a:ext>
            </a:extLst>
          </p:cNvPr>
          <p:cNvSpPr>
            <a:spLocks noGrp="1"/>
          </p:cNvSpPr>
          <p:nvPr>
            <p:ph type="subTitle" idx="11"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
        <p:nvSpPr>
          <p:cNvPr id="23" name="Content Placeholder 2">
            <a:extLst>
              <a:ext uri="{FF2B5EF4-FFF2-40B4-BE49-F238E27FC236}">
                <a16:creationId xmlns:a16="http://schemas.microsoft.com/office/drawing/2014/main" id="{36DBA5C6-510B-41C4-9D69-2CEC6D52CA88}"/>
              </a:ext>
            </a:extLst>
          </p:cNvPr>
          <p:cNvSpPr>
            <a:spLocks noGrp="1"/>
          </p:cNvSpPr>
          <p:nvPr>
            <p:ph idx="20"/>
          </p:nvPr>
        </p:nvSpPr>
        <p:spPr>
          <a:xfrm>
            <a:off x="3969152" y="1722923"/>
            <a:ext cx="7555582" cy="437305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Freeform: Shape 13">
            <a:extLst>
              <a:ext uri="{FF2B5EF4-FFF2-40B4-BE49-F238E27FC236}">
                <a16:creationId xmlns:a16="http://schemas.microsoft.com/office/drawing/2014/main" id="{FE2885BB-9FD6-41FC-A05B-EAD7795E302E}"/>
              </a:ext>
            </a:extLst>
          </p:cNvPr>
          <p:cNvSpPr/>
          <p:nvPr userDrawn="1"/>
        </p:nvSpPr>
        <p:spPr>
          <a:xfrm>
            <a:off x="667267" y="2089633"/>
            <a:ext cx="3009384" cy="4262619"/>
          </a:xfrm>
          <a:custGeom>
            <a:avLst/>
            <a:gdLst>
              <a:gd name="connsiteX0" fmla="*/ 0 w 5248733"/>
              <a:gd name="connsiteY0" fmla="*/ 0 h 3913824"/>
              <a:gd name="connsiteX1" fmla="*/ 5248733 w 5248733"/>
              <a:gd name="connsiteY1" fmla="*/ 0 h 3913824"/>
              <a:gd name="connsiteX2" fmla="*/ 5248733 w 5248733"/>
              <a:gd name="connsiteY2" fmla="*/ 3664652 h 3913824"/>
              <a:gd name="connsiteX3" fmla="*/ 5248733 w 5248733"/>
              <a:gd name="connsiteY3" fmla="*/ 3827179 h 3913824"/>
              <a:gd name="connsiteX4" fmla="*/ 5162088 w 5248733"/>
              <a:gd name="connsiteY4" fmla="*/ 3913824 h 3913824"/>
              <a:gd name="connsiteX5" fmla="*/ 86645 w 5248733"/>
              <a:gd name="connsiteY5" fmla="*/ 3913824 h 3913824"/>
              <a:gd name="connsiteX6" fmla="*/ 0 w 5248733"/>
              <a:gd name="connsiteY6" fmla="*/ 3827179 h 3913824"/>
              <a:gd name="connsiteX7" fmla="*/ 0 w 5248733"/>
              <a:gd name="connsiteY7" fmla="*/ 3664652 h 391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8733" h="3913824">
                <a:moveTo>
                  <a:pt x="0" y="0"/>
                </a:moveTo>
                <a:lnTo>
                  <a:pt x="5248733" y="0"/>
                </a:lnTo>
                <a:lnTo>
                  <a:pt x="5248733" y="3664652"/>
                </a:lnTo>
                <a:lnTo>
                  <a:pt x="5248733" y="3827179"/>
                </a:lnTo>
                <a:cubicBezTo>
                  <a:pt x="5248733" y="3875032"/>
                  <a:pt x="5209941" y="3913824"/>
                  <a:pt x="5162088" y="3913824"/>
                </a:cubicBezTo>
                <a:lnTo>
                  <a:pt x="86645" y="3913824"/>
                </a:lnTo>
                <a:cubicBezTo>
                  <a:pt x="38792" y="3913824"/>
                  <a:pt x="0" y="3875032"/>
                  <a:pt x="0" y="3827179"/>
                </a:cubicBezTo>
                <a:lnTo>
                  <a:pt x="0" y="3664652"/>
                </a:lnTo>
                <a:close/>
              </a:path>
            </a:pathLst>
          </a:custGeom>
          <a:solidFill>
            <a:srgbClr val="74787B">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6" name="Freeform: Shape 15">
            <a:extLst>
              <a:ext uri="{FF2B5EF4-FFF2-40B4-BE49-F238E27FC236}">
                <a16:creationId xmlns:a16="http://schemas.microsoft.com/office/drawing/2014/main" id="{36F504EE-4AA1-4724-BAD2-8AB25BF11D5F}"/>
              </a:ext>
            </a:extLst>
          </p:cNvPr>
          <p:cNvSpPr/>
          <p:nvPr userDrawn="1"/>
        </p:nvSpPr>
        <p:spPr>
          <a:xfrm>
            <a:off x="667267" y="1457740"/>
            <a:ext cx="3009384" cy="631894"/>
          </a:xfrm>
          <a:custGeom>
            <a:avLst/>
            <a:gdLst>
              <a:gd name="connsiteX0" fmla="*/ 86645 w 5248733"/>
              <a:gd name="connsiteY0" fmla="*/ 0 h 805401"/>
              <a:gd name="connsiteX1" fmla="*/ 5162088 w 5248733"/>
              <a:gd name="connsiteY1" fmla="*/ 0 h 805401"/>
              <a:gd name="connsiteX2" fmla="*/ 5248733 w 5248733"/>
              <a:gd name="connsiteY2" fmla="*/ 86645 h 805401"/>
              <a:gd name="connsiteX3" fmla="*/ 5248733 w 5248733"/>
              <a:gd name="connsiteY3" fmla="*/ 805401 h 805401"/>
              <a:gd name="connsiteX4" fmla="*/ 0 w 5248733"/>
              <a:gd name="connsiteY4" fmla="*/ 805401 h 805401"/>
              <a:gd name="connsiteX5" fmla="*/ 0 w 5248733"/>
              <a:gd name="connsiteY5" fmla="*/ 86645 h 805401"/>
              <a:gd name="connsiteX6" fmla="*/ 86645 w 5248733"/>
              <a:gd name="connsiteY6" fmla="*/ 0 h 805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48733" h="805401">
                <a:moveTo>
                  <a:pt x="86645" y="0"/>
                </a:moveTo>
                <a:lnTo>
                  <a:pt x="5162088" y="0"/>
                </a:lnTo>
                <a:cubicBezTo>
                  <a:pt x="5209941" y="0"/>
                  <a:pt x="5248733" y="38792"/>
                  <a:pt x="5248733" y="86645"/>
                </a:cubicBezTo>
                <a:lnTo>
                  <a:pt x="5248733" y="805401"/>
                </a:lnTo>
                <a:lnTo>
                  <a:pt x="0" y="805401"/>
                </a:lnTo>
                <a:lnTo>
                  <a:pt x="0" y="86645"/>
                </a:lnTo>
                <a:cubicBezTo>
                  <a:pt x="0" y="38792"/>
                  <a:pt x="38792" y="0"/>
                  <a:pt x="86645" y="0"/>
                </a:cubicBezTo>
                <a:close/>
              </a:path>
            </a:pathLst>
          </a:custGeom>
          <a:solidFill>
            <a:srgbClr val="7478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8" name="Content Placeholder 3">
            <a:extLst>
              <a:ext uri="{FF2B5EF4-FFF2-40B4-BE49-F238E27FC236}">
                <a16:creationId xmlns:a16="http://schemas.microsoft.com/office/drawing/2014/main" id="{774B20B4-7486-42A5-ACF9-992825BAD7C2}"/>
              </a:ext>
            </a:extLst>
          </p:cNvPr>
          <p:cNvSpPr>
            <a:spLocks noGrp="1"/>
          </p:cNvSpPr>
          <p:nvPr>
            <p:ph sz="quarter" idx="12" hasCustomPrompt="1"/>
          </p:nvPr>
        </p:nvSpPr>
        <p:spPr>
          <a:xfrm>
            <a:off x="959769" y="2272322"/>
            <a:ext cx="2450182" cy="3823677"/>
          </a:xfrm>
        </p:spPr>
        <p:txBody>
          <a:bodyPr vert="horz" lIns="0" tIns="0" rIns="0" bIns="0" rtlCol="0" anchor="t" anchorCtr="0">
            <a:noAutofit/>
          </a:bodyPr>
          <a:lstStyle>
            <a:lvl1pPr>
              <a:defRPr lang="en-GB" sz="1600" b="0" dirty="0"/>
            </a:lvl1pPr>
          </a:lstStyle>
          <a:p>
            <a:pPr marL="0" lvl="0" indent="0">
              <a:lnSpc>
                <a:spcPct val="100000"/>
              </a:lnSpc>
              <a:spcBef>
                <a:spcPts val="0"/>
              </a:spcBef>
              <a:spcAft>
                <a:spcPts val="800"/>
              </a:spcAft>
              <a:buNone/>
            </a:pPr>
            <a:r>
              <a:rPr lang="en-GB"/>
              <a:t>Lorem ipsum dolor sit amet, consectetuer adipiscing elit. Maecenas porttitor congue massa. Fusce posuere, magna sed pulvinar ultricies, purus lectus malesuada libero, sit amet commodo magna eros quis urna.</a:t>
            </a:r>
          </a:p>
          <a:p>
            <a:pPr marL="0" lvl="0" indent="0">
              <a:lnSpc>
                <a:spcPct val="100000"/>
              </a:lnSpc>
              <a:spcBef>
                <a:spcPts val="0"/>
              </a:spcBef>
              <a:spcAft>
                <a:spcPts val="800"/>
              </a:spcAft>
              <a:buNone/>
            </a:pPr>
            <a:r>
              <a:rPr lang="en-GB"/>
              <a:t>Nunc viverra imperdiet enim. Fusce est. Vivamus a </a:t>
            </a:r>
            <a:r>
              <a:rPr lang="en-GB" err="1"/>
              <a:t>tellus</a:t>
            </a:r>
            <a:r>
              <a:rPr lang="en-GB"/>
              <a:t>. </a:t>
            </a:r>
            <a:r>
              <a:rPr lang="en-GB" err="1"/>
              <a:t>Pellentesque</a:t>
            </a:r>
            <a:r>
              <a:rPr lang="en-GB"/>
              <a:t> habitant morbi tristique senectus et netus et malesuada fames ac turpis </a:t>
            </a:r>
            <a:r>
              <a:rPr lang="en-GB" err="1"/>
              <a:t>egestas</a:t>
            </a:r>
            <a:r>
              <a:rPr lang="en-GB"/>
              <a:t>.</a:t>
            </a:r>
          </a:p>
        </p:txBody>
      </p:sp>
      <p:sp>
        <p:nvSpPr>
          <p:cNvPr id="19" name="Text Placeholder 12">
            <a:extLst>
              <a:ext uri="{FF2B5EF4-FFF2-40B4-BE49-F238E27FC236}">
                <a16:creationId xmlns:a16="http://schemas.microsoft.com/office/drawing/2014/main" id="{2A1E9371-707E-4F59-A70D-53C364F27F35}"/>
              </a:ext>
            </a:extLst>
          </p:cNvPr>
          <p:cNvSpPr>
            <a:spLocks noGrp="1"/>
          </p:cNvSpPr>
          <p:nvPr>
            <p:ph type="body" sz="quarter" idx="13" hasCustomPrompt="1"/>
          </p:nvPr>
        </p:nvSpPr>
        <p:spPr>
          <a:xfrm>
            <a:off x="946868" y="1640429"/>
            <a:ext cx="2450182" cy="366712"/>
          </a:xfrm>
        </p:spPr>
        <p:txBody>
          <a:bodyPr/>
          <a:lstStyle>
            <a:lvl1pPr marL="0" indent="0">
              <a:buNone/>
              <a:defRPr b="1">
                <a:solidFill>
                  <a:schemeClr val="bg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a:t>Section heading</a:t>
            </a:r>
            <a:endParaRPr lang="en-GB"/>
          </a:p>
        </p:txBody>
      </p:sp>
    </p:spTree>
    <p:extLst>
      <p:ext uri="{BB962C8B-B14F-4D97-AF65-F5344CB8AC3E}">
        <p14:creationId xmlns:p14="http://schemas.microsoft.com/office/powerpoint/2010/main" val="199337193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ontent Layout E1">
    <p:spTree>
      <p:nvGrpSpPr>
        <p:cNvPr id="1" name=""/>
        <p:cNvGrpSpPr/>
        <p:nvPr/>
      </p:nvGrpSpPr>
      <p:grpSpPr>
        <a:xfrm>
          <a:off x="0" y="0"/>
          <a:ext cx="0" cy="0"/>
          <a:chOff x="0" y="0"/>
          <a:chExt cx="0" cy="0"/>
        </a:xfrm>
      </p:grpSpPr>
      <p:sp>
        <p:nvSpPr>
          <p:cNvPr id="27" name="Freeform: Shape 26">
            <a:extLst>
              <a:ext uri="{FF2B5EF4-FFF2-40B4-BE49-F238E27FC236}">
                <a16:creationId xmlns:a16="http://schemas.microsoft.com/office/drawing/2014/main" id="{98B023A2-8349-4DCF-AB11-249B569E176E}"/>
              </a:ext>
            </a:extLst>
          </p:cNvPr>
          <p:cNvSpPr/>
          <p:nvPr userDrawn="1"/>
        </p:nvSpPr>
        <p:spPr>
          <a:xfrm>
            <a:off x="667266" y="2263140"/>
            <a:ext cx="5248733" cy="3913824"/>
          </a:xfrm>
          <a:custGeom>
            <a:avLst/>
            <a:gdLst>
              <a:gd name="connsiteX0" fmla="*/ 0 w 5248733"/>
              <a:gd name="connsiteY0" fmla="*/ 0 h 3913824"/>
              <a:gd name="connsiteX1" fmla="*/ 5248733 w 5248733"/>
              <a:gd name="connsiteY1" fmla="*/ 0 h 3913824"/>
              <a:gd name="connsiteX2" fmla="*/ 5248733 w 5248733"/>
              <a:gd name="connsiteY2" fmla="*/ 3664652 h 3913824"/>
              <a:gd name="connsiteX3" fmla="*/ 5248733 w 5248733"/>
              <a:gd name="connsiteY3" fmla="*/ 3827179 h 3913824"/>
              <a:gd name="connsiteX4" fmla="*/ 5162088 w 5248733"/>
              <a:gd name="connsiteY4" fmla="*/ 3913824 h 3913824"/>
              <a:gd name="connsiteX5" fmla="*/ 86645 w 5248733"/>
              <a:gd name="connsiteY5" fmla="*/ 3913824 h 3913824"/>
              <a:gd name="connsiteX6" fmla="*/ 0 w 5248733"/>
              <a:gd name="connsiteY6" fmla="*/ 3827179 h 3913824"/>
              <a:gd name="connsiteX7" fmla="*/ 0 w 5248733"/>
              <a:gd name="connsiteY7" fmla="*/ 3664652 h 391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8733" h="3913824">
                <a:moveTo>
                  <a:pt x="0" y="0"/>
                </a:moveTo>
                <a:lnTo>
                  <a:pt x="5248733" y="0"/>
                </a:lnTo>
                <a:lnTo>
                  <a:pt x="5248733" y="3664652"/>
                </a:lnTo>
                <a:lnTo>
                  <a:pt x="5248733" y="3827179"/>
                </a:lnTo>
                <a:cubicBezTo>
                  <a:pt x="5248733" y="3875032"/>
                  <a:pt x="5209941" y="3913824"/>
                  <a:pt x="5162088" y="3913824"/>
                </a:cubicBezTo>
                <a:lnTo>
                  <a:pt x="86645" y="3913824"/>
                </a:lnTo>
                <a:cubicBezTo>
                  <a:pt x="38792" y="3913824"/>
                  <a:pt x="0" y="3875032"/>
                  <a:pt x="0" y="3827179"/>
                </a:cubicBezTo>
                <a:lnTo>
                  <a:pt x="0" y="3664652"/>
                </a:lnTo>
                <a:close/>
              </a:path>
            </a:pathLst>
          </a:custGeom>
          <a:solidFill>
            <a:srgbClr val="E3E4E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5" name="Freeform: Shape 24">
            <a:extLst>
              <a:ext uri="{FF2B5EF4-FFF2-40B4-BE49-F238E27FC236}">
                <a16:creationId xmlns:a16="http://schemas.microsoft.com/office/drawing/2014/main" id="{97772112-E0E2-4992-AF10-ACA8363C350B}"/>
              </a:ext>
            </a:extLst>
          </p:cNvPr>
          <p:cNvSpPr/>
          <p:nvPr userDrawn="1"/>
        </p:nvSpPr>
        <p:spPr>
          <a:xfrm>
            <a:off x="667266" y="1457739"/>
            <a:ext cx="5248733" cy="805401"/>
          </a:xfrm>
          <a:custGeom>
            <a:avLst/>
            <a:gdLst>
              <a:gd name="connsiteX0" fmla="*/ 86645 w 5248733"/>
              <a:gd name="connsiteY0" fmla="*/ 0 h 805401"/>
              <a:gd name="connsiteX1" fmla="*/ 5162088 w 5248733"/>
              <a:gd name="connsiteY1" fmla="*/ 0 h 805401"/>
              <a:gd name="connsiteX2" fmla="*/ 5248733 w 5248733"/>
              <a:gd name="connsiteY2" fmla="*/ 86645 h 805401"/>
              <a:gd name="connsiteX3" fmla="*/ 5248733 w 5248733"/>
              <a:gd name="connsiteY3" fmla="*/ 805401 h 805401"/>
              <a:gd name="connsiteX4" fmla="*/ 0 w 5248733"/>
              <a:gd name="connsiteY4" fmla="*/ 805401 h 805401"/>
              <a:gd name="connsiteX5" fmla="*/ 0 w 5248733"/>
              <a:gd name="connsiteY5" fmla="*/ 86645 h 805401"/>
              <a:gd name="connsiteX6" fmla="*/ 86645 w 5248733"/>
              <a:gd name="connsiteY6" fmla="*/ 0 h 805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48733" h="805401">
                <a:moveTo>
                  <a:pt x="86645" y="0"/>
                </a:moveTo>
                <a:lnTo>
                  <a:pt x="5162088" y="0"/>
                </a:lnTo>
                <a:cubicBezTo>
                  <a:pt x="5209941" y="0"/>
                  <a:pt x="5248733" y="38792"/>
                  <a:pt x="5248733" y="86645"/>
                </a:cubicBezTo>
                <a:lnTo>
                  <a:pt x="5248733" y="805401"/>
                </a:lnTo>
                <a:lnTo>
                  <a:pt x="0" y="805401"/>
                </a:lnTo>
                <a:lnTo>
                  <a:pt x="0" y="86645"/>
                </a:lnTo>
                <a:cubicBezTo>
                  <a:pt x="0" y="38792"/>
                  <a:pt x="38792" y="0"/>
                  <a:pt x="86645" y="0"/>
                </a:cubicBezTo>
                <a:close/>
              </a:path>
            </a:pathLst>
          </a:custGeom>
          <a:solidFill>
            <a:srgbClr val="7478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1F9C20-D204-4A61-83D0-C8409FA061FE}"/>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12" name="Content Placeholder 3">
            <a:extLst>
              <a:ext uri="{FF2B5EF4-FFF2-40B4-BE49-F238E27FC236}">
                <a16:creationId xmlns:a16="http://schemas.microsoft.com/office/drawing/2014/main" id="{A0A3A707-B6E4-49DF-B76F-2FF1AE941CDE}"/>
              </a:ext>
            </a:extLst>
          </p:cNvPr>
          <p:cNvSpPr>
            <a:spLocks noGrp="1"/>
          </p:cNvSpPr>
          <p:nvPr>
            <p:ph sz="quarter" idx="12" hasCustomPrompt="1"/>
          </p:nvPr>
        </p:nvSpPr>
        <p:spPr>
          <a:xfrm>
            <a:off x="959768" y="2528322"/>
            <a:ext cx="4642135" cy="3399485"/>
          </a:xfrm>
        </p:spPr>
        <p:txBody>
          <a:bodyPr>
            <a:noAutofit/>
          </a:bodyPr>
          <a:lstStyle>
            <a:lvl1pPr marL="0" indent="0">
              <a:lnSpc>
                <a:spcPct val="100000"/>
              </a:lnSpc>
              <a:spcBef>
                <a:spcPts val="0"/>
              </a:spcBef>
              <a:buNone/>
              <a:defRPr sz="1600" b="1">
                <a:solidFill>
                  <a:srgbClr val="74787B"/>
                </a:solidFill>
              </a:defRPr>
            </a:lvl1pPr>
          </a:lstStyle>
          <a:p>
            <a:pPr lvl="0"/>
            <a:r>
              <a:rPr lang="en-GB"/>
              <a:t>Customer Name: </a:t>
            </a:r>
          </a:p>
          <a:p>
            <a:pPr lvl="0"/>
            <a:r>
              <a:rPr lang="en-GB"/>
              <a:t>Project:</a:t>
            </a:r>
          </a:p>
          <a:p>
            <a:pPr lvl="0"/>
            <a:r>
              <a:rPr lang="en-GB"/>
              <a:t>Description of Project:</a:t>
            </a:r>
          </a:p>
          <a:p>
            <a:pPr lvl="0"/>
            <a:r>
              <a:rPr lang="en-GB"/>
              <a:t>Country:</a:t>
            </a:r>
          </a:p>
          <a:p>
            <a:pPr lvl="0"/>
            <a:r>
              <a:rPr lang="en-GB"/>
              <a:t>Duration of project:</a:t>
            </a:r>
          </a:p>
          <a:p>
            <a:pPr lvl="0"/>
            <a:endParaRPr lang="en-GB"/>
          </a:p>
        </p:txBody>
      </p:sp>
      <p:sp>
        <p:nvSpPr>
          <p:cNvPr id="13" name="Text Placeholder 12">
            <a:extLst>
              <a:ext uri="{FF2B5EF4-FFF2-40B4-BE49-F238E27FC236}">
                <a16:creationId xmlns:a16="http://schemas.microsoft.com/office/drawing/2014/main" id="{AA0341ED-91C5-4B51-B2FF-21BE4819BA14}"/>
              </a:ext>
            </a:extLst>
          </p:cNvPr>
          <p:cNvSpPr>
            <a:spLocks noGrp="1"/>
          </p:cNvSpPr>
          <p:nvPr>
            <p:ph type="body" sz="quarter" idx="13" hasCustomPrompt="1"/>
          </p:nvPr>
        </p:nvSpPr>
        <p:spPr>
          <a:xfrm>
            <a:off x="959768" y="1722922"/>
            <a:ext cx="4734595" cy="366712"/>
          </a:xfrm>
        </p:spPr>
        <p:txBody>
          <a:bodyPr/>
          <a:lstStyle>
            <a:lvl1pPr marL="0" indent="0">
              <a:buNone/>
              <a:defRPr b="1">
                <a:solidFill>
                  <a:schemeClr val="bg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a:t>Project Details</a:t>
            </a:r>
            <a:endParaRPr lang="en-GB"/>
          </a:p>
        </p:txBody>
      </p:sp>
      <p:sp>
        <p:nvSpPr>
          <p:cNvPr id="14" name="Picture Placeholder 13">
            <a:extLst>
              <a:ext uri="{FF2B5EF4-FFF2-40B4-BE49-F238E27FC236}">
                <a16:creationId xmlns:a16="http://schemas.microsoft.com/office/drawing/2014/main" id="{7DF48CA2-1FBA-4160-A7FC-0537763C0D17}"/>
              </a:ext>
            </a:extLst>
          </p:cNvPr>
          <p:cNvSpPr>
            <a:spLocks noGrp="1"/>
          </p:cNvSpPr>
          <p:nvPr>
            <p:ph type="pic" sz="quarter" idx="14"/>
          </p:nvPr>
        </p:nvSpPr>
        <p:spPr bwMode="gray">
          <a:xfrm>
            <a:off x="6276000" y="1457740"/>
            <a:ext cx="5248733" cy="4719225"/>
          </a:xfrm>
          <a:custGeom>
            <a:avLst/>
            <a:gdLst>
              <a:gd name="connsiteX0" fmla="*/ 86645 w 5248733"/>
              <a:gd name="connsiteY0" fmla="*/ 0 h 4719225"/>
              <a:gd name="connsiteX1" fmla="*/ 5162088 w 5248733"/>
              <a:gd name="connsiteY1" fmla="*/ 0 h 4719225"/>
              <a:gd name="connsiteX2" fmla="*/ 5248733 w 5248733"/>
              <a:gd name="connsiteY2" fmla="*/ 86645 h 4719225"/>
              <a:gd name="connsiteX3" fmla="*/ 5248733 w 5248733"/>
              <a:gd name="connsiteY3" fmla="*/ 4632580 h 4719225"/>
              <a:gd name="connsiteX4" fmla="*/ 5162088 w 5248733"/>
              <a:gd name="connsiteY4" fmla="*/ 4719225 h 4719225"/>
              <a:gd name="connsiteX5" fmla="*/ 86645 w 5248733"/>
              <a:gd name="connsiteY5" fmla="*/ 4719225 h 4719225"/>
              <a:gd name="connsiteX6" fmla="*/ 0 w 5248733"/>
              <a:gd name="connsiteY6" fmla="*/ 4632580 h 4719225"/>
              <a:gd name="connsiteX7" fmla="*/ 0 w 5248733"/>
              <a:gd name="connsiteY7" fmla="*/ 86645 h 4719225"/>
              <a:gd name="connsiteX8" fmla="*/ 86645 w 5248733"/>
              <a:gd name="connsiteY8" fmla="*/ 0 h 4719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48733" h="4719225">
                <a:moveTo>
                  <a:pt x="86645" y="0"/>
                </a:moveTo>
                <a:lnTo>
                  <a:pt x="5162088" y="0"/>
                </a:lnTo>
                <a:cubicBezTo>
                  <a:pt x="5209941" y="0"/>
                  <a:pt x="5248733" y="38792"/>
                  <a:pt x="5248733" y="86645"/>
                </a:cubicBezTo>
                <a:lnTo>
                  <a:pt x="5248733" y="4632580"/>
                </a:lnTo>
                <a:cubicBezTo>
                  <a:pt x="5248733" y="4680433"/>
                  <a:pt x="5209941" y="4719225"/>
                  <a:pt x="5162088" y="4719225"/>
                </a:cubicBezTo>
                <a:lnTo>
                  <a:pt x="86645" y="4719225"/>
                </a:lnTo>
                <a:cubicBezTo>
                  <a:pt x="38792" y="4719225"/>
                  <a:pt x="0" y="4680433"/>
                  <a:pt x="0" y="4632580"/>
                </a:cubicBezTo>
                <a:lnTo>
                  <a:pt x="0" y="86645"/>
                </a:lnTo>
                <a:cubicBezTo>
                  <a:pt x="0" y="38792"/>
                  <a:pt x="38792" y="0"/>
                  <a:pt x="86645" y="0"/>
                </a:cubicBezTo>
                <a:close/>
              </a:path>
            </a:pathLst>
          </a:custGeom>
          <a:solidFill>
            <a:srgbClr val="E3E4E5"/>
          </a:solidFill>
        </p:spPr>
        <p:txBody>
          <a:bodyPr wrap="square" anchor="ctr">
            <a:noAutofit/>
          </a:bodyPr>
          <a:lstStyle>
            <a:lvl1pPr marL="0" indent="0" algn="ctr">
              <a:buNone/>
              <a:defRPr/>
            </a:lvl1pPr>
          </a:lstStyle>
          <a:p>
            <a:endParaRPr lang="en-GB"/>
          </a:p>
          <a:p>
            <a:endParaRPr lang="en-GB"/>
          </a:p>
          <a:p>
            <a:r>
              <a:rPr lang="en-GB"/>
              <a:t>Click to insert picture</a:t>
            </a:r>
          </a:p>
        </p:txBody>
      </p:sp>
    </p:spTree>
    <p:extLst>
      <p:ext uri="{BB962C8B-B14F-4D97-AF65-F5344CB8AC3E}">
        <p14:creationId xmlns:p14="http://schemas.microsoft.com/office/powerpoint/2010/main" val="384890334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ntent Layout E2">
    <p:spTree>
      <p:nvGrpSpPr>
        <p:cNvPr id="1" name=""/>
        <p:cNvGrpSpPr/>
        <p:nvPr/>
      </p:nvGrpSpPr>
      <p:grpSpPr>
        <a:xfrm>
          <a:off x="0" y="0"/>
          <a:ext cx="0" cy="0"/>
          <a:chOff x="0" y="0"/>
          <a:chExt cx="0" cy="0"/>
        </a:xfrm>
      </p:grpSpPr>
      <p:sp>
        <p:nvSpPr>
          <p:cNvPr id="27" name="Freeform: Shape 26">
            <a:extLst>
              <a:ext uri="{FF2B5EF4-FFF2-40B4-BE49-F238E27FC236}">
                <a16:creationId xmlns:a16="http://schemas.microsoft.com/office/drawing/2014/main" id="{98B023A2-8349-4DCF-AB11-249B569E176E}"/>
              </a:ext>
            </a:extLst>
          </p:cNvPr>
          <p:cNvSpPr/>
          <p:nvPr userDrawn="1"/>
        </p:nvSpPr>
        <p:spPr>
          <a:xfrm>
            <a:off x="667266" y="2263140"/>
            <a:ext cx="5248733" cy="3913824"/>
          </a:xfrm>
          <a:custGeom>
            <a:avLst/>
            <a:gdLst>
              <a:gd name="connsiteX0" fmla="*/ 0 w 5248733"/>
              <a:gd name="connsiteY0" fmla="*/ 0 h 3913824"/>
              <a:gd name="connsiteX1" fmla="*/ 5248733 w 5248733"/>
              <a:gd name="connsiteY1" fmla="*/ 0 h 3913824"/>
              <a:gd name="connsiteX2" fmla="*/ 5248733 w 5248733"/>
              <a:gd name="connsiteY2" fmla="*/ 3664652 h 3913824"/>
              <a:gd name="connsiteX3" fmla="*/ 5248733 w 5248733"/>
              <a:gd name="connsiteY3" fmla="*/ 3827179 h 3913824"/>
              <a:gd name="connsiteX4" fmla="*/ 5162088 w 5248733"/>
              <a:gd name="connsiteY4" fmla="*/ 3913824 h 3913824"/>
              <a:gd name="connsiteX5" fmla="*/ 86645 w 5248733"/>
              <a:gd name="connsiteY5" fmla="*/ 3913824 h 3913824"/>
              <a:gd name="connsiteX6" fmla="*/ 0 w 5248733"/>
              <a:gd name="connsiteY6" fmla="*/ 3827179 h 3913824"/>
              <a:gd name="connsiteX7" fmla="*/ 0 w 5248733"/>
              <a:gd name="connsiteY7" fmla="*/ 3664652 h 391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8733" h="3913824">
                <a:moveTo>
                  <a:pt x="0" y="0"/>
                </a:moveTo>
                <a:lnTo>
                  <a:pt x="5248733" y="0"/>
                </a:lnTo>
                <a:lnTo>
                  <a:pt x="5248733" y="3664652"/>
                </a:lnTo>
                <a:lnTo>
                  <a:pt x="5248733" y="3827179"/>
                </a:lnTo>
                <a:cubicBezTo>
                  <a:pt x="5248733" y="3875032"/>
                  <a:pt x="5209941" y="3913824"/>
                  <a:pt x="5162088" y="3913824"/>
                </a:cubicBezTo>
                <a:lnTo>
                  <a:pt x="86645" y="3913824"/>
                </a:lnTo>
                <a:cubicBezTo>
                  <a:pt x="38792" y="3913824"/>
                  <a:pt x="0" y="3875032"/>
                  <a:pt x="0" y="3827179"/>
                </a:cubicBezTo>
                <a:lnTo>
                  <a:pt x="0" y="3664652"/>
                </a:lnTo>
                <a:close/>
              </a:path>
            </a:pathLst>
          </a:custGeom>
          <a:solidFill>
            <a:srgbClr val="74787B">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5" name="Freeform: Shape 24">
            <a:extLst>
              <a:ext uri="{FF2B5EF4-FFF2-40B4-BE49-F238E27FC236}">
                <a16:creationId xmlns:a16="http://schemas.microsoft.com/office/drawing/2014/main" id="{97772112-E0E2-4992-AF10-ACA8363C350B}"/>
              </a:ext>
            </a:extLst>
          </p:cNvPr>
          <p:cNvSpPr/>
          <p:nvPr userDrawn="1"/>
        </p:nvSpPr>
        <p:spPr>
          <a:xfrm>
            <a:off x="667266" y="1457739"/>
            <a:ext cx="5248733" cy="805401"/>
          </a:xfrm>
          <a:custGeom>
            <a:avLst/>
            <a:gdLst>
              <a:gd name="connsiteX0" fmla="*/ 86645 w 5248733"/>
              <a:gd name="connsiteY0" fmla="*/ 0 h 805401"/>
              <a:gd name="connsiteX1" fmla="*/ 5162088 w 5248733"/>
              <a:gd name="connsiteY1" fmla="*/ 0 h 805401"/>
              <a:gd name="connsiteX2" fmla="*/ 5248733 w 5248733"/>
              <a:gd name="connsiteY2" fmla="*/ 86645 h 805401"/>
              <a:gd name="connsiteX3" fmla="*/ 5248733 w 5248733"/>
              <a:gd name="connsiteY3" fmla="*/ 805401 h 805401"/>
              <a:gd name="connsiteX4" fmla="*/ 0 w 5248733"/>
              <a:gd name="connsiteY4" fmla="*/ 805401 h 805401"/>
              <a:gd name="connsiteX5" fmla="*/ 0 w 5248733"/>
              <a:gd name="connsiteY5" fmla="*/ 86645 h 805401"/>
              <a:gd name="connsiteX6" fmla="*/ 86645 w 5248733"/>
              <a:gd name="connsiteY6" fmla="*/ 0 h 805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48733" h="805401">
                <a:moveTo>
                  <a:pt x="86645" y="0"/>
                </a:moveTo>
                <a:lnTo>
                  <a:pt x="5162088" y="0"/>
                </a:lnTo>
                <a:cubicBezTo>
                  <a:pt x="5209941" y="0"/>
                  <a:pt x="5248733" y="38792"/>
                  <a:pt x="5248733" y="86645"/>
                </a:cubicBezTo>
                <a:lnTo>
                  <a:pt x="5248733" y="805401"/>
                </a:lnTo>
                <a:lnTo>
                  <a:pt x="0" y="805401"/>
                </a:lnTo>
                <a:lnTo>
                  <a:pt x="0" y="86645"/>
                </a:lnTo>
                <a:cubicBezTo>
                  <a:pt x="0" y="38792"/>
                  <a:pt x="38792" y="0"/>
                  <a:pt x="86645" y="0"/>
                </a:cubicBezTo>
                <a:close/>
              </a:path>
            </a:pathLst>
          </a:custGeom>
          <a:solidFill>
            <a:srgbClr val="7478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1F9C20-D204-4A61-83D0-C8409FA061FE}"/>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12" name="Content Placeholder 3">
            <a:extLst>
              <a:ext uri="{FF2B5EF4-FFF2-40B4-BE49-F238E27FC236}">
                <a16:creationId xmlns:a16="http://schemas.microsoft.com/office/drawing/2014/main" id="{A0A3A707-B6E4-49DF-B76F-2FF1AE941CDE}"/>
              </a:ext>
            </a:extLst>
          </p:cNvPr>
          <p:cNvSpPr>
            <a:spLocks noGrp="1"/>
          </p:cNvSpPr>
          <p:nvPr>
            <p:ph sz="quarter" idx="12" hasCustomPrompt="1"/>
          </p:nvPr>
        </p:nvSpPr>
        <p:spPr>
          <a:xfrm>
            <a:off x="959768" y="2528322"/>
            <a:ext cx="4642135" cy="3399485"/>
          </a:xfrm>
          <a:noFill/>
        </p:spPr>
        <p:txBody>
          <a:bodyPr>
            <a:noAutofit/>
          </a:bodyPr>
          <a:lstStyle>
            <a:lvl1pPr marL="0" indent="0">
              <a:lnSpc>
                <a:spcPct val="100000"/>
              </a:lnSpc>
              <a:spcBef>
                <a:spcPts val="0"/>
              </a:spcBef>
              <a:buNone/>
              <a:defRPr sz="1600" b="1">
                <a:solidFill>
                  <a:srgbClr val="74787B"/>
                </a:solidFill>
              </a:defRPr>
            </a:lvl1pPr>
          </a:lstStyle>
          <a:p>
            <a:pPr lvl="0"/>
            <a:r>
              <a:rPr lang="en-GB"/>
              <a:t>Customer Name:</a:t>
            </a:r>
          </a:p>
          <a:p>
            <a:pPr lvl="0"/>
            <a:r>
              <a:rPr lang="en-GB"/>
              <a:t>Project:</a:t>
            </a:r>
          </a:p>
          <a:p>
            <a:pPr lvl="0"/>
            <a:r>
              <a:rPr lang="en-GB"/>
              <a:t>Description of Project:</a:t>
            </a:r>
          </a:p>
          <a:p>
            <a:pPr lvl="0"/>
            <a:r>
              <a:rPr lang="en-GB"/>
              <a:t>Country:</a:t>
            </a:r>
          </a:p>
          <a:p>
            <a:pPr lvl="0"/>
            <a:r>
              <a:rPr lang="en-GB"/>
              <a:t>Duration of project:</a:t>
            </a:r>
          </a:p>
          <a:p>
            <a:pPr lvl="0"/>
            <a:endParaRPr lang="en-GB"/>
          </a:p>
        </p:txBody>
      </p:sp>
      <p:sp>
        <p:nvSpPr>
          <p:cNvPr id="13" name="Text Placeholder 12">
            <a:extLst>
              <a:ext uri="{FF2B5EF4-FFF2-40B4-BE49-F238E27FC236}">
                <a16:creationId xmlns:a16="http://schemas.microsoft.com/office/drawing/2014/main" id="{AA0341ED-91C5-4B51-B2FF-21BE4819BA14}"/>
              </a:ext>
            </a:extLst>
          </p:cNvPr>
          <p:cNvSpPr>
            <a:spLocks noGrp="1"/>
          </p:cNvSpPr>
          <p:nvPr>
            <p:ph type="body" sz="quarter" idx="13" hasCustomPrompt="1"/>
          </p:nvPr>
        </p:nvSpPr>
        <p:spPr>
          <a:xfrm>
            <a:off x="959768" y="1722922"/>
            <a:ext cx="4734595" cy="366712"/>
          </a:xfrm>
        </p:spPr>
        <p:txBody>
          <a:bodyPr/>
          <a:lstStyle>
            <a:lvl1pPr marL="0" indent="0">
              <a:buNone/>
              <a:defRPr b="1">
                <a:solidFill>
                  <a:schemeClr val="bg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a:t>Project Details</a:t>
            </a:r>
            <a:endParaRPr lang="en-GB"/>
          </a:p>
        </p:txBody>
      </p:sp>
      <p:sp>
        <p:nvSpPr>
          <p:cNvPr id="14" name="Picture Placeholder 13">
            <a:extLst>
              <a:ext uri="{FF2B5EF4-FFF2-40B4-BE49-F238E27FC236}">
                <a16:creationId xmlns:a16="http://schemas.microsoft.com/office/drawing/2014/main" id="{7DF48CA2-1FBA-4160-A7FC-0537763C0D17}"/>
              </a:ext>
            </a:extLst>
          </p:cNvPr>
          <p:cNvSpPr>
            <a:spLocks noGrp="1"/>
          </p:cNvSpPr>
          <p:nvPr>
            <p:ph type="pic" sz="quarter" idx="14"/>
          </p:nvPr>
        </p:nvSpPr>
        <p:spPr bwMode="gray">
          <a:xfrm>
            <a:off x="6276000" y="1457740"/>
            <a:ext cx="5248733" cy="4719225"/>
          </a:xfrm>
          <a:custGeom>
            <a:avLst/>
            <a:gdLst>
              <a:gd name="connsiteX0" fmla="*/ 86645 w 5248733"/>
              <a:gd name="connsiteY0" fmla="*/ 0 h 4719225"/>
              <a:gd name="connsiteX1" fmla="*/ 5162088 w 5248733"/>
              <a:gd name="connsiteY1" fmla="*/ 0 h 4719225"/>
              <a:gd name="connsiteX2" fmla="*/ 5248733 w 5248733"/>
              <a:gd name="connsiteY2" fmla="*/ 86645 h 4719225"/>
              <a:gd name="connsiteX3" fmla="*/ 5248733 w 5248733"/>
              <a:gd name="connsiteY3" fmla="*/ 4632580 h 4719225"/>
              <a:gd name="connsiteX4" fmla="*/ 5162088 w 5248733"/>
              <a:gd name="connsiteY4" fmla="*/ 4719225 h 4719225"/>
              <a:gd name="connsiteX5" fmla="*/ 86645 w 5248733"/>
              <a:gd name="connsiteY5" fmla="*/ 4719225 h 4719225"/>
              <a:gd name="connsiteX6" fmla="*/ 0 w 5248733"/>
              <a:gd name="connsiteY6" fmla="*/ 4632580 h 4719225"/>
              <a:gd name="connsiteX7" fmla="*/ 0 w 5248733"/>
              <a:gd name="connsiteY7" fmla="*/ 86645 h 4719225"/>
              <a:gd name="connsiteX8" fmla="*/ 86645 w 5248733"/>
              <a:gd name="connsiteY8" fmla="*/ 0 h 4719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48733" h="4719225">
                <a:moveTo>
                  <a:pt x="86645" y="0"/>
                </a:moveTo>
                <a:lnTo>
                  <a:pt x="5162088" y="0"/>
                </a:lnTo>
                <a:cubicBezTo>
                  <a:pt x="5209941" y="0"/>
                  <a:pt x="5248733" y="38792"/>
                  <a:pt x="5248733" y="86645"/>
                </a:cubicBezTo>
                <a:lnTo>
                  <a:pt x="5248733" y="4632580"/>
                </a:lnTo>
                <a:cubicBezTo>
                  <a:pt x="5248733" y="4680433"/>
                  <a:pt x="5209941" y="4719225"/>
                  <a:pt x="5162088" y="4719225"/>
                </a:cubicBezTo>
                <a:lnTo>
                  <a:pt x="86645" y="4719225"/>
                </a:lnTo>
                <a:cubicBezTo>
                  <a:pt x="38792" y="4719225"/>
                  <a:pt x="0" y="4680433"/>
                  <a:pt x="0" y="4632580"/>
                </a:cubicBezTo>
                <a:lnTo>
                  <a:pt x="0" y="86645"/>
                </a:lnTo>
                <a:cubicBezTo>
                  <a:pt x="0" y="38792"/>
                  <a:pt x="38792" y="0"/>
                  <a:pt x="86645" y="0"/>
                </a:cubicBezTo>
                <a:close/>
              </a:path>
            </a:pathLst>
          </a:custGeom>
          <a:solidFill>
            <a:srgbClr val="E3E4E5"/>
          </a:solidFill>
        </p:spPr>
        <p:txBody>
          <a:bodyPr wrap="square" anchor="ctr">
            <a:noAutofit/>
          </a:bodyPr>
          <a:lstStyle>
            <a:lvl1pPr marL="0" indent="0" algn="ctr">
              <a:buNone/>
              <a:defRPr/>
            </a:lvl1pPr>
          </a:lstStyle>
          <a:p>
            <a:endParaRPr lang="en-GB"/>
          </a:p>
          <a:p>
            <a:endParaRPr lang="en-GB"/>
          </a:p>
          <a:p>
            <a:r>
              <a:rPr lang="en-GB"/>
              <a:t>Click to insert picture</a:t>
            </a:r>
          </a:p>
        </p:txBody>
      </p:sp>
      <p:sp>
        <p:nvSpPr>
          <p:cNvPr id="11" name="Subtitle 2">
            <a:extLst>
              <a:ext uri="{FF2B5EF4-FFF2-40B4-BE49-F238E27FC236}">
                <a16:creationId xmlns:a16="http://schemas.microsoft.com/office/drawing/2014/main" id="{D3438840-3AB2-44DB-99A8-3BB7E1710E02}"/>
              </a:ext>
            </a:extLst>
          </p:cNvPr>
          <p:cNvSpPr>
            <a:spLocks noGrp="1"/>
          </p:cNvSpPr>
          <p:nvPr>
            <p:ph type="subTitle" idx="11"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Tree>
    <p:extLst>
      <p:ext uri="{BB962C8B-B14F-4D97-AF65-F5344CB8AC3E}">
        <p14:creationId xmlns:p14="http://schemas.microsoft.com/office/powerpoint/2010/main" val="156461947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ontent Layout F1">
    <p:spTree>
      <p:nvGrpSpPr>
        <p:cNvPr id="1" name=""/>
        <p:cNvGrpSpPr/>
        <p:nvPr/>
      </p:nvGrpSpPr>
      <p:grpSpPr>
        <a:xfrm>
          <a:off x="0" y="0"/>
          <a:ext cx="0" cy="0"/>
          <a:chOff x="0" y="0"/>
          <a:chExt cx="0" cy="0"/>
        </a:xfrm>
      </p:grpSpPr>
      <p:sp>
        <p:nvSpPr>
          <p:cNvPr id="27" name="Freeform: Shape 26">
            <a:extLst>
              <a:ext uri="{FF2B5EF4-FFF2-40B4-BE49-F238E27FC236}">
                <a16:creationId xmlns:a16="http://schemas.microsoft.com/office/drawing/2014/main" id="{98B023A2-8349-4DCF-AB11-249B569E176E}"/>
              </a:ext>
            </a:extLst>
          </p:cNvPr>
          <p:cNvSpPr/>
          <p:nvPr userDrawn="1"/>
        </p:nvSpPr>
        <p:spPr>
          <a:xfrm>
            <a:off x="667266" y="2263140"/>
            <a:ext cx="5248733" cy="3913824"/>
          </a:xfrm>
          <a:custGeom>
            <a:avLst/>
            <a:gdLst>
              <a:gd name="connsiteX0" fmla="*/ 0 w 5248733"/>
              <a:gd name="connsiteY0" fmla="*/ 0 h 3913824"/>
              <a:gd name="connsiteX1" fmla="*/ 5248733 w 5248733"/>
              <a:gd name="connsiteY1" fmla="*/ 0 h 3913824"/>
              <a:gd name="connsiteX2" fmla="*/ 5248733 w 5248733"/>
              <a:gd name="connsiteY2" fmla="*/ 3664652 h 3913824"/>
              <a:gd name="connsiteX3" fmla="*/ 5248733 w 5248733"/>
              <a:gd name="connsiteY3" fmla="*/ 3827179 h 3913824"/>
              <a:gd name="connsiteX4" fmla="*/ 5162088 w 5248733"/>
              <a:gd name="connsiteY4" fmla="*/ 3913824 h 3913824"/>
              <a:gd name="connsiteX5" fmla="*/ 86645 w 5248733"/>
              <a:gd name="connsiteY5" fmla="*/ 3913824 h 3913824"/>
              <a:gd name="connsiteX6" fmla="*/ 0 w 5248733"/>
              <a:gd name="connsiteY6" fmla="*/ 3827179 h 3913824"/>
              <a:gd name="connsiteX7" fmla="*/ 0 w 5248733"/>
              <a:gd name="connsiteY7" fmla="*/ 3664652 h 391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8733" h="3913824">
                <a:moveTo>
                  <a:pt x="0" y="0"/>
                </a:moveTo>
                <a:lnTo>
                  <a:pt x="5248733" y="0"/>
                </a:lnTo>
                <a:lnTo>
                  <a:pt x="5248733" y="3664652"/>
                </a:lnTo>
                <a:lnTo>
                  <a:pt x="5248733" y="3827179"/>
                </a:lnTo>
                <a:cubicBezTo>
                  <a:pt x="5248733" y="3875032"/>
                  <a:pt x="5209941" y="3913824"/>
                  <a:pt x="5162088" y="3913824"/>
                </a:cubicBezTo>
                <a:lnTo>
                  <a:pt x="86645" y="3913824"/>
                </a:lnTo>
                <a:cubicBezTo>
                  <a:pt x="38792" y="3913824"/>
                  <a:pt x="0" y="3875032"/>
                  <a:pt x="0" y="3827179"/>
                </a:cubicBezTo>
                <a:lnTo>
                  <a:pt x="0" y="3664652"/>
                </a:lnTo>
                <a:close/>
              </a:path>
            </a:pathLst>
          </a:custGeom>
          <a:solidFill>
            <a:srgbClr val="74787B">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5" name="Freeform: Shape 24">
            <a:extLst>
              <a:ext uri="{FF2B5EF4-FFF2-40B4-BE49-F238E27FC236}">
                <a16:creationId xmlns:a16="http://schemas.microsoft.com/office/drawing/2014/main" id="{97772112-E0E2-4992-AF10-ACA8363C350B}"/>
              </a:ext>
            </a:extLst>
          </p:cNvPr>
          <p:cNvSpPr/>
          <p:nvPr userDrawn="1"/>
        </p:nvSpPr>
        <p:spPr>
          <a:xfrm>
            <a:off x="667266" y="1457739"/>
            <a:ext cx="5248733" cy="805401"/>
          </a:xfrm>
          <a:custGeom>
            <a:avLst/>
            <a:gdLst>
              <a:gd name="connsiteX0" fmla="*/ 86645 w 5248733"/>
              <a:gd name="connsiteY0" fmla="*/ 0 h 805401"/>
              <a:gd name="connsiteX1" fmla="*/ 5162088 w 5248733"/>
              <a:gd name="connsiteY1" fmla="*/ 0 h 805401"/>
              <a:gd name="connsiteX2" fmla="*/ 5248733 w 5248733"/>
              <a:gd name="connsiteY2" fmla="*/ 86645 h 805401"/>
              <a:gd name="connsiteX3" fmla="*/ 5248733 w 5248733"/>
              <a:gd name="connsiteY3" fmla="*/ 805401 h 805401"/>
              <a:gd name="connsiteX4" fmla="*/ 0 w 5248733"/>
              <a:gd name="connsiteY4" fmla="*/ 805401 h 805401"/>
              <a:gd name="connsiteX5" fmla="*/ 0 w 5248733"/>
              <a:gd name="connsiteY5" fmla="*/ 86645 h 805401"/>
              <a:gd name="connsiteX6" fmla="*/ 86645 w 5248733"/>
              <a:gd name="connsiteY6" fmla="*/ 0 h 805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48733" h="805401">
                <a:moveTo>
                  <a:pt x="86645" y="0"/>
                </a:moveTo>
                <a:lnTo>
                  <a:pt x="5162088" y="0"/>
                </a:lnTo>
                <a:cubicBezTo>
                  <a:pt x="5209941" y="0"/>
                  <a:pt x="5248733" y="38792"/>
                  <a:pt x="5248733" y="86645"/>
                </a:cubicBezTo>
                <a:lnTo>
                  <a:pt x="5248733" y="805401"/>
                </a:lnTo>
                <a:lnTo>
                  <a:pt x="0" y="805401"/>
                </a:lnTo>
                <a:lnTo>
                  <a:pt x="0" y="86645"/>
                </a:lnTo>
                <a:cubicBezTo>
                  <a:pt x="0" y="38792"/>
                  <a:pt x="38792" y="0"/>
                  <a:pt x="86645" y="0"/>
                </a:cubicBezTo>
                <a:close/>
              </a:path>
            </a:pathLst>
          </a:custGeom>
          <a:solidFill>
            <a:srgbClr val="7478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1F9C20-D204-4A61-83D0-C8409FA061FE}"/>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3200"/>
            </a:lvl1pPr>
          </a:lstStyle>
          <a:p>
            <a:r>
              <a:rPr lang="en-US"/>
              <a:t>Click to edit Heading</a:t>
            </a:r>
            <a:endParaRPr lang="en-GB"/>
          </a:p>
        </p:txBody>
      </p:sp>
      <p:sp>
        <p:nvSpPr>
          <p:cNvPr id="13" name="Text Placeholder 12">
            <a:extLst>
              <a:ext uri="{FF2B5EF4-FFF2-40B4-BE49-F238E27FC236}">
                <a16:creationId xmlns:a16="http://schemas.microsoft.com/office/drawing/2014/main" id="{AA0341ED-91C5-4B51-B2FF-21BE4819BA14}"/>
              </a:ext>
            </a:extLst>
          </p:cNvPr>
          <p:cNvSpPr>
            <a:spLocks noGrp="1"/>
          </p:cNvSpPr>
          <p:nvPr>
            <p:ph type="body" sz="quarter" idx="13" hasCustomPrompt="1"/>
          </p:nvPr>
        </p:nvSpPr>
        <p:spPr>
          <a:xfrm>
            <a:off x="959768" y="1722922"/>
            <a:ext cx="4734595" cy="366712"/>
          </a:xfrm>
        </p:spPr>
        <p:txBody>
          <a:bodyPr/>
          <a:lstStyle>
            <a:lvl1pPr marL="0" indent="0">
              <a:buNone/>
              <a:defRPr b="1">
                <a:solidFill>
                  <a:schemeClr val="bg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a:t>Pros / Strengths / Internal</a:t>
            </a:r>
            <a:endParaRPr lang="en-GB"/>
          </a:p>
        </p:txBody>
      </p:sp>
      <p:sp>
        <p:nvSpPr>
          <p:cNvPr id="4" name="Text Placeholder 3">
            <a:extLst>
              <a:ext uri="{FF2B5EF4-FFF2-40B4-BE49-F238E27FC236}">
                <a16:creationId xmlns:a16="http://schemas.microsoft.com/office/drawing/2014/main" id="{24F82DDE-FD1F-49DF-A028-1C502C9D490E}"/>
              </a:ext>
            </a:extLst>
          </p:cNvPr>
          <p:cNvSpPr>
            <a:spLocks noGrp="1"/>
          </p:cNvSpPr>
          <p:nvPr>
            <p:ph type="body" sz="quarter" idx="15"/>
          </p:nvPr>
        </p:nvSpPr>
        <p:spPr>
          <a:xfrm>
            <a:off x="924334" y="2528323"/>
            <a:ext cx="4734595" cy="3432525"/>
          </a:xfrm>
        </p:spPr>
        <p:txBody>
          <a:bodyPr/>
          <a:lstStyle>
            <a:lvl1pPr>
              <a:defRPr>
                <a:solidFill>
                  <a:srgbClr val="74787B"/>
                </a:solidFill>
              </a:defRPr>
            </a:lvl1pPr>
            <a:lvl2pPr>
              <a:defRPr>
                <a:solidFill>
                  <a:srgbClr val="74787B"/>
                </a:solidFill>
              </a:defRPr>
            </a:lvl2pPr>
            <a:lvl3pPr>
              <a:defRPr>
                <a:solidFill>
                  <a:srgbClr val="74787B"/>
                </a:solidFill>
              </a:defRPr>
            </a:lvl3pPr>
            <a:lvl4pPr>
              <a:defRPr>
                <a:solidFill>
                  <a:srgbClr val="74787B"/>
                </a:solidFill>
              </a:defRPr>
            </a:lvl4pPr>
            <a:lvl5pPr>
              <a:defRPr>
                <a:solidFill>
                  <a:srgbClr val="74787B"/>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6" name="Freeform: Shape 15">
            <a:extLst>
              <a:ext uri="{FF2B5EF4-FFF2-40B4-BE49-F238E27FC236}">
                <a16:creationId xmlns:a16="http://schemas.microsoft.com/office/drawing/2014/main" id="{72A07CF3-6BC3-4247-B9B7-137FCC4B228B}"/>
              </a:ext>
            </a:extLst>
          </p:cNvPr>
          <p:cNvSpPr/>
          <p:nvPr userDrawn="1"/>
        </p:nvSpPr>
        <p:spPr>
          <a:xfrm>
            <a:off x="6276003" y="2263140"/>
            <a:ext cx="5248733" cy="3913824"/>
          </a:xfrm>
          <a:custGeom>
            <a:avLst/>
            <a:gdLst>
              <a:gd name="connsiteX0" fmla="*/ 0 w 5248733"/>
              <a:gd name="connsiteY0" fmla="*/ 0 h 3913824"/>
              <a:gd name="connsiteX1" fmla="*/ 5248733 w 5248733"/>
              <a:gd name="connsiteY1" fmla="*/ 0 h 3913824"/>
              <a:gd name="connsiteX2" fmla="*/ 5248733 w 5248733"/>
              <a:gd name="connsiteY2" fmla="*/ 3664652 h 3913824"/>
              <a:gd name="connsiteX3" fmla="*/ 5248733 w 5248733"/>
              <a:gd name="connsiteY3" fmla="*/ 3827179 h 3913824"/>
              <a:gd name="connsiteX4" fmla="*/ 5162088 w 5248733"/>
              <a:gd name="connsiteY4" fmla="*/ 3913824 h 3913824"/>
              <a:gd name="connsiteX5" fmla="*/ 86645 w 5248733"/>
              <a:gd name="connsiteY5" fmla="*/ 3913824 h 3913824"/>
              <a:gd name="connsiteX6" fmla="*/ 0 w 5248733"/>
              <a:gd name="connsiteY6" fmla="*/ 3827179 h 3913824"/>
              <a:gd name="connsiteX7" fmla="*/ 0 w 5248733"/>
              <a:gd name="connsiteY7" fmla="*/ 3664652 h 391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8733" h="3913824">
                <a:moveTo>
                  <a:pt x="0" y="0"/>
                </a:moveTo>
                <a:lnTo>
                  <a:pt x="5248733" y="0"/>
                </a:lnTo>
                <a:lnTo>
                  <a:pt x="5248733" y="3664652"/>
                </a:lnTo>
                <a:lnTo>
                  <a:pt x="5248733" y="3827179"/>
                </a:lnTo>
                <a:cubicBezTo>
                  <a:pt x="5248733" y="3875032"/>
                  <a:pt x="5209941" y="3913824"/>
                  <a:pt x="5162088" y="3913824"/>
                </a:cubicBezTo>
                <a:lnTo>
                  <a:pt x="86645" y="3913824"/>
                </a:lnTo>
                <a:cubicBezTo>
                  <a:pt x="38792" y="3913824"/>
                  <a:pt x="0" y="3875032"/>
                  <a:pt x="0" y="3827179"/>
                </a:cubicBezTo>
                <a:lnTo>
                  <a:pt x="0" y="3664652"/>
                </a:lnTo>
                <a:close/>
              </a:path>
            </a:pathLst>
          </a:custGeom>
          <a:solidFill>
            <a:srgbClr val="74787B">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7" name="Freeform: Shape 16">
            <a:extLst>
              <a:ext uri="{FF2B5EF4-FFF2-40B4-BE49-F238E27FC236}">
                <a16:creationId xmlns:a16="http://schemas.microsoft.com/office/drawing/2014/main" id="{F7F412CB-57D2-47C3-95BE-25F9E537DE45}"/>
              </a:ext>
            </a:extLst>
          </p:cNvPr>
          <p:cNvSpPr/>
          <p:nvPr userDrawn="1"/>
        </p:nvSpPr>
        <p:spPr>
          <a:xfrm>
            <a:off x="6276003" y="1457739"/>
            <a:ext cx="5248733" cy="805401"/>
          </a:xfrm>
          <a:custGeom>
            <a:avLst/>
            <a:gdLst>
              <a:gd name="connsiteX0" fmla="*/ 86645 w 5248733"/>
              <a:gd name="connsiteY0" fmla="*/ 0 h 805401"/>
              <a:gd name="connsiteX1" fmla="*/ 5162088 w 5248733"/>
              <a:gd name="connsiteY1" fmla="*/ 0 h 805401"/>
              <a:gd name="connsiteX2" fmla="*/ 5248733 w 5248733"/>
              <a:gd name="connsiteY2" fmla="*/ 86645 h 805401"/>
              <a:gd name="connsiteX3" fmla="*/ 5248733 w 5248733"/>
              <a:gd name="connsiteY3" fmla="*/ 805401 h 805401"/>
              <a:gd name="connsiteX4" fmla="*/ 0 w 5248733"/>
              <a:gd name="connsiteY4" fmla="*/ 805401 h 805401"/>
              <a:gd name="connsiteX5" fmla="*/ 0 w 5248733"/>
              <a:gd name="connsiteY5" fmla="*/ 86645 h 805401"/>
              <a:gd name="connsiteX6" fmla="*/ 86645 w 5248733"/>
              <a:gd name="connsiteY6" fmla="*/ 0 h 805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48733" h="805401">
                <a:moveTo>
                  <a:pt x="86645" y="0"/>
                </a:moveTo>
                <a:lnTo>
                  <a:pt x="5162088" y="0"/>
                </a:lnTo>
                <a:cubicBezTo>
                  <a:pt x="5209941" y="0"/>
                  <a:pt x="5248733" y="38792"/>
                  <a:pt x="5248733" y="86645"/>
                </a:cubicBezTo>
                <a:lnTo>
                  <a:pt x="5248733" y="805401"/>
                </a:lnTo>
                <a:lnTo>
                  <a:pt x="0" y="805401"/>
                </a:lnTo>
                <a:lnTo>
                  <a:pt x="0" y="86645"/>
                </a:lnTo>
                <a:cubicBezTo>
                  <a:pt x="0" y="38792"/>
                  <a:pt x="38792" y="0"/>
                  <a:pt x="86645" y="0"/>
                </a:cubicBezTo>
                <a:close/>
              </a:path>
            </a:pathLst>
          </a:custGeom>
          <a:solidFill>
            <a:srgbClr val="7478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8" name="Text Placeholder 12">
            <a:extLst>
              <a:ext uri="{FF2B5EF4-FFF2-40B4-BE49-F238E27FC236}">
                <a16:creationId xmlns:a16="http://schemas.microsoft.com/office/drawing/2014/main" id="{C51214C1-FC5A-4947-BFAB-EA433A7FF742}"/>
              </a:ext>
            </a:extLst>
          </p:cNvPr>
          <p:cNvSpPr>
            <a:spLocks noGrp="1"/>
          </p:cNvSpPr>
          <p:nvPr>
            <p:ph type="body" sz="quarter" idx="16" hasCustomPrompt="1"/>
          </p:nvPr>
        </p:nvSpPr>
        <p:spPr>
          <a:xfrm>
            <a:off x="6568505" y="1722922"/>
            <a:ext cx="4734595" cy="366712"/>
          </a:xfrm>
        </p:spPr>
        <p:txBody>
          <a:bodyPr/>
          <a:lstStyle>
            <a:lvl1pPr marL="0" indent="0">
              <a:buNone/>
              <a:defRPr b="1">
                <a:solidFill>
                  <a:schemeClr val="bg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a:t>Cons / Weaknesses / External</a:t>
            </a:r>
            <a:endParaRPr lang="en-GB"/>
          </a:p>
        </p:txBody>
      </p:sp>
      <p:sp>
        <p:nvSpPr>
          <p:cNvPr id="19" name="Text Placeholder 3">
            <a:extLst>
              <a:ext uri="{FF2B5EF4-FFF2-40B4-BE49-F238E27FC236}">
                <a16:creationId xmlns:a16="http://schemas.microsoft.com/office/drawing/2014/main" id="{028FB2EA-577D-4D85-BD10-24828949996D}"/>
              </a:ext>
            </a:extLst>
          </p:cNvPr>
          <p:cNvSpPr>
            <a:spLocks noGrp="1"/>
          </p:cNvSpPr>
          <p:nvPr>
            <p:ph type="body" sz="quarter" idx="17"/>
          </p:nvPr>
        </p:nvSpPr>
        <p:spPr>
          <a:xfrm>
            <a:off x="6533071" y="2528323"/>
            <a:ext cx="4734595" cy="3432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9529871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ontent Layout F2">
    <p:spTree>
      <p:nvGrpSpPr>
        <p:cNvPr id="1" name=""/>
        <p:cNvGrpSpPr/>
        <p:nvPr/>
      </p:nvGrpSpPr>
      <p:grpSpPr>
        <a:xfrm>
          <a:off x="0" y="0"/>
          <a:ext cx="0" cy="0"/>
          <a:chOff x="0" y="0"/>
          <a:chExt cx="0" cy="0"/>
        </a:xfrm>
      </p:grpSpPr>
      <p:sp>
        <p:nvSpPr>
          <p:cNvPr id="27" name="Freeform: Shape 26">
            <a:extLst>
              <a:ext uri="{FF2B5EF4-FFF2-40B4-BE49-F238E27FC236}">
                <a16:creationId xmlns:a16="http://schemas.microsoft.com/office/drawing/2014/main" id="{98B023A2-8349-4DCF-AB11-249B569E176E}"/>
              </a:ext>
            </a:extLst>
          </p:cNvPr>
          <p:cNvSpPr/>
          <p:nvPr userDrawn="1"/>
        </p:nvSpPr>
        <p:spPr>
          <a:xfrm>
            <a:off x="667266" y="2263140"/>
            <a:ext cx="5248733" cy="3913824"/>
          </a:xfrm>
          <a:custGeom>
            <a:avLst/>
            <a:gdLst>
              <a:gd name="connsiteX0" fmla="*/ 0 w 5248733"/>
              <a:gd name="connsiteY0" fmla="*/ 0 h 3913824"/>
              <a:gd name="connsiteX1" fmla="*/ 5248733 w 5248733"/>
              <a:gd name="connsiteY1" fmla="*/ 0 h 3913824"/>
              <a:gd name="connsiteX2" fmla="*/ 5248733 w 5248733"/>
              <a:gd name="connsiteY2" fmla="*/ 3664652 h 3913824"/>
              <a:gd name="connsiteX3" fmla="*/ 5248733 w 5248733"/>
              <a:gd name="connsiteY3" fmla="*/ 3827179 h 3913824"/>
              <a:gd name="connsiteX4" fmla="*/ 5162088 w 5248733"/>
              <a:gd name="connsiteY4" fmla="*/ 3913824 h 3913824"/>
              <a:gd name="connsiteX5" fmla="*/ 86645 w 5248733"/>
              <a:gd name="connsiteY5" fmla="*/ 3913824 h 3913824"/>
              <a:gd name="connsiteX6" fmla="*/ 0 w 5248733"/>
              <a:gd name="connsiteY6" fmla="*/ 3827179 h 3913824"/>
              <a:gd name="connsiteX7" fmla="*/ 0 w 5248733"/>
              <a:gd name="connsiteY7" fmla="*/ 3664652 h 391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8733" h="3913824">
                <a:moveTo>
                  <a:pt x="0" y="0"/>
                </a:moveTo>
                <a:lnTo>
                  <a:pt x="5248733" y="0"/>
                </a:lnTo>
                <a:lnTo>
                  <a:pt x="5248733" y="3664652"/>
                </a:lnTo>
                <a:lnTo>
                  <a:pt x="5248733" y="3827179"/>
                </a:lnTo>
                <a:cubicBezTo>
                  <a:pt x="5248733" y="3875032"/>
                  <a:pt x="5209941" y="3913824"/>
                  <a:pt x="5162088" y="3913824"/>
                </a:cubicBezTo>
                <a:lnTo>
                  <a:pt x="86645" y="3913824"/>
                </a:lnTo>
                <a:cubicBezTo>
                  <a:pt x="38792" y="3913824"/>
                  <a:pt x="0" y="3875032"/>
                  <a:pt x="0" y="3827179"/>
                </a:cubicBezTo>
                <a:lnTo>
                  <a:pt x="0" y="3664652"/>
                </a:lnTo>
                <a:close/>
              </a:path>
            </a:pathLst>
          </a:custGeom>
          <a:solidFill>
            <a:srgbClr val="74787B">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5" name="Freeform: Shape 24">
            <a:extLst>
              <a:ext uri="{FF2B5EF4-FFF2-40B4-BE49-F238E27FC236}">
                <a16:creationId xmlns:a16="http://schemas.microsoft.com/office/drawing/2014/main" id="{97772112-E0E2-4992-AF10-ACA8363C350B}"/>
              </a:ext>
            </a:extLst>
          </p:cNvPr>
          <p:cNvSpPr/>
          <p:nvPr userDrawn="1"/>
        </p:nvSpPr>
        <p:spPr>
          <a:xfrm>
            <a:off x="667266" y="1457739"/>
            <a:ext cx="5248733" cy="805401"/>
          </a:xfrm>
          <a:custGeom>
            <a:avLst/>
            <a:gdLst>
              <a:gd name="connsiteX0" fmla="*/ 86645 w 5248733"/>
              <a:gd name="connsiteY0" fmla="*/ 0 h 805401"/>
              <a:gd name="connsiteX1" fmla="*/ 5162088 w 5248733"/>
              <a:gd name="connsiteY1" fmla="*/ 0 h 805401"/>
              <a:gd name="connsiteX2" fmla="*/ 5248733 w 5248733"/>
              <a:gd name="connsiteY2" fmla="*/ 86645 h 805401"/>
              <a:gd name="connsiteX3" fmla="*/ 5248733 w 5248733"/>
              <a:gd name="connsiteY3" fmla="*/ 805401 h 805401"/>
              <a:gd name="connsiteX4" fmla="*/ 0 w 5248733"/>
              <a:gd name="connsiteY4" fmla="*/ 805401 h 805401"/>
              <a:gd name="connsiteX5" fmla="*/ 0 w 5248733"/>
              <a:gd name="connsiteY5" fmla="*/ 86645 h 805401"/>
              <a:gd name="connsiteX6" fmla="*/ 86645 w 5248733"/>
              <a:gd name="connsiteY6" fmla="*/ 0 h 805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48733" h="805401">
                <a:moveTo>
                  <a:pt x="86645" y="0"/>
                </a:moveTo>
                <a:lnTo>
                  <a:pt x="5162088" y="0"/>
                </a:lnTo>
                <a:cubicBezTo>
                  <a:pt x="5209941" y="0"/>
                  <a:pt x="5248733" y="38792"/>
                  <a:pt x="5248733" y="86645"/>
                </a:cubicBezTo>
                <a:lnTo>
                  <a:pt x="5248733" y="805401"/>
                </a:lnTo>
                <a:lnTo>
                  <a:pt x="0" y="805401"/>
                </a:lnTo>
                <a:lnTo>
                  <a:pt x="0" y="86645"/>
                </a:lnTo>
                <a:cubicBezTo>
                  <a:pt x="0" y="38792"/>
                  <a:pt x="38792" y="0"/>
                  <a:pt x="86645" y="0"/>
                </a:cubicBezTo>
                <a:close/>
              </a:path>
            </a:pathLst>
          </a:custGeom>
          <a:solidFill>
            <a:srgbClr val="7478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1F9C20-D204-4A61-83D0-C8409FA061FE}"/>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13" name="Text Placeholder 12">
            <a:extLst>
              <a:ext uri="{FF2B5EF4-FFF2-40B4-BE49-F238E27FC236}">
                <a16:creationId xmlns:a16="http://schemas.microsoft.com/office/drawing/2014/main" id="{AA0341ED-91C5-4B51-B2FF-21BE4819BA14}"/>
              </a:ext>
            </a:extLst>
          </p:cNvPr>
          <p:cNvSpPr>
            <a:spLocks noGrp="1"/>
          </p:cNvSpPr>
          <p:nvPr>
            <p:ph type="body" sz="quarter" idx="13" hasCustomPrompt="1"/>
          </p:nvPr>
        </p:nvSpPr>
        <p:spPr>
          <a:xfrm>
            <a:off x="959768" y="1722922"/>
            <a:ext cx="4734595" cy="366712"/>
          </a:xfrm>
        </p:spPr>
        <p:txBody>
          <a:bodyPr/>
          <a:lstStyle>
            <a:lvl1pPr marL="0" indent="0">
              <a:buNone/>
              <a:defRPr b="1">
                <a:solidFill>
                  <a:schemeClr val="bg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a:t>Pros / Strengths / Internal</a:t>
            </a:r>
            <a:endParaRPr lang="en-GB"/>
          </a:p>
        </p:txBody>
      </p:sp>
      <p:sp>
        <p:nvSpPr>
          <p:cNvPr id="4" name="Text Placeholder 3">
            <a:extLst>
              <a:ext uri="{FF2B5EF4-FFF2-40B4-BE49-F238E27FC236}">
                <a16:creationId xmlns:a16="http://schemas.microsoft.com/office/drawing/2014/main" id="{24F82DDE-FD1F-49DF-A028-1C502C9D490E}"/>
              </a:ext>
            </a:extLst>
          </p:cNvPr>
          <p:cNvSpPr>
            <a:spLocks noGrp="1"/>
          </p:cNvSpPr>
          <p:nvPr>
            <p:ph type="body" sz="quarter" idx="15"/>
          </p:nvPr>
        </p:nvSpPr>
        <p:spPr>
          <a:xfrm>
            <a:off x="924334" y="2528323"/>
            <a:ext cx="4734595" cy="3432525"/>
          </a:xfrm>
        </p:spPr>
        <p:txBody>
          <a:bodyPr/>
          <a:lstStyle>
            <a:lvl1pPr>
              <a:defRPr>
                <a:solidFill>
                  <a:srgbClr val="74787B"/>
                </a:solidFill>
              </a:defRPr>
            </a:lvl1pPr>
            <a:lvl2pPr>
              <a:defRPr>
                <a:solidFill>
                  <a:srgbClr val="74787B"/>
                </a:solidFill>
              </a:defRPr>
            </a:lvl2pPr>
            <a:lvl3pPr>
              <a:defRPr>
                <a:solidFill>
                  <a:srgbClr val="74787B"/>
                </a:solidFill>
              </a:defRPr>
            </a:lvl3pPr>
            <a:lvl4pPr>
              <a:defRPr>
                <a:solidFill>
                  <a:srgbClr val="74787B"/>
                </a:solidFill>
              </a:defRPr>
            </a:lvl4pPr>
            <a:lvl5pPr>
              <a:defRPr>
                <a:solidFill>
                  <a:srgbClr val="74787B"/>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6" name="Freeform: Shape 15">
            <a:extLst>
              <a:ext uri="{FF2B5EF4-FFF2-40B4-BE49-F238E27FC236}">
                <a16:creationId xmlns:a16="http://schemas.microsoft.com/office/drawing/2014/main" id="{72A07CF3-6BC3-4247-B9B7-137FCC4B228B}"/>
              </a:ext>
            </a:extLst>
          </p:cNvPr>
          <p:cNvSpPr/>
          <p:nvPr userDrawn="1"/>
        </p:nvSpPr>
        <p:spPr>
          <a:xfrm>
            <a:off x="6276003" y="2263140"/>
            <a:ext cx="5248733" cy="3913824"/>
          </a:xfrm>
          <a:custGeom>
            <a:avLst/>
            <a:gdLst>
              <a:gd name="connsiteX0" fmla="*/ 0 w 5248733"/>
              <a:gd name="connsiteY0" fmla="*/ 0 h 3913824"/>
              <a:gd name="connsiteX1" fmla="*/ 5248733 w 5248733"/>
              <a:gd name="connsiteY1" fmla="*/ 0 h 3913824"/>
              <a:gd name="connsiteX2" fmla="*/ 5248733 w 5248733"/>
              <a:gd name="connsiteY2" fmla="*/ 3664652 h 3913824"/>
              <a:gd name="connsiteX3" fmla="*/ 5248733 w 5248733"/>
              <a:gd name="connsiteY3" fmla="*/ 3827179 h 3913824"/>
              <a:gd name="connsiteX4" fmla="*/ 5162088 w 5248733"/>
              <a:gd name="connsiteY4" fmla="*/ 3913824 h 3913824"/>
              <a:gd name="connsiteX5" fmla="*/ 86645 w 5248733"/>
              <a:gd name="connsiteY5" fmla="*/ 3913824 h 3913824"/>
              <a:gd name="connsiteX6" fmla="*/ 0 w 5248733"/>
              <a:gd name="connsiteY6" fmla="*/ 3827179 h 3913824"/>
              <a:gd name="connsiteX7" fmla="*/ 0 w 5248733"/>
              <a:gd name="connsiteY7" fmla="*/ 3664652 h 391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8733" h="3913824">
                <a:moveTo>
                  <a:pt x="0" y="0"/>
                </a:moveTo>
                <a:lnTo>
                  <a:pt x="5248733" y="0"/>
                </a:lnTo>
                <a:lnTo>
                  <a:pt x="5248733" y="3664652"/>
                </a:lnTo>
                <a:lnTo>
                  <a:pt x="5248733" y="3827179"/>
                </a:lnTo>
                <a:cubicBezTo>
                  <a:pt x="5248733" y="3875032"/>
                  <a:pt x="5209941" y="3913824"/>
                  <a:pt x="5162088" y="3913824"/>
                </a:cubicBezTo>
                <a:lnTo>
                  <a:pt x="86645" y="3913824"/>
                </a:lnTo>
                <a:cubicBezTo>
                  <a:pt x="38792" y="3913824"/>
                  <a:pt x="0" y="3875032"/>
                  <a:pt x="0" y="3827179"/>
                </a:cubicBezTo>
                <a:lnTo>
                  <a:pt x="0" y="3664652"/>
                </a:lnTo>
                <a:close/>
              </a:path>
            </a:pathLst>
          </a:custGeom>
          <a:solidFill>
            <a:srgbClr val="74787B">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7" name="Freeform: Shape 16">
            <a:extLst>
              <a:ext uri="{FF2B5EF4-FFF2-40B4-BE49-F238E27FC236}">
                <a16:creationId xmlns:a16="http://schemas.microsoft.com/office/drawing/2014/main" id="{F7F412CB-57D2-47C3-95BE-25F9E537DE45}"/>
              </a:ext>
            </a:extLst>
          </p:cNvPr>
          <p:cNvSpPr/>
          <p:nvPr userDrawn="1"/>
        </p:nvSpPr>
        <p:spPr>
          <a:xfrm>
            <a:off x="6276003" y="1457739"/>
            <a:ext cx="5248733" cy="805401"/>
          </a:xfrm>
          <a:custGeom>
            <a:avLst/>
            <a:gdLst>
              <a:gd name="connsiteX0" fmla="*/ 86645 w 5248733"/>
              <a:gd name="connsiteY0" fmla="*/ 0 h 805401"/>
              <a:gd name="connsiteX1" fmla="*/ 5162088 w 5248733"/>
              <a:gd name="connsiteY1" fmla="*/ 0 h 805401"/>
              <a:gd name="connsiteX2" fmla="*/ 5248733 w 5248733"/>
              <a:gd name="connsiteY2" fmla="*/ 86645 h 805401"/>
              <a:gd name="connsiteX3" fmla="*/ 5248733 w 5248733"/>
              <a:gd name="connsiteY3" fmla="*/ 805401 h 805401"/>
              <a:gd name="connsiteX4" fmla="*/ 0 w 5248733"/>
              <a:gd name="connsiteY4" fmla="*/ 805401 h 805401"/>
              <a:gd name="connsiteX5" fmla="*/ 0 w 5248733"/>
              <a:gd name="connsiteY5" fmla="*/ 86645 h 805401"/>
              <a:gd name="connsiteX6" fmla="*/ 86645 w 5248733"/>
              <a:gd name="connsiteY6" fmla="*/ 0 h 805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48733" h="805401">
                <a:moveTo>
                  <a:pt x="86645" y="0"/>
                </a:moveTo>
                <a:lnTo>
                  <a:pt x="5162088" y="0"/>
                </a:lnTo>
                <a:cubicBezTo>
                  <a:pt x="5209941" y="0"/>
                  <a:pt x="5248733" y="38792"/>
                  <a:pt x="5248733" y="86645"/>
                </a:cubicBezTo>
                <a:lnTo>
                  <a:pt x="5248733" y="805401"/>
                </a:lnTo>
                <a:lnTo>
                  <a:pt x="0" y="805401"/>
                </a:lnTo>
                <a:lnTo>
                  <a:pt x="0" y="86645"/>
                </a:lnTo>
                <a:cubicBezTo>
                  <a:pt x="0" y="38792"/>
                  <a:pt x="38792" y="0"/>
                  <a:pt x="86645" y="0"/>
                </a:cubicBezTo>
                <a:close/>
              </a:path>
            </a:pathLst>
          </a:custGeom>
          <a:solidFill>
            <a:srgbClr val="7478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8" name="Text Placeholder 12">
            <a:extLst>
              <a:ext uri="{FF2B5EF4-FFF2-40B4-BE49-F238E27FC236}">
                <a16:creationId xmlns:a16="http://schemas.microsoft.com/office/drawing/2014/main" id="{C51214C1-FC5A-4947-BFAB-EA433A7FF742}"/>
              </a:ext>
            </a:extLst>
          </p:cNvPr>
          <p:cNvSpPr>
            <a:spLocks noGrp="1"/>
          </p:cNvSpPr>
          <p:nvPr>
            <p:ph type="body" sz="quarter" idx="16" hasCustomPrompt="1"/>
          </p:nvPr>
        </p:nvSpPr>
        <p:spPr>
          <a:xfrm>
            <a:off x="6568505" y="1722922"/>
            <a:ext cx="4734595" cy="366712"/>
          </a:xfrm>
        </p:spPr>
        <p:txBody>
          <a:bodyPr/>
          <a:lstStyle>
            <a:lvl1pPr marL="0" indent="0">
              <a:buNone/>
              <a:defRPr b="1">
                <a:solidFill>
                  <a:schemeClr val="bg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a:t>Cons / Weaknesses / External</a:t>
            </a:r>
            <a:endParaRPr lang="en-GB"/>
          </a:p>
        </p:txBody>
      </p:sp>
      <p:sp>
        <p:nvSpPr>
          <p:cNvPr id="19" name="Text Placeholder 3">
            <a:extLst>
              <a:ext uri="{FF2B5EF4-FFF2-40B4-BE49-F238E27FC236}">
                <a16:creationId xmlns:a16="http://schemas.microsoft.com/office/drawing/2014/main" id="{028FB2EA-577D-4D85-BD10-24828949996D}"/>
              </a:ext>
            </a:extLst>
          </p:cNvPr>
          <p:cNvSpPr>
            <a:spLocks noGrp="1"/>
          </p:cNvSpPr>
          <p:nvPr>
            <p:ph type="body" sz="quarter" idx="17"/>
          </p:nvPr>
        </p:nvSpPr>
        <p:spPr>
          <a:xfrm>
            <a:off x="6533071" y="2528323"/>
            <a:ext cx="4734595" cy="3432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1" name="Subtitle 2">
            <a:extLst>
              <a:ext uri="{FF2B5EF4-FFF2-40B4-BE49-F238E27FC236}">
                <a16:creationId xmlns:a16="http://schemas.microsoft.com/office/drawing/2014/main" id="{9B0855DF-E694-41B9-A5D4-5C65699A9732}"/>
              </a:ext>
            </a:extLst>
          </p:cNvPr>
          <p:cNvSpPr>
            <a:spLocks noGrp="1"/>
          </p:cNvSpPr>
          <p:nvPr>
            <p:ph type="subTitle" idx="11"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Tree>
    <p:extLst>
      <p:ext uri="{BB962C8B-B14F-4D97-AF65-F5344CB8AC3E}">
        <p14:creationId xmlns:p14="http://schemas.microsoft.com/office/powerpoint/2010/main" val="196810842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ontent Layout G1">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1F9C20-D204-4A61-83D0-C8409FA061FE}"/>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21" name="Subtitle 2">
            <a:extLst>
              <a:ext uri="{FF2B5EF4-FFF2-40B4-BE49-F238E27FC236}">
                <a16:creationId xmlns:a16="http://schemas.microsoft.com/office/drawing/2014/main" id="{9B0855DF-E694-41B9-A5D4-5C65699A9732}"/>
              </a:ext>
            </a:extLst>
          </p:cNvPr>
          <p:cNvSpPr>
            <a:spLocks noGrp="1"/>
          </p:cNvSpPr>
          <p:nvPr>
            <p:ph type="subTitle" idx="11"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
        <p:nvSpPr>
          <p:cNvPr id="2" name="Oval 1">
            <a:extLst>
              <a:ext uri="{FF2B5EF4-FFF2-40B4-BE49-F238E27FC236}">
                <a16:creationId xmlns:a16="http://schemas.microsoft.com/office/drawing/2014/main" id="{87905A31-6F13-487C-93F5-374E6F710A39}"/>
              </a:ext>
            </a:extLst>
          </p:cNvPr>
          <p:cNvSpPr/>
          <p:nvPr userDrawn="1"/>
        </p:nvSpPr>
        <p:spPr>
          <a:xfrm>
            <a:off x="790241" y="2118492"/>
            <a:ext cx="3040732" cy="3040732"/>
          </a:xfrm>
          <a:prstGeom prst="ellipse">
            <a:avLst/>
          </a:prstGeom>
          <a:solidFill>
            <a:srgbClr val="CB33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Oval 19">
            <a:extLst>
              <a:ext uri="{FF2B5EF4-FFF2-40B4-BE49-F238E27FC236}">
                <a16:creationId xmlns:a16="http://schemas.microsoft.com/office/drawing/2014/main" id="{87F230A8-11AD-44CF-86AB-B285709282BC}"/>
              </a:ext>
            </a:extLst>
          </p:cNvPr>
          <p:cNvSpPr/>
          <p:nvPr userDrawn="1"/>
        </p:nvSpPr>
        <p:spPr>
          <a:xfrm>
            <a:off x="8530555" y="2118492"/>
            <a:ext cx="3040732" cy="3040732"/>
          </a:xfrm>
          <a:prstGeom prst="ellipse">
            <a:avLst/>
          </a:prstGeom>
          <a:solidFill>
            <a:srgbClr val="7478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Oval 21">
            <a:extLst>
              <a:ext uri="{FF2B5EF4-FFF2-40B4-BE49-F238E27FC236}">
                <a16:creationId xmlns:a16="http://schemas.microsoft.com/office/drawing/2014/main" id="{C0AE51C6-E68D-4580-A6D9-5E2B30DA7413}"/>
              </a:ext>
            </a:extLst>
          </p:cNvPr>
          <p:cNvSpPr/>
          <p:nvPr userDrawn="1"/>
        </p:nvSpPr>
        <p:spPr>
          <a:xfrm>
            <a:off x="4660398" y="2118492"/>
            <a:ext cx="3040732" cy="3040732"/>
          </a:xfrm>
          <a:prstGeom prst="ellipse">
            <a:avLst/>
          </a:prstGeom>
          <a:solidFill>
            <a:srgbClr val="3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7">
            <a:extLst>
              <a:ext uri="{FF2B5EF4-FFF2-40B4-BE49-F238E27FC236}">
                <a16:creationId xmlns:a16="http://schemas.microsoft.com/office/drawing/2014/main" id="{2E5C83BC-E2F2-48C7-B9E1-5C07E6A746EB}"/>
              </a:ext>
            </a:extLst>
          </p:cNvPr>
          <p:cNvSpPr>
            <a:spLocks noGrp="1"/>
          </p:cNvSpPr>
          <p:nvPr>
            <p:ph type="body" sz="quarter" idx="12"/>
          </p:nvPr>
        </p:nvSpPr>
        <p:spPr>
          <a:xfrm>
            <a:off x="1239044" y="2567295"/>
            <a:ext cx="2143125" cy="2143125"/>
          </a:xfrm>
        </p:spPr>
        <p:txBody>
          <a:bodyPr anchor="ctr">
            <a:normAutofit/>
          </a:bodyPr>
          <a:lstStyle>
            <a:lvl1pPr marL="0" indent="0" algn="ctr">
              <a:buNone/>
              <a:defRPr sz="20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a:t>
            </a:r>
            <a:endParaRPr lang="en-GB"/>
          </a:p>
        </p:txBody>
      </p:sp>
      <p:sp>
        <p:nvSpPr>
          <p:cNvPr id="23" name="Text Placeholder 7">
            <a:extLst>
              <a:ext uri="{FF2B5EF4-FFF2-40B4-BE49-F238E27FC236}">
                <a16:creationId xmlns:a16="http://schemas.microsoft.com/office/drawing/2014/main" id="{163A6657-099C-4167-939E-CB2CA839C70A}"/>
              </a:ext>
            </a:extLst>
          </p:cNvPr>
          <p:cNvSpPr>
            <a:spLocks noGrp="1"/>
          </p:cNvSpPr>
          <p:nvPr>
            <p:ph type="body" sz="quarter" idx="13"/>
          </p:nvPr>
        </p:nvSpPr>
        <p:spPr>
          <a:xfrm>
            <a:off x="5109201" y="2567295"/>
            <a:ext cx="2143125" cy="2143125"/>
          </a:xfrm>
        </p:spPr>
        <p:txBody>
          <a:bodyPr anchor="ctr">
            <a:normAutofit/>
          </a:bodyPr>
          <a:lstStyle>
            <a:lvl1pPr marL="0" indent="0" algn="ctr">
              <a:buNone/>
              <a:defRPr sz="20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a:t>
            </a:r>
            <a:endParaRPr lang="en-GB"/>
          </a:p>
        </p:txBody>
      </p:sp>
      <p:sp>
        <p:nvSpPr>
          <p:cNvPr id="24" name="Text Placeholder 7">
            <a:extLst>
              <a:ext uri="{FF2B5EF4-FFF2-40B4-BE49-F238E27FC236}">
                <a16:creationId xmlns:a16="http://schemas.microsoft.com/office/drawing/2014/main" id="{AFEF55FD-2696-4617-B47F-B0641384E2EC}"/>
              </a:ext>
            </a:extLst>
          </p:cNvPr>
          <p:cNvSpPr>
            <a:spLocks noGrp="1"/>
          </p:cNvSpPr>
          <p:nvPr>
            <p:ph type="body" sz="quarter" idx="14"/>
          </p:nvPr>
        </p:nvSpPr>
        <p:spPr>
          <a:xfrm>
            <a:off x="8979358" y="2567294"/>
            <a:ext cx="2143125" cy="2143125"/>
          </a:xfrm>
        </p:spPr>
        <p:txBody>
          <a:bodyPr anchor="ctr">
            <a:normAutofit/>
          </a:bodyPr>
          <a:lstStyle>
            <a:lvl1pPr marL="0" indent="0" algn="ctr">
              <a:buNone/>
              <a:defRPr sz="20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a:t>
            </a:r>
            <a:endParaRPr lang="en-GB"/>
          </a:p>
        </p:txBody>
      </p:sp>
      <p:cxnSp>
        <p:nvCxnSpPr>
          <p:cNvPr id="14" name="Straight Connector 13">
            <a:extLst>
              <a:ext uri="{FF2B5EF4-FFF2-40B4-BE49-F238E27FC236}">
                <a16:creationId xmlns:a16="http://schemas.microsoft.com/office/drawing/2014/main" id="{063475AF-D2F8-43A0-8ACF-E051E1587A00}"/>
              </a:ext>
            </a:extLst>
          </p:cNvPr>
          <p:cNvCxnSpPr>
            <a:cxnSpLocks/>
          </p:cNvCxnSpPr>
          <p:nvPr userDrawn="1"/>
        </p:nvCxnSpPr>
        <p:spPr>
          <a:xfrm>
            <a:off x="3888123" y="3657600"/>
            <a:ext cx="695325" cy="0"/>
          </a:xfrm>
          <a:prstGeom prst="line">
            <a:avLst/>
          </a:prstGeom>
          <a:ln w="19050">
            <a:solidFill>
              <a:srgbClr val="97999B"/>
            </a:solidFill>
            <a:prstDash val="dash"/>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7C6C2C1-283F-477B-8562-9B58C474CAD6}"/>
              </a:ext>
            </a:extLst>
          </p:cNvPr>
          <p:cNvCxnSpPr>
            <a:cxnSpLocks/>
          </p:cNvCxnSpPr>
          <p:nvPr userDrawn="1"/>
        </p:nvCxnSpPr>
        <p:spPr>
          <a:xfrm>
            <a:off x="7768555" y="3657600"/>
            <a:ext cx="695325" cy="0"/>
          </a:xfrm>
          <a:prstGeom prst="line">
            <a:avLst/>
          </a:prstGeom>
          <a:ln w="19050">
            <a:solidFill>
              <a:srgbClr val="97999B"/>
            </a:solidFill>
            <a:prstDash val="dash"/>
          </a:ln>
        </p:spPr>
        <p:style>
          <a:lnRef idx="1">
            <a:schemeClr val="accent1"/>
          </a:lnRef>
          <a:fillRef idx="0">
            <a:schemeClr val="accent1"/>
          </a:fillRef>
          <a:effectRef idx="0">
            <a:schemeClr val="accent1"/>
          </a:effectRef>
          <a:fontRef idx="minor">
            <a:schemeClr val="tx1"/>
          </a:fontRef>
        </p:style>
      </p:cxnSp>
      <p:sp>
        <p:nvSpPr>
          <p:cNvPr id="16" name="Text Placeholder 33">
            <a:extLst>
              <a:ext uri="{FF2B5EF4-FFF2-40B4-BE49-F238E27FC236}">
                <a16:creationId xmlns:a16="http://schemas.microsoft.com/office/drawing/2014/main" id="{8DDE272A-12B1-4738-A42F-55248413B46A}"/>
              </a:ext>
            </a:extLst>
          </p:cNvPr>
          <p:cNvSpPr>
            <a:spLocks noGrp="1"/>
          </p:cNvSpPr>
          <p:nvPr>
            <p:ph type="body" sz="quarter" idx="18" hasCustomPrompt="1"/>
          </p:nvPr>
        </p:nvSpPr>
        <p:spPr>
          <a:xfrm>
            <a:off x="667266" y="1473157"/>
            <a:ext cx="5429250" cy="298207"/>
          </a:xfrm>
        </p:spPr>
        <p:txBody>
          <a:bodyPr/>
          <a:lstStyle>
            <a:lvl1pPr marL="0" indent="0">
              <a:buNone/>
              <a:defRPr b="1">
                <a:solidFill>
                  <a:srgbClr val="334EA2"/>
                </a:solidFill>
              </a:defRPr>
            </a:lvl1pPr>
          </a:lstStyle>
          <a:p>
            <a:pPr lvl="0"/>
            <a:r>
              <a:rPr lang="en-US"/>
              <a:t>Chart Title</a:t>
            </a:r>
            <a:endParaRPr lang="en-GB"/>
          </a:p>
        </p:txBody>
      </p:sp>
    </p:spTree>
    <p:extLst>
      <p:ext uri="{BB962C8B-B14F-4D97-AF65-F5344CB8AC3E}">
        <p14:creationId xmlns:p14="http://schemas.microsoft.com/office/powerpoint/2010/main" val="90964750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ontent Layout H1">
    <p:spTree>
      <p:nvGrpSpPr>
        <p:cNvPr id="1" name=""/>
        <p:cNvGrpSpPr/>
        <p:nvPr/>
      </p:nvGrpSpPr>
      <p:grpSpPr>
        <a:xfrm>
          <a:off x="0" y="0"/>
          <a:ext cx="0" cy="0"/>
          <a:chOff x="0" y="0"/>
          <a:chExt cx="0" cy="0"/>
        </a:xfrm>
      </p:grpSpPr>
      <p:cxnSp>
        <p:nvCxnSpPr>
          <p:cNvPr id="36" name="Straight Connector 35">
            <a:extLst>
              <a:ext uri="{FF2B5EF4-FFF2-40B4-BE49-F238E27FC236}">
                <a16:creationId xmlns:a16="http://schemas.microsoft.com/office/drawing/2014/main" id="{C5A850D7-C4BC-4FE7-9A07-924D2F1B5F08}"/>
              </a:ext>
            </a:extLst>
          </p:cNvPr>
          <p:cNvCxnSpPr/>
          <p:nvPr userDrawn="1"/>
        </p:nvCxnSpPr>
        <p:spPr>
          <a:xfrm>
            <a:off x="6004559" y="3620110"/>
            <a:ext cx="504000" cy="0"/>
          </a:xfrm>
          <a:prstGeom prst="line">
            <a:avLst/>
          </a:prstGeom>
          <a:ln w="15875">
            <a:solidFill>
              <a:srgbClr val="74787B"/>
            </a:solidFill>
            <a:prstDash val="dash"/>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524187C4-A75E-410F-A420-C487ED5F46E1}"/>
              </a:ext>
            </a:extLst>
          </p:cNvPr>
          <p:cNvCxnSpPr/>
          <p:nvPr userDrawn="1"/>
        </p:nvCxnSpPr>
        <p:spPr>
          <a:xfrm>
            <a:off x="8808126" y="3620110"/>
            <a:ext cx="504000" cy="0"/>
          </a:xfrm>
          <a:prstGeom prst="line">
            <a:avLst/>
          </a:prstGeom>
          <a:ln w="15875">
            <a:solidFill>
              <a:srgbClr val="74787B"/>
            </a:solidFill>
            <a:prstDash val="dash"/>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92045E4-F98C-4480-9B42-7A6C18C64863}"/>
              </a:ext>
            </a:extLst>
          </p:cNvPr>
          <p:cNvCxnSpPr/>
          <p:nvPr userDrawn="1"/>
        </p:nvCxnSpPr>
        <p:spPr>
          <a:xfrm>
            <a:off x="3168650" y="3638855"/>
            <a:ext cx="504000" cy="0"/>
          </a:xfrm>
          <a:prstGeom prst="line">
            <a:avLst/>
          </a:prstGeom>
          <a:ln w="15875">
            <a:solidFill>
              <a:srgbClr val="74787B"/>
            </a:solidFill>
            <a:prstDash val="dash"/>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1F9C20-D204-4A61-83D0-C8409FA061FE}"/>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21" name="Subtitle 2">
            <a:extLst>
              <a:ext uri="{FF2B5EF4-FFF2-40B4-BE49-F238E27FC236}">
                <a16:creationId xmlns:a16="http://schemas.microsoft.com/office/drawing/2014/main" id="{9B0855DF-E694-41B9-A5D4-5C65699A9732}"/>
              </a:ext>
            </a:extLst>
          </p:cNvPr>
          <p:cNvSpPr>
            <a:spLocks noGrp="1"/>
          </p:cNvSpPr>
          <p:nvPr>
            <p:ph type="subTitle" idx="11"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
        <p:nvSpPr>
          <p:cNvPr id="2" name="Oval 1">
            <a:extLst>
              <a:ext uri="{FF2B5EF4-FFF2-40B4-BE49-F238E27FC236}">
                <a16:creationId xmlns:a16="http://schemas.microsoft.com/office/drawing/2014/main" id="{87905A31-6F13-487C-93F5-374E6F710A39}"/>
              </a:ext>
            </a:extLst>
          </p:cNvPr>
          <p:cNvSpPr/>
          <p:nvPr userDrawn="1"/>
        </p:nvSpPr>
        <p:spPr>
          <a:xfrm>
            <a:off x="790241" y="2411794"/>
            <a:ext cx="2454123" cy="2454123"/>
          </a:xfrm>
          <a:prstGeom prst="ellipse">
            <a:avLst/>
          </a:prstGeom>
          <a:solidFill>
            <a:srgbClr val="E3E4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7">
            <a:extLst>
              <a:ext uri="{FF2B5EF4-FFF2-40B4-BE49-F238E27FC236}">
                <a16:creationId xmlns:a16="http://schemas.microsoft.com/office/drawing/2014/main" id="{2E5C83BC-E2F2-48C7-B9E1-5C07E6A746EB}"/>
              </a:ext>
            </a:extLst>
          </p:cNvPr>
          <p:cNvSpPr>
            <a:spLocks noGrp="1"/>
          </p:cNvSpPr>
          <p:nvPr>
            <p:ph type="body" sz="quarter" idx="12"/>
          </p:nvPr>
        </p:nvSpPr>
        <p:spPr>
          <a:xfrm>
            <a:off x="1152462" y="2774015"/>
            <a:ext cx="1729680" cy="1729680"/>
          </a:xfrm>
        </p:spPr>
        <p:txBody>
          <a:bodyPr anchor="ctr">
            <a:normAutofit/>
          </a:bodyPr>
          <a:lstStyle>
            <a:lvl1pPr marL="0" indent="0" algn="ctr">
              <a:buNone/>
              <a:defRPr sz="2000">
                <a:solidFill>
                  <a:srgbClr val="74787B"/>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a:t>
            </a:r>
            <a:endParaRPr lang="en-GB"/>
          </a:p>
        </p:txBody>
      </p:sp>
      <p:sp>
        <p:nvSpPr>
          <p:cNvPr id="26" name="Oval 25">
            <a:extLst>
              <a:ext uri="{FF2B5EF4-FFF2-40B4-BE49-F238E27FC236}">
                <a16:creationId xmlns:a16="http://schemas.microsoft.com/office/drawing/2014/main" id="{C4F2ED8E-5FAD-4A60-99DC-9C6AF3E5E3E6}"/>
              </a:ext>
            </a:extLst>
          </p:cNvPr>
          <p:cNvSpPr/>
          <p:nvPr userDrawn="1"/>
        </p:nvSpPr>
        <p:spPr>
          <a:xfrm>
            <a:off x="3613936" y="2411793"/>
            <a:ext cx="2454123" cy="2454123"/>
          </a:xfrm>
          <a:prstGeom prst="ellipse">
            <a:avLst/>
          </a:prstGeom>
          <a:solidFill>
            <a:srgbClr val="E3E4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Text Placeholder 7">
            <a:extLst>
              <a:ext uri="{FF2B5EF4-FFF2-40B4-BE49-F238E27FC236}">
                <a16:creationId xmlns:a16="http://schemas.microsoft.com/office/drawing/2014/main" id="{636F485A-9F66-4673-8BA9-5D5D450960CF}"/>
              </a:ext>
            </a:extLst>
          </p:cNvPr>
          <p:cNvSpPr>
            <a:spLocks noGrp="1"/>
          </p:cNvSpPr>
          <p:nvPr>
            <p:ph type="body" sz="quarter" idx="13"/>
          </p:nvPr>
        </p:nvSpPr>
        <p:spPr>
          <a:xfrm>
            <a:off x="3976157" y="2774014"/>
            <a:ext cx="1729680" cy="1729680"/>
          </a:xfrm>
        </p:spPr>
        <p:txBody>
          <a:bodyPr anchor="ctr">
            <a:normAutofit/>
          </a:bodyPr>
          <a:lstStyle>
            <a:lvl1pPr marL="0" indent="0" algn="ctr">
              <a:buNone/>
              <a:defRPr sz="2000">
                <a:solidFill>
                  <a:srgbClr val="74787B"/>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a:t>
            </a:r>
            <a:endParaRPr lang="en-GB"/>
          </a:p>
        </p:txBody>
      </p:sp>
      <p:sp>
        <p:nvSpPr>
          <p:cNvPr id="30" name="Oval 29">
            <a:extLst>
              <a:ext uri="{FF2B5EF4-FFF2-40B4-BE49-F238E27FC236}">
                <a16:creationId xmlns:a16="http://schemas.microsoft.com/office/drawing/2014/main" id="{6D595F1A-A5C7-4FB9-920C-A40F6A085AAA}"/>
              </a:ext>
            </a:extLst>
          </p:cNvPr>
          <p:cNvSpPr/>
          <p:nvPr userDrawn="1"/>
        </p:nvSpPr>
        <p:spPr>
          <a:xfrm>
            <a:off x="6437631" y="2411793"/>
            <a:ext cx="2454123" cy="2454123"/>
          </a:xfrm>
          <a:prstGeom prst="ellipse">
            <a:avLst/>
          </a:prstGeom>
          <a:solidFill>
            <a:srgbClr val="E3E4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Text Placeholder 7">
            <a:extLst>
              <a:ext uri="{FF2B5EF4-FFF2-40B4-BE49-F238E27FC236}">
                <a16:creationId xmlns:a16="http://schemas.microsoft.com/office/drawing/2014/main" id="{F725F02B-E884-4554-935D-5EFDAB6DF5E8}"/>
              </a:ext>
            </a:extLst>
          </p:cNvPr>
          <p:cNvSpPr>
            <a:spLocks noGrp="1"/>
          </p:cNvSpPr>
          <p:nvPr>
            <p:ph type="body" sz="quarter" idx="14"/>
          </p:nvPr>
        </p:nvSpPr>
        <p:spPr>
          <a:xfrm>
            <a:off x="6799852" y="2774014"/>
            <a:ext cx="1729680" cy="1729680"/>
          </a:xfrm>
        </p:spPr>
        <p:txBody>
          <a:bodyPr anchor="ctr">
            <a:normAutofit/>
          </a:bodyPr>
          <a:lstStyle>
            <a:lvl1pPr marL="0" indent="0" algn="ctr">
              <a:buNone/>
              <a:defRPr sz="2000">
                <a:solidFill>
                  <a:srgbClr val="74787B"/>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a:t>
            </a:r>
            <a:endParaRPr lang="en-GB"/>
          </a:p>
        </p:txBody>
      </p:sp>
      <p:sp>
        <p:nvSpPr>
          <p:cNvPr id="33" name="Oval 32">
            <a:extLst>
              <a:ext uri="{FF2B5EF4-FFF2-40B4-BE49-F238E27FC236}">
                <a16:creationId xmlns:a16="http://schemas.microsoft.com/office/drawing/2014/main" id="{0443A7AF-D79B-4712-BB1B-4040B3FFBA50}"/>
              </a:ext>
            </a:extLst>
          </p:cNvPr>
          <p:cNvSpPr/>
          <p:nvPr userDrawn="1"/>
        </p:nvSpPr>
        <p:spPr>
          <a:xfrm>
            <a:off x="9261326" y="2411793"/>
            <a:ext cx="2454123" cy="2454123"/>
          </a:xfrm>
          <a:prstGeom prst="ellipse">
            <a:avLst/>
          </a:prstGeom>
          <a:solidFill>
            <a:srgbClr val="E3E4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Text Placeholder 7">
            <a:extLst>
              <a:ext uri="{FF2B5EF4-FFF2-40B4-BE49-F238E27FC236}">
                <a16:creationId xmlns:a16="http://schemas.microsoft.com/office/drawing/2014/main" id="{A9B4AD9E-F446-40BC-B715-52F22515349D}"/>
              </a:ext>
            </a:extLst>
          </p:cNvPr>
          <p:cNvSpPr>
            <a:spLocks noGrp="1"/>
          </p:cNvSpPr>
          <p:nvPr>
            <p:ph type="body" sz="quarter" idx="15"/>
          </p:nvPr>
        </p:nvSpPr>
        <p:spPr>
          <a:xfrm>
            <a:off x="9623547" y="2774014"/>
            <a:ext cx="1729680" cy="1729680"/>
          </a:xfrm>
        </p:spPr>
        <p:txBody>
          <a:bodyPr anchor="ctr">
            <a:normAutofit/>
          </a:bodyPr>
          <a:lstStyle>
            <a:lvl1pPr marL="0" indent="0" algn="ctr">
              <a:buNone/>
              <a:defRPr sz="2000">
                <a:solidFill>
                  <a:srgbClr val="74787B"/>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a:t>
            </a:r>
            <a:endParaRPr lang="en-GB"/>
          </a:p>
        </p:txBody>
      </p:sp>
      <p:sp>
        <p:nvSpPr>
          <p:cNvPr id="17" name="Text Placeholder 33">
            <a:extLst>
              <a:ext uri="{FF2B5EF4-FFF2-40B4-BE49-F238E27FC236}">
                <a16:creationId xmlns:a16="http://schemas.microsoft.com/office/drawing/2014/main" id="{5A1F9C0F-918B-413B-B862-CA9479FA5F2B}"/>
              </a:ext>
            </a:extLst>
          </p:cNvPr>
          <p:cNvSpPr>
            <a:spLocks noGrp="1"/>
          </p:cNvSpPr>
          <p:nvPr>
            <p:ph type="body" sz="quarter" idx="18" hasCustomPrompt="1"/>
          </p:nvPr>
        </p:nvSpPr>
        <p:spPr>
          <a:xfrm>
            <a:off x="667266" y="1473157"/>
            <a:ext cx="5429250" cy="298207"/>
          </a:xfrm>
        </p:spPr>
        <p:txBody>
          <a:bodyPr/>
          <a:lstStyle>
            <a:lvl1pPr marL="0" indent="0">
              <a:buNone/>
              <a:defRPr b="1">
                <a:solidFill>
                  <a:srgbClr val="334EA2"/>
                </a:solidFill>
              </a:defRPr>
            </a:lvl1pPr>
          </a:lstStyle>
          <a:p>
            <a:pPr lvl="0"/>
            <a:r>
              <a:rPr lang="en-US"/>
              <a:t>Chart Title</a:t>
            </a:r>
            <a:endParaRPr lang="en-GB"/>
          </a:p>
        </p:txBody>
      </p:sp>
    </p:spTree>
    <p:extLst>
      <p:ext uri="{BB962C8B-B14F-4D97-AF65-F5344CB8AC3E}">
        <p14:creationId xmlns:p14="http://schemas.microsoft.com/office/powerpoint/2010/main" val="376164417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Process Flow 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349761C-2C0C-4AEA-94EE-37E00DCAD1BC}"/>
              </a:ext>
            </a:extLst>
          </p:cNvPr>
          <p:cNvSpPr>
            <a:spLocks noGrp="1"/>
          </p:cNvSpPr>
          <p:nvPr>
            <p:ph type="sldNum" sz="quarter" idx="10"/>
          </p:nvPr>
        </p:nvSpPr>
        <p:spPr/>
        <p:txBody>
          <a:bodyPr/>
          <a:lstStyle/>
          <a:p>
            <a:fld id="{F9C72FE7-3E28-4995-B4B7-F4CABFB817F3}" type="slidenum">
              <a:rPr lang="en-GB" smtClean="0"/>
              <a:pPr/>
              <a:t>‹#›</a:t>
            </a:fld>
            <a:endParaRPr lang="en-GB"/>
          </a:p>
        </p:txBody>
      </p:sp>
      <p:sp>
        <p:nvSpPr>
          <p:cNvPr id="6" name="Freeform: Shape 5">
            <a:extLst>
              <a:ext uri="{FF2B5EF4-FFF2-40B4-BE49-F238E27FC236}">
                <a16:creationId xmlns:a16="http://schemas.microsoft.com/office/drawing/2014/main" id="{7789F24A-743F-429B-8D4E-86645D122C8B}"/>
              </a:ext>
            </a:extLst>
          </p:cNvPr>
          <p:cNvSpPr/>
          <p:nvPr/>
        </p:nvSpPr>
        <p:spPr>
          <a:xfrm>
            <a:off x="669577" y="2099829"/>
            <a:ext cx="3704380" cy="1027267"/>
          </a:xfrm>
          <a:custGeom>
            <a:avLst/>
            <a:gdLst>
              <a:gd name="connsiteX0" fmla="*/ 166258 w 3597137"/>
              <a:gd name="connsiteY0" fmla="*/ 0 h 997527"/>
              <a:gd name="connsiteX1" fmla="*/ 3169626 w 3597137"/>
              <a:gd name="connsiteY1" fmla="*/ 0 h 997527"/>
              <a:gd name="connsiteX2" fmla="*/ 3597137 w 3597137"/>
              <a:gd name="connsiteY2" fmla="*/ 498763 h 997527"/>
              <a:gd name="connsiteX3" fmla="*/ 3169625 w 3597137"/>
              <a:gd name="connsiteY3" fmla="*/ 997527 h 997527"/>
              <a:gd name="connsiteX4" fmla="*/ 166258 w 3597137"/>
              <a:gd name="connsiteY4" fmla="*/ 997527 h 997527"/>
              <a:gd name="connsiteX5" fmla="*/ 0 w 3597137"/>
              <a:gd name="connsiteY5" fmla="*/ 831269 h 997527"/>
              <a:gd name="connsiteX6" fmla="*/ 0 w 3597137"/>
              <a:gd name="connsiteY6" fmla="*/ 166258 h 997527"/>
              <a:gd name="connsiteX7" fmla="*/ 166258 w 3597137"/>
              <a:gd name="connsiteY7" fmla="*/ 0 h 99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97137" h="997527">
                <a:moveTo>
                  <a:pt x="166258" y="0"/>
                </a:moveTo>
                <a:lnTo>
                  <a:pt x="3169626" y="0"/>
                </a:lnTo>
                <a:lnTo>
                  <a:pt x="3597137" y="498763"/>
                </a:lnTo>
                <a:lnTo>
                  <a:pt x="3169625" y="997527"/>
                </a:lnTo>
                <a:lnTo>
                  <a:pt x="166258" y="997527"/>
                </a:lnTo>
                <a:cubicBezTo>
                  <a:pt x="74436" y="997527"/>
                  <a:pt x="0" y="923091"/>
                  <a:pt x="0" y="831269"/>
                </a:cubicBezTo>
                <a:lnTo>
                  <a:pt x="0" y="166258"/>
                </a:lnTo>
                <a:cubicBezTo>
                  <a:pt x="0" y="74436"/>
                  <a:pt x="74436" y="0"/>
                  <a:pt x="166258" y="0"/>
                </a:cubicBezTo>
                <a:close/>
              </a:path>
            </a:pathLst>
          </a:custGeom>
          <a:solidFill>
            <a:srgbClr val="CB333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solidFill>
                <a:schemeClr val="tx1"/>
              </a:solidFill>
            </a:endParaRPr>
          </a:p>
        </p:txBody>
      </p:sp>
      <p:sp>
        <p:nvSpPr>
          <p:cNvPr id="7" name="Freeform: Shape 6">
            <a:extLst>
              <a:ext uri="{FF2B5EF4-FFF2-40B4-BE49-F238E27FC236}">
                <a16:creationId xmlns:a16="http://schemas.microsoft.com/office/drawing/2014/main" id="{A09ED201-65B1-4331-9B92-0D6B98C803DA}"/>
              </a:ext>
            </a:extLst>
          </p:cNvPr>
          <p:cNvSpPr/>
          <p:nvPr/>
        </p:nvSpPr>
        <p:spPr>
          <a:xfrm>
            <a:off x="4376268" y="2099831"/>
            <a:ext cx="3707351" cy="1027267"/>
          </a:xfrm>
          <a:custGeom>
            <a:avLst/>
            <a:gdLst>
              <a:gd name="connsiteX0" fmla="*/ 1 w 3600022"/>
              <a:gd name="connsiteY0" fmla="*/ 0 h 997527"/>
              <a:gd name="connsiteX1" fmla="*/ 3172511 w 3600022"/>
              <a:gd name="connsiteY1" fmla="*/ 0 h 997527"/>
              <a:gd name="connsiteX2" fmla="*/ 3600022 w 3600022"/>
              <a:gd name="connsiteY2" fmla="*/ 498763 h 997527"/>
              <a:gd name="connsiteX3" fmla="*/ 3172510 w 3600022"/>
              <a:gd name="connsiteY3" fmla="*/ 997527 h 997527"/>
              <a:gd name="connsiteX4" fmla="*/ 0 w 3600022"/>
              <a:gd name="connsiteY4" fmla="*/ 997527 h 997527"/>
              <a:gd name="connsiteX5" fmla="*/ 427512 w 3600022"/>
              <a:gd name="connsiteY5" fmla="*/ 498763 h 997527"/>
              <a:gd name="connsiteX6" fmla="*/ 1 w 3600022"/>
              <a:gd name="connsiteY6" fmla="*/ 0 h 99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0022" h="997527">
                <a:moveTo>
                  <a:pt x="1" y="0"/>
                </a:moveTo>
                <a:lnTo>
                  <a:pt x="3172511" y="0"/>
                </a:lnTo>
                <a:lnTo>
                  <a:pt x="3600022" y="498763"/>
                </a:lnTo>
                <a:lnTo>
                  <a:pt x="3172510" y="997527"/>
                </a:lnTo>
                <a:lnTo>
                  <a:pt x="0" y="997527"/>
                </a:lnTo>
                <a:lnTo>
                  <a:pt x="427512" y="498763"/>
                </a:lnTo>
                <a:lnTo>
                  <a:pt x="1" y="0"/>
                </a:lnTo>
                <a:close/>
              </a:path>
            </a:pathLst>
          </a:custGeom>
          <a:solidFill>
            <a:srgbClr val="334EA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solidFill>
                <a:schemeClr val="tx1"/>
              </a:solidFill>
            </a:endParaRPr>
          </a:p>
        </p:txBody>
      </p:sp>
      <p:sp>
        <p:nvSpPr>
          <p:cNvPr id="8" name="Freeform: Shape 7">
            <a:extLst>
              <a:ext uri="{FF2B5EF4-FFF2-40B4-BE49-F238E27FC236}">
                <a16:creationId xmlns:a16="http://schemas.microsoft.com/office/drawing/2014/main" id="{D63FEA47-58CA-4EA5-A613-FA39AC9D8AD8}"/>
              </a:ext>
            </a:extLst>
          </p:cNvPr>
          <p:cNvSpPr/>
          <p:nvPr userDrawn="1"/>
        </p:nvSpPr>
        <p:spPr>
          <a:xfrm>
            <a:off x="8083619" y="2099827"/>
            <a:ext cx="3702706" cy="1027267"/>
          </a:xfrm>
          <a:custGeom>
            <a:avLst/>
            <a:gdLst>
              <a:gd name="connsiteX0" fmla="*/ 1 w 3595512"/>
              <a:gd name="connsiteY0" fmla="*/ 0 h 997527"/>
              <a:gd name="connsiteX1" fmla="*/ 3429254 w 3595512"/>
              <a:gd name="connsiteY1" fmla="*/ 0 h 997527"/>
              <a:gd name="connsiteX2" fmla="*/ 3595512 w 3595512"/>
              <a:gd name="connsiteY2" fmla="*/ 166258 h 997527"/>
              <a:gd name="connsiteX3" fmla="*/ 3595512 w 3595512"/>
              <a:gd name="connsiteY3" fmla="*/ 831269 h 997527"/>
              <a:gd name="connsiteX4" fmla="*/ 3429254 w 3595512"/>
              <a:gd name="connsiteY4" fmla="*/ 997527 h 997527"/>
              <a:gd name="connsiteX5" fmla="*/ 0 w 3595512"/>
              <a:gd name="connsiteY5" fmla="*/ 997527 h 997527"/>
              <a:gd name="connsiteX6" fmla="*/ 427512 w 3595512"/>
              <a:gd name="connsiteY6" fmla="*/ 498763 h 997527"/>
              <a:gd name="connsiteX7" fmla="*/ 1 w 3595512"/>
              <a:gd name="connsiteY7" fmla="*/ 0 h 997527"/>
              <a:gd name="connsiteX0" fmla="*/ 1 w 3595512"/>
              <a:gd name="connsiteY0" fmla="*/ 0 h 997527"/>
              <a:gd name="connsiteX1" fmla="*/ 3429254 w 3595512"/>
              <a:gd name="connsiteY1" fmla="*/ 0 h 997527"/>
              <a:gd name="connsiteX2" fmla="*/ 3595512 w 3595512"/>
              <a:gd name="connsiteY2" fmla="*/ 166258 h 997527"/>
              <a:gd name="connsiteX3" fmla="*/ 3595512 w 3595512"/>
              <a:gd name="connsiteY3" fmla="*/ 831269 h 997527"/>
              <a:gd name="connsiteX4" fmla="*/ 3429254 w 3595512"/>
              <a:gd name="connsiteY4" fmla="*/ 997527 h 997527"/>
              <a:gd name="connsiteX5" fmla="*/ 0 w 3595512"/>
              <a:gd name="connsiteY5" fmla="*/ 997527 h 997527"/>
              <a:gd name="connsiteX6" fmla="*/ 427512 w 3595512"/>
              <a:gd name="connsiteY6" fmla="*/ 498763 h 997527"/>
              <a:gd name="connsiteX7" fmla="*/ 1 w 3595512"/>
              <a:gd name="connsiteY7" fmla="*/ 0 h 99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95512" h="997527">
                <a:moveTo>
                  <a:pt x="1" y="0"/>
                </a:moveTo>
                <a:lnTo>
                  <a:pt x="3429254" y="0"/>
                </a:lnTo>
                <a:cubicBezTo>
                  <a:pt x="3521076" y="0"/>
                  <a:pt x="3595512" y="74436"/>
                  <a:pt x="3595512" y="166258"/>
                </a:cubicBezTo>
                <a:lnTo>
                  <a:pt x="3595512" y="831269"/>
                </a:lnTo>
                <a:cubicBezTo>
                  <a:pt x="3595512" y="923091"/>
                  <a:pt x="3521076" y="997527"/>
                  <a:pt x="3429254" y="997527"/>
                </a:cubicBezTo>
                <a:lnTo>
                  <a:pt x="0" y="997527"/>
                </a:lnTo>
                <a:lnTo>
                  <a:pt x="427512" y="498763"/>
                </a:lnTo>
                <a:lnTo>
                  <a:pt x="1" y="0"/>
                </a:lnTo>
                <a:close/>
              </a:path>
            </a:pathLst>
          </a:custGeom>
          <a:solidFill>
            <a:srgbClr val="7478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solidFill>
                <a:schemeClr val="tx1"/>
              </a:solidFill>
            </a:endParaRPr>
          </a:p>
        </p:txBody>
      </p:sp>
      <p:cxnSp>
        <p:nvCxnSpPr>
          <p:cNvPr id="12" name="Straight Connector 11">
            <a:extLst>
              <a:ext uri="{FF2B5EF4-FFF2-40B4-BE49-F238E27FC236}">
                <a16:creationId xmlns:a16="http://schemas.microsoft.com/office/drawing/2014/main" id="{C1D3021E-7C9B-4DF3-BE3D-EF0B415ACF4D}"/>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13" name="Title 1">
            <a:extLst>
              <a:ext uri="{FF2B5EF4-FFF2-40B4-BE49-F238E27FC236}">
                <a16:creationId xmlns:a16="http://schemas.microsoft.com/office/drawing/2014/main" id="{DB1F61BD-C52C-4F50-A6F9-F0970CF211B2}"/>
              </a:ext>
            </a:extLst>
          </p:cNvPr>
          <p:cNvSpPr>
            <a:spLocks noGrp="1"/>
          </p:cNvSpPr>
          <p:nvPr userDrawn="1">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14" name="Subtitle 2">
            <a:extLst>
              <a:ext uri="{FF2B5EF4-FFF2-40B4-BE49-F238E27FC236}">
                <a16:creationId xmlns:a16="http://schemas.microsoft.com/office/drawing/2014/main" id="{6D2CE97D-73C3-44D4-91E5-CF02B6103AC7}"/>
              </a:ext>
            </a:extLst>
          </p:cNvPr>
          <p:cNvSpPr>
            <a:spLocks noGrp="1"/>
          </p:cNvSpPr>
          <p:nvPr userDrawn="1">
            <p:ph type="subTitle" idx="11"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
        <p:nvSpPr>
          <p:cNvPr id="21" name="Text Placeholder 20">
            <a:extLst>
              <a:ext uri="{FF2B5EF4-FFF2-40B4-BE49-F238E27FC236}">
                <a16:creationId xmlns:a16="http://schemas.microsoft.com/office/drawing/2014/main" id="{F3A60C56-A0DF-4010-B245-9A4B4AD261B1}"/>
              </a:ext>
            </a:extLst>
          </p:cNvPr>
          <p:cNvSpPr>
            <a:spLocks noGrp="1"/>
          </p:cNvSpPr>
          <p:nvPr>
            <p:ph type="body" sz="quarter" idx="12" hasCustomPrompt="1"/>
          </p:nvPr>
        </p:nvSpPr>
        <p:spPr>
          <a:xfrm>
            <a:off x="1028700" y="2380099"/>
            <a:ext cx="2819400" cy="466725"/>
          </a:xfrm>
        </p:spPr>
        <p:txBody>
          <a:bodyPr anchor="ctr">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Stage 1</a:t>
            </a:r>
          </a:p>
        </p:txBody>
      </p:sp>
      <p:sp>
        <p:nvSpPr>
          <p:cNvPr id="22" name="Text Placeholder 20">
            <a:extLst>
              <a:ext uri="{FF2B5EF4-FFF2-40B4-BE49-F238E27FC236}">
                <a16:creationId xmlns:a16="http://schemas.microsoft.com/office/drawing/2014/main" id="{98147716-B155-44CF-885A-8F8FAC6462A1}"/>
              </a:ext>
            </a:extLst>
          </p:cNvPr>
          <p:cNvSpPr>
            <a:spLocks noGrp="1"/>
          </p:cNvSpPr>
          <p:nvPr>
            <p:ph type="body" sz="quarter" idx="13" hasCustomPrompt="1"/>
          </p:nvPr>
        </p:nvSpPr>
        <p:spPr>
          <a:xfrm>
            <a:off x="4843122" y="2380101"/>
            <a:ext cx="2819400" cy="466725"/>
          </a:xfrm>
        </p:spPr>
        <p:txBody>
          <a:bodyPr anchor="ctr">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Stage 2</a:t>
            </a:r>
          </a:p>
        </p:txBody>
      </p:sp>
      <p:sp>
        <p:nvSpPr>
          <p:cNvPr id="23" name="Text Placeholder 20">
            <a:extLst>
              <a:ext uri="{FF2B5EF4-FFF2-40B4-BE49-F238E27FC236}">
                <a16:creationId xmlns:a16="http://schemas.microsoft.com/office/drawing/2014/main" id="{3A03DCDE-357E-4001-B144-25A5397A8282}"/>
              </a:ext>
            </a:extLst>
          </p:cNvPr>
          <p:cNvSpPr>
            <a:spLocks noGrp="1"/>
          </p:cNvSpPr>
          <p:nvPr>
            <p:ph type="body" sz="quarter" idx="14" hasCustomPrompt="1"/>
          </p:nvPr>
        </p:nvSpPr>
        <p:spPr>
          <a:xfrm>
            <a:off x="8582360" y="2380101"/>
            <a:ext cx="2819400" cy="466725"/>
          </a:xfrm>
        </p:spPr>
        <p:txBody>
          <a:bodyPr anchor="ctr">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Stage 3</a:t>
            </a:r>
          </a:p>
        </p:txBody>
      </p:sp>
      <p:sp>
        <p:nvSpPr>
          <p:cNvPr id="25" name="Text Placeholder 24">
            <a:extLst>
              <a:ext uri="{FF2B5EF4-FFF2-40B4-BE49-F238E27FC236}">
                <a16:creationId xmlns:a16="http://schemas.microsoft.com/office/drawing/2014/main" id="{C5D438C4-8D3A-4986-836B-1C48C86C4626}"/>
              </a:ext>
            </a:extLst>
          </p:cNvPr>
          <p:cNvSpPr>
            <a:spLocks noGrp="1"/>
          </p:cNvSpPr>
          <p:nvPr>
            <p:ph type="body" sz="quarter" idx="15"/>
          </p:nvPr>
        </p:nvSpPr>
        <p:spPr>
          <a:xfrm>
            <a:off x="667266" y="3438524"/>
            <a:ext cx="3514725" cy="26669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1" name="Text Placeholder 24">
            <a:extLst>
              <a:ext uri="{FF2B5EF4-FFF2-40B4-BE49-F238E27FC236}">
                <a16:creationId xmlns:a16="http://schemas.microsoft.com/office/drawing/2014/main" id="{E2777A43-294F-443F-B96D-4DA88EE4BF97}"/>
              </a:ext>
            </a:extLst>
          </p:cNvPr>
          <p:cNvSpPr>
            <a:spLocks noGrp="1"/>
          </p:cNvSpPr>
          <p:nvPr>
            <p:ph type="body" sz="quarter" idx="16"/>
          </p:nvPr>
        </p:nvSpPr>
        <p:spPr>
          <a:xfrm>
            <a:off x="8271600" y="3438524"/>
            <a:ext cx="3514725" cy="26669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2" name="Text Placeholder 24">
            <a:extLst>
              <a:ext uri="{FF2B5EF4-FFF2-40B4-BE49-F238E27FC236}">
                <a16:creationId xmlns:a16="http://schemas.microsoft.com/office/drawing/2014/main" id="{9BB85AFA-B231-49A6-A191-5D3D7B787E21}"/>
              </a:ext>
            </a:extLst>
          </p:cNvPr>
          <p:cNvSpPr>
            <a:spLocks noGrp="1"/>
          </p:cNvSpPr>
          <p:nvPr>
            <p:ph type="body" sz="quarter" idx="17"/>
          </p:nvPr>
        </p:nvSpPr>
        <p:spPr>
          <a:xfrm>
            <a:off x="4472580" y="3438524"/>
            <a:ext cx="3514725" cy="26669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4" name="Text Placeholder 33">
            <a:extLst>
              <a:ext uri="{FF2B5EF4-FFF2-40B4-BE49-F238E27FC236}">
                <a16:creationId xmlns:a16="http://schemas.microsoft.com/office/drawing/2014/main" id="{6A6A61CF-B116-4428-9A1F-631B02C5D71F}"/>
              </a:ext>
            </a:extLst>
          </p:cNvPr>
          <p:cNvSpPr>
            <a:spLocks noGrp="1"/>
          </p:cNvSpPr>
          <p:nvPr>
            <p:ph type="body" sz="quarter" idx="18" hasCustomPrompt="1"/>
          </p:nvPr>
        </p:nvSpPr>
        <p:spPr>
          <a:xfrm>
            <a:off x="667266" y="1473157"/>
            <a:ext cx="5429250" cy="298207"/>
          </a:xfrm>
        </p:spPr>
        <p:txBody>
          <a:bodyPr/>
          <a:lstStyle>
            <a:lvl1pPr marL="0" indent="0">
              <a:buNone/>
              <a:defRPr b="1">
                <a:solidFill>
                  <a:srgbClr val="334EA2"/>
                </a:solidFill>
              </a:defRPr>
            </a:lvl1pPr>
          </a:lstStyle>
          <a:p>
            <a:pPr lvl="0"/>
            <a:r>
              <a:rPr lang="en-US"/>
              <a:t>Process Flow / Timeline stages</a:t>
            </a:r>
            <a:endParaRPr lang="en-GB"/>
          </a:p>
        </p:txBody>
      </p:sp>
    </p:spTree>
    <p:extLst>
      <p:ext uri="{BB962C8B-B14F-4D97-AF65-F5344CB8AC3E}">
        <p14:creationId xmlns:p14="http://schemas.microsoft.com/office/powerpoint/2010/main" val="90774811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Process Flow B">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349761C-2C0C-4AEA-94EE-37E00DCAD1BC}"/>
              </a:ext>
            </a:extLst>
          </p:cNvPr>
          <p:cNvSpPr>
            <a:spLocks noGrp="1"/>
          </p:cNvSpPr>
          <p:nvPr>
            <p:ph type="sldNum" sz="quarter" idx="10"/>
          </p:nvPr>
        </p:nvSpPr>
        <p:spPr/>
        <p:txBody>
          <a:bodyPr/>
          <a:lstStyle/>
          <a:p>
            <a:fld id="{F9C72FE7-3E28-4995-B4B7-F4CABFB817F3}" type="slidenum">
              <a:rPr lang="en-GB" smtClean="0"/>
              <a:pPr/>
              <a:t>‹#›</a:t>
            </a:fld>
            <a:endParaRPr lang="en-GB"/>
          </a:p>
        </p:txBody>
      </p:sp>
      <p:cxnSp>
        <p:nvCxnSpPr>
          <p:cNvPr id="12" name="Straight Connector 11">
            <a:extLst>
              <a:ext uri="{FF2B5EF4-FFF2-40B4-BE49-F238E27FC236}">
                <a16:creationId xmlns:a16="http://schemas.microsoft.com/office/drawing/2014/main" id="{C1D3021E-7C9B-4DF3-BE3D-EF0B415ACF4D}"/>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13" name="Title 1">
            <a:extLst>
              <a:ext uri="{FF2B5EF4-FFF2-40B4-BE49-F238E27FC236}">
                <a16:creationId xmlns:a16="http://schemas.microsoft.com/office/drawing/2014/main" id="{DB1F61BD-C52C-4F50-A6F9-F0970CF211B2}"/>
              </a:ext>
            </a:extLst>
          </p:cNvPr>
          <p:cNvSpPr>
            <a:spLocks noGrp="1"/>
          </p:cNvSpPr>
          <p:nvPr userDrawn="1">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14" name="Subtitle 2">
            <a:extLst>
              <a:ext uri="{FF2B5EF4-FFF2-40B4-BE49-F238E27FC236}">
                <a16:creationId xmlns:a16="http://schemas.microsoft.com/office/drawing/2014/main" id="{6D2CE97D-73C3-44D4-91E5-CF02B6103AC7}"/>
              </a:ext>
            </a:extLst>
          </p:cNvPr>
          <p:cNvSpPr>
            <a:spLocks noGrp="1"/>
          </p:cNvSpPr>
          <p:nvPr userDrawn="1">
            <p:ph type="subTitle" idx="11"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
        <p:nvSpPr>
          <p:cNvPr id="19" name="Freeform: Shape 18">
            <a:extLst>
              <a:ext uri="{FF2B5EF4-FFF2-40B4-BE49-F238E27FC236}">
                <a16:creationId xmlns:a16="http://schemas.microsoft.com/office/drawing/2014/main" id="{E452952C-96A0-4404-A5AD-165C2339097D}"/>
              </a:ext>
            </a:extLst>
          </p:cNvPr>
          <p:cNvSpPr/>
          <p:nvPr/>
        </p:nvSpPr>
        <p:spPr>
          <a:xfrm>
            <a:off x="719603" y="2146597"/>
            <a:ext cx="2745739" cy="761425"/>
          </a:xfrm>
          <a:custGeom>
            <a:avLst/>
            <a:gdLst>
              <a:gd name="connsiteX0" fmla="*/ 166258 w 3597137"/>
              <a:gd name="connsiteY0" fmla="*/ 0 h 997527"/>
              <a:gd name="connsiteX1" fmla="*/ 3169626 w 3597137"/>
              <a:gd name="connsiteY1" fmla="*/ 0 h 997527"/>
              <a:gd name="connsiteX2" fmla="*/ 3597137 w 3597137"/>
              <a:gd name="connsiteY2" fmla="*/ 498763 h 997527"/>
              <a:gd name="connsiteX3" fmla="*/ 3169625 w 3597137"/>
              <a:gd name="connsiteY3" fmla="*/ 997527 h 997527"/>
              <a:gd name="connsiteX4" fmla="*/ 166258 w 3597137"/>
              <a:gd name="connsiteY4" fmla="*/ 997527 h 997527"/>
              <a:gd name="connsiteX5" fmla="*/ 0 w 3597137"/>
              <a:gd name="connsiteY5" fmla="*/ 831269 h 997527"/>
              <a:gd name="connsiteX6" fmla="*/ 0 w 3597137"/>
              <a:gd name="connsiteY6" fmla="*/ 166258 h 997527"/>
              <a:gd name="connsiteX7" fmla="*/ 166258 w 3597137"/>
              <a:gd name="connsiteY7" fmla="*/ 0 h 99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97137" h="997527">
                <a:moveTo>
                  <a:pt x="166258" y="0"/>
                </a:moveTo>
                <a:lnTo>
                  <a:pt x="3169626" y="0"/>
                </a:lnTo>
                <a:lnTo>
                  <a:pt x="3597137" y="498763"/>
                </a:lnTo>
                <a:lnTo>
                  <a:pt x="3169625" y="997527"/>
                </a:lnTo>
                <a:lnTo>
                  <a:pt x="166258" y="997527"/>
                </a:lnTo>
                <a:cubicBezTo>
                  <a:pt x="74436" y="997527"/>
                  <a:pt x="0" y="923091"/>
                  <a:pt x="0" y="831269"/>
                </a:cubicBezTo>
                <a:lnTo>
                  <a:pt x="0" y="166258"/>
                </a:lnTo>
                <a:cubicBezTo>
                  <a:pt x="0" y="74436"/>
                  <a:pt x="74436" y="0"/>
                  <a:pt x="166258" y="0"/>
                </a:cubicBezTo>
                <a:close/>
              </a:path>
            </a:pathLst>
          </a:custGeom>
          <a:solidFill>
            <a:srgbClr val="CB333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solidFill>
                <a:schemeClr val="tx1"/>
              </a:solidFill>
            </a:endParaRPr>
          </a:p>
        </p:txBody>
      </p:sp>
      <p:sp>
        <p:nvSpPr>
          <p:cNvPr id="20" name="Freeform: Shape 19">
            <a:extLst>
              <a:ext uri="{FF2B5EF4-FFF2-40B4-BE49-F238E27FC236}">
                <a16:creationId xmlns:a16="http://schemas.microsoft.com/office/drawing/2014/main" id="{8A0DC33C-1444-4FFC-B988-0BCB27B644A4}"/>
              </a:ext>
            </a:extLst>
          </p:cNvPr>
          <p:cNvSpPr/>
          <p:nvPr/>
        </p:nvSpPr>
        <p:spPr>
          <a:xfrm>
            <a:off x="3468768" y="2146597"/>
            <a:ext cx="2747942" cy="761425"/>
          </a:xfrm>
          <a:custGeom>
            <a:avLst/>
            <a:gdLst>
              <a:gd name="connsiteX0" fmla="*/ 1 w 3600022"/>
              <a:gd name="connsiteY0" fmla="*/ 0 h 997527"/>
              <a:gd name="connsiteX1" fmla="*/ 3172511 w 3600022"/>
              <a:gd name="connsiteY1" fmla="*/ 0 h 997527"/>
              <a:gd name="connsiteX2" fmla="*/ 3600022 w 3600022"/>
              <a:gd name="connsiteY2" fmla="*/ 498763 h 997527"/>
              <a:gd name="connsiteX3" fmla="*/ 3172510 w 3600022"/>
              <a:gd name="connsiteY3" fmla="*/ 997527 h 997527"/>
              <a:gd name="connsiteX4" fmla="*/ 0 w 3600022"/>
              <a:gd name="connsiteY4" fmla="*/ 997527 h 997527"/>
              <a:gd name="connsiteX5" fmla="*/ 427512 w 3600022"/>
              <a:gd name="connsiteY5" fmla="*/ 498763 h 997527"/>
              <a:gd name="connsiteX6" fmla="*/ 1 w 3600022"/>
              <a:gd name="connsiteY6" fmla="*/ 0 h 99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0022" h="997527">
                <a:moveTo>
                  <a:pt x="1" y="0"/>
                </a:moveTo>
                <a:lnTo>
                  <a:pt x="3172511" y="0"/>
                </a:lnTo>
                <a:lnTo>
                  <a:pt x="3600022" y="498763"/>
                </a:lnTo>
                <a:lnTo>
                  <a:pt x="3172510" y="997527"/>
                </a:lnTo>
                <a:lnTo>
                  <a:pt x="0" y="997527"/>
                </a:lnTo>
                <a:lnTo>
                  <a:pt x="427512" y="498763"/>
                </a:lnTo>
                <a:lnTo>
                  <a:pt x="1" y="0"/>
                </a:lnTo>
                <a:close/>
              </a:path>
            </a:pathLst>
          </a:custGeom>
          <a:solidFill>
            <a:srgbClr val="334EA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solidFill>
                <a:schemeClr val="tx1"/>
              </a:solidFill>
            </a:endParaRPr>
          </a:p>
        </p:txBody>
      </p:sp>
      <p:sp>
        <p:nvSpPr>
          <p:cNvPr id="21" name="Freeform: Shape 20">
            <a:extLst>
              <a:ext uri="{FF2B5EF4-FFF2-40B4-BE49-F238E27FC236}">
                <a16:creationId xmlns:a16="http://schemas.microsoft.com/office/drawing/2014/main" id="{4871856A-4299-408F-B73F-39EB8579A945}"/>
              </a:ext>
            </a:extLst>
          </p:cNvPr>
          <p:cNvSpPr/>
          <p:nvPr/>
        </p:nvSpPr>
        <p:spPr>
          <a:xfrm>
            <a:off x="6216710" y="2146565"/>
            <a:ext cx="2747942" cy="761425"/>
          </a:xfrm>
          <a:custGeom>
            <a:avLst/>
            <a:gdLst>
              <a:gd name="connsiteX0" fmla="*/ 1 w 3600022"/>
              <a:gd name="connsiteY0" fmla="*/ 0 h 997527"/>
              <a:gd name="connsiteX1" fmla="*/ 3172511 w 3600022"/>
              <a:gd name="connsiteY1" fmla="*/ 0 h 997527"/>
              <a:gd name="connsiteX2" fmla="*/ 3600022 w 3600022"/>
              <a:gd name="connsiteY2" fmla="*/ 498763 h 997527"/>
              <a:gd name="connsiteX3" fmla="*/ 3172510 w 3600022"/>
              <a:gd name="connsiteY3" fmla="*/ 997527 h 997527"/>
              <a:gd name="connsiteX4" fmla="*/ 0 w 3600022"/>
              <a:gd name="connsiteY4" fmla="*/ 997527 h 997527"/>
              <a:gd name="connsiteX5" fmla="*/ 427512 w 3600022"/>
              <a:gd name="connsiteY5" fmla="*/ 498763 h 997527"/>
              <a:gd name="connsiteX6" fmla="*/ 1 w 3600022"/>
              <a:gd name="connsiteY6" fmla="*/ 0 h 99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0022" h="997527">
                <a:moveTo>
                  <a:pt x="1" y="0"/>
                </a:moveTo>
                <a:lnTo>
                  <a:pt x="3172511" y="0"/>
                </a:lnTo>
                <a:lnTo>
                  <a:pt x="3600022" y="498763"/>
                </a:lnTo>
                <a:lnTo>
                  <a:pt x="3172510" y="997527"/>
                </a:lnTo>
                <a:lnTo>
                  <a:pt x="0" y="997527"/>
                </a:lnTo>
                <a:lnTo>
                  <a:pt x="427512" y="498763"/>
                </a:lnTo>
                <a:lnTo>
                  <a:pt x="1" y="0"/>
                </a:lnTo>
                <a:close/>
              </a:path>
            </a:pathLst>
          </a:custGeom>
          <a:solidFill>
            <a:srgbClr val="7478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baseline="0">
              <a:solidFill>
                <a:schemeClr val="tx1"/>
              </a:solidFill>
            </a:endParaRPr>
          </a:p>
        </p:txBody>
      </p:sp>
      <p:sp>
        <p:nvSpPr>
          <p:cNvPr id="22" name="Freeform: Shape 21">
            <a:extLst>
              <a:ext uri="{FF2B5EF4-FFF2-40B4-BE49-F238E27FC236}">
                <a16:creationId xmlns:a16="http://schemas.microsoft.com/office/drawing/2014/main" id="{416CA1C6-C843-4E21-A71D-0B39FC7AAF4F}"/>
              </a:ext>
            </a:extLst>
          </p:cNvPr>
          <p:cNvSpPr/>
          <p:nvPr/>
        </p:nvSpPr>
        <p:spPr>
          <a:xfrm>
            <a:off x="8968077" y="2146565"/>
            <a:ext cx="2744499" cy="761425"/>
          </a:xfrm>
          <a:custGeom>
            <a:avLst/>
            <a:gdLst>
              <a:gd name="connsiteX0" fmla="*/ 1 w 3595512"/>
              <a:gd name="connsiteY0" fmla="*/ 0 h 997527"/>
              <a:gd name="connsiteX1" fmla="*/ 3429254 w 3595512"/>
              <a:gd name="connsiteY1" fmla="*/ 0 h 997527"/>
              <a:gd name="connsiteX2" fmla="*/ 3595512 w 3595512"/>
              <a:gd name="connsiteY2" fmla="*/ 166258 h 997527"/>
              <a:gd name="connsiteX3" fmla="*/ 3595512 w 3595512"/>
              <a:gd name="connsiteY3" fmla="*/ 831269 h 997527"/>
              <a:gd name="connsiteX4" fmla="*/ 3429254 w 3595512"/>
              <a:gd name="connsiteY4" fmla="*/ 997527 h 997527"/>
              <a:gd name="connsiteX5" fmla="*/ 0 w 3595512"/>
              <a:gd name="connsiteY5" fmla="*/ 997527 h 997527"/>
              <a:gd name="connsiteX6" fmla="*/ 427512 w 3595512"/>
              <a:gd name="connsiteY6" fmla="*/ 498763 h 997527"/>
              <a:gd name="connsiteX7" fmla="*/ 1 w 3595512"/>
              <a:gd name="connsiteY7" fmla="*/ 0 h 99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95512" h="997527">
                <a:moveTo>
                  <a:pt x="1" y="0"/>
                </a:moveTo>
                <a:lnTo>
                  <a:pt x="3429254" y="0"/>
                </a:lnTo>
                <a:cubicBezTo>
                  <a:pt x="3521076" y="0"/>
                  <a:pt x="3595512" y="74436"/>
                  <a:pt x="3595512" y="166258"/>
                </a:cubicBezTo>
                <a:lnTo>
                  <a:pt x="3595512" y="831269"/>
                </a:lnTo>
                <a:cubicBezTo>
                  <a:pt x="3595512" y="923091"/>
                  <a:pt x="3521076" y="997527"/>
                  <a:pt x="3429254" y="997527"/>
                </a:cubicBezTo>
                <a:lnTo>
                  <a:pt x="0" y="997527"/>
                </a:lnTo>
                <a:lnTo>
                  <a:pt x="427512" y="498763"/>
                </a:lnTo>
                <a:lnTo>
                  <a:pt x="1" y="0"/>
                </a:lnTo>
                <a:close/>
              </a:path>
            </a:pathLst>
          </a:custGeom>
          <a:solidFill>
            <a:srgbClr val="74787B">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baseline="0">
              <a:solidFill>
                <a:schemeClr val="tx1"/>
              </a:solidFill>
            </a:endParaRPr>
          </a:p>
        </p:txBody>
      </p:sp>
      <p:sp>
        <p:nvSpPr>
          <p:cNvPr id="23" name="Text Placeholder 24">
            <a:extLst>
              <a:ext uri="{FF2B5EF4-FFF2-40B4-BE49-F238E27FC236}">
                <a16:creationId xmlns:a16="http://schemas.microsoft.com/office/drawing/2014/main" id="{3A6354F7-380F-44D5-A7C4-3FD01727FAC9}"/>
              </a:ext>
            </a:extLst>
          </p:cNvPr>
          <p:cNvSpPr>
            <a:spLocks noGrp="1"/>
          </p:cNvSpPr>
          <p:nvPr>
            <p:ph type="body" sz="quarter" idx="15"/>
          </p:nvPr>
        </p:nvSpPr>
        <p:spPr>
          <a:xfrm>
            <a:off x="719603" y="3433762"/>
            <a:ext cx="2666483" cy="2838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6" name="Text Placeholder 24">
            <a:extLst>
              <a:ext uri="{FF2B5EF4-FFF2-40B4-BE49-F238E27FC236}">
                <a16:creationId xmlns:a16="http://schemas.microsoft.com/office/drawing/2014/main" id="{4A62C3F4-2974-429B-9BF3-C57A944A274F}"/>
              </a:ext>
            </a:extLst>
          </p:cNvPr>
          <p:cNvSpPr>
            <a:spLocks noGrp="1"/>
          </p:cNvSpPr>
          <p:nvPr>
            <p:ph type="body" sz="quarter" idx="16"/>
          </p:nvPr>
        </p:nvSpPr>
        <p:spPr>
          <a:xfrm>
            <a:off x="9046093" y="3433762"/>
            <a:ext cx="2666483" cy="2838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7" name="Text Placeholder 24">
            <a:extLst>
              <a:ext uri="{FF2B5EF4-FFF2-40B4-BE49-F238E27FC236}">
                <a16:creationId xmlns:a16="http://schemas.microsoft.com/office/drawing/2014/main" id="{E816FB1C-57CB-43CB-8220-3EB05215AC8A}"/>
              </a:ext>
            </a:extLst>
          </p:cNvPr>
          <p:cNvSpPr>
            <a:spLocks noGrp="1"/>
          </p:cNvSpPr>
          <p:nvPr>
            <p:ph type="body" sz="quarter" idx="17"/>
          </p:nvPr>
        </p:nvSpPr>
        <p:spPr>
          <a:xfrm>
            <a:off x="3495100" y="3433762"/>
            <a:ext cx="2666483" cy="2838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8" name="Text Placeholder 24">
            <a:extLst>
              <a:ext uri="{FF2B5EF4-FFF2-40B4-BE49-F238E27FC236}">
                <a16:creationId xmlns:a16="http://schemas.microsoft.com/office/drawing/2014/main" id="{FA94A680-88B7-4626-91F5-157C7207414D}"/>
              </a:ext>
            </a:extLst>
          </p:cNvPr>
          <p:cNvSpPr>
            <a:spLocks noGrp="1"/>
          </p:cNvSpPr>
          <p:nvPr>
            <p:ph type="body" sz="quarter" idx="18"/>
          </p:nvPr>
        </p:nvSpPr>
        <p:spPr>
          <a:xfrm>
            <a:off x="6270597" y="3433762"/>
            <a:ext cx="2666483" cy="2838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9" name="Text Placeholder 33">
            <a:extLst>
              <a:ext uri="{FF2B5EF4-FFF2-40B4-BE49-F238E27FC236}">
                <a16:creationId xmlns:a16="http://schemas.microsoft.com/office/drawing/2014/main" id="{0FB407E0-F616-45FD-8CED-DB153B1A590A}"/>
              </a:ext>
            </a:extLst>
          </p:cNvPr>
          <p:cNvSpPr>
            <a:spLocks noGrp="1"/>
          </p:cNvSpPr>
          <p:nvPr>
            <p:ph type="body" sz="quarter" idx="19" hasCustomPrompt="1"/>
          </p:nvPr>
        </p:nvSpPr>
        <p:spPr>
          <a:xfrm>
            <a:off x="667266" y="1473157"/>
            <a:ext cx="5429250" cy="298207"/>
          </a:xfrm>
        </p:spPr>
        <p:txBody>
          <a:bodyPr/>
          <a:lstStyle>
            <a:lvl1pPr marL="0" indent="0">
              <a:buNone/>
              <a:defRPr b="1">
                <a:solidFill>
                  <a:srgbClr val="334EA2"/>
                </a:solidFill>
              </a:defRPr>
            </a:lvl1pPr>
          </a:lstStyle>
          <a:p>
            <a:pPr lvl="0"/>
            <a:r>
              <a:rPr lang="en-US"/>
              <a:t>Process Flow / Timeline stages</a:t>
            </a:r>
            <a:endParaRPr lang="en-GB"/>
          </a:p>
        </p:txBody>
      </p:sp>
    </p:spTree>
    <p:extLst>
      <p:ext uri="{BB962C8B-B14F-4D97-AF65-F5344CB8AC3E}">
        <p14:creationId xmlns:p14="http://schemas.microsoft.com/office/powerpoint/2010/main" val="178280058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Process Flow-Customer">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349761C-2C0C-4AEA-94EE-37E00DCAD1BC}"/>
              </a:ext>
            </a:extLst>
          </p:cNvPr>
          <p:cNvSpPr>
            <a:spLocks noGrp="1"/>
          </p:cNvSpPr>
          <p:nvPr>
            <p:ph type="sldNum" sz="quarter" idx="10"/>
          </p:nvPr>
        </p:nvSpPr>
        <p:spPr/>
        <p:txBody>
          <a:bodyPr/>
          <a:lstStyle/>
          <a:p>
            <a:fld id="{F9C72FE7-3E28-4995-B4B7-F4CABFB817F3}" type="slidenum">
              <a:rPr lang="en-GB" smtClean="0"/>
              <a:pPr/>
              <a:t>‹#›</a:t>
            </a:fld>
            <a:endParaRPr lang="en-GB"/>
          </a:p>
        </p:txBody>
      </p:sp>
      <p:cxnSp>
        <p:nvCxnSpPr>
          <p:cNvPr id="12" name="Straight Connector 11">
            <a:extLst>
              <a:ext uri="{FF2B5EF4-FFF2-40B4-BE49-F238E27FC236}">
                <a16:creationId xmlns:a16="http://schemas.microsoft.com/office/drawing/2014/main" id="{C1D3021E-7C9B-4DF3-BE3D-EF0B415ACF4D}"/>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13" name="Title 1">
            <a:extLst>
              <a:ext uri="{FF2B5EF4-FFF2-40B4-BE49-F238E27FC236}">
                <a16:creationId xmlns:a16="http://schemas.microsoft.com/office/drawing/2014/main" id="{DB1F61BD-C52C-4F50-A6F9-F0970CF211B2}"/>
              </a:ext>
            </a:extLst>
          </p:cNvPr>
          <p:cNvSpPr>
            <a:spLocks noGrp="1"/>
          </p:cNvSpPr>
          <p:nvPr userDrawn="1">
            <p:ph type="title" hasCustomPrompt="1"/>
          </p:nvPr>
        </p:nvSpPr>
        <p:spPr>
          <a:xfrm>
            <a:off x="667266" y="271131"/>
            <a:ext cx="5857359" cy="539009"/>
          </a:xfrm>
          <a:prstGeom prst="rect">
            <a:avLst/>
          </a:prstGeom>
        </p:spPr>
        <p:txBody>
          <a:bodyPr anchor="ctr">
            <a:noAutofit/>
          </a:bodyPr>
          <a:lstStyle>
            <a:lvl1pPr>
              <a:defRPr sz="2800"/>
            </a:lvl1pPr>
          </a:lstStyle>
          <a:p>
            <a:r>
              <a:rPr lang="en-US"/>
              <a:t>Click to edit Heading</a:t>
            </a:r>
            <a:endParaRPr lang="en-GB"/>
          </a:p>
        </p:txBody>
      </p:sp>
      <p:sp>
        <p:nvSpPr>
          <p:cNvPr id="14" name="Subtitle 2">
            <a:extLst>
              <a:ext uri="{FF2B5EF4-FFF2-40B4-BE49-F238E27FC236}">
                <a16:creationId xmlns:a16="http://schemas.microsoft.com/office/drawing/2014/main" id="{6D2CE97D-73C3-44D4-91E5-CF02B6103AC7}"/>
              </a:ext>
            </a:extLst>
          </p:cNvPr>
          <p:cNvSpPr>
            <a:spLocks noGrp="1"/>
          </p:cNvSpPr>
          <p:nvPr userDrawn="1">
            <p:ph type="subTitle" idx="11" hasCustomPrompt="1"/>
          </p:nvPr>
        </p:nvSpPr>
        <p:spPr>
          <a:xfrm>
            <a:off x="667266" y="832308"/>
            <a:ext cx="5857359"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
        <p:nvSpPr>
          <p:cNvPr id="19" name="Freeform: Shape 18">
            <a:extLst>
              <a:ext uri="{FF2B5EF4-FFF2-40B4-BE49-F238E27FC236}">
                <a16:creationId xmlns:a16="http://schemas.microsoft.com/office/drawing/2014/main" id="{E452952C-96A0-4404-A5AD-165C2339097D}"/>
              </a:ext>
            </a:extLst>
          </p:cNvPr>
          <p:cNvSpPr/>
          <p:nvPr/>
        </p:nvSpPr>
        <p:spPr>
          <a:xfrm>
            <a:off x="719603" y="2146597"/>
            <a:ext cx="2745739" cy="761425"/>
          </a:xfrm>
          <a:custGeom>
            <a:avLst/>
            <a:gdLst>
              <a:gd name="connsiteX0" fmla="*/ 166258 w 3597137"/>
              <a:gd name="connsiteY0" fmla="*/ 0 h 997527"/>
              <a:gd name="connsiteX1" fmla="*/ 3169626 w 3597137"/>
              <a:gd name="connsiteY1" fmla="*/ 0 h 997527"/>
              <a:gd name="connsiteX2" fmla="*/ 3597137 w 3597137"/>
              <a:gd name="connsiteY2" fmla="*/ 498763 h 997527"/>
              <a:gd name="connsiteX3" fmla="*/ 3169625 w 3597137"/>
              <a:gd name="connsiteY3" fmla="*/ 997527 h 997527"/>
              <a:gd name="connsiteX4" fmla="*/ 166258 w 3597137"/>
              <a:gd name="connsiteY4" fmla="*/ 997527 h 997527"/>
              <a:gd name="connsiteX5" fmla="*/ 0 w 3597137"/>
              <a:gd name="connsiteY5" fmla="*/ 831269 h 997527"/>
              <a:gd name="connsiteX6" fmla="*/ 0 w 3597137"/>
              <a:gd name="connsiteY6" fmla="*/ 166258 h 997527"/>
              <a:gd name="connsiteX7" fmla="*/ 166258 w 3597137"/>
              <a:gd name="connsiteY7" fmla="*/ 0 h 99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97137" h="997527">
                <a:moveTo>
                  <a:pt x="166258" y="0"/>
                </a:moveTo>
                <a:lnTo>
                  <a:pt x="3169626" y="0"/>
                </a:lnTo>
                <a:lnTo>
                  <a:pt x="3597137" y="498763"/>
                </a:lnTo>
                <a:lnTo>
                  <a:pt x="3169625" y="997527"/>
                </a:lnTo>
                <a:lnTo>
                  <a:pt x="166258" y="997527"/>
                </a:lnTo>
                <a:cubicBezTo>
                  <a:pt x="74436" y="997527"/>
                  <a:pt x="0" y="923091"/>
                  <a:pt x="0" y="831269"/>
                </a:cubicBezTo>
                <a:lnTo>
                  <a:pt x="0" y="166258"/>
                </a:lnTo>
                <a:cubicBezTo>
                  <a:pt x="0" y="74436"/>
                  <a:pt x="74436" y="0"/>
                  <a:pt x="166258" y="0"/>
                </a:cubicBezTo>
                <a:close/>
              </a:path>
            </a:pathLst>
          </a:custGeom>
          <a:solidFill>
            <a:srgbClr val="CB333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solidFill>
                <a:schemeClr val="tx1"/>
              </a:solidFill>
            </a:endParaRPr>
          </a:p>
        </p:txBody>
      </p:sp>
      <p:sp>
        <p:nvSpPr>
          <p:cNvPr id="20" name="Freeform: Shape 19">
            <a:extLst>
              <a:ext uri="{FF2B5EF4-FFF2-40B4-BE49-F238E27FC236}">
                <a16:creationId xmlns:a16="http://schemas.microsoft.com/office/drawing/2014/main" id="{8A0DC33C-1444-4FFC-B988-0BCB27B644A4}"/>
              </a:ext>
            </a:extLst>
          </p:cNvPr>
          <p:cNvSpPr/>
          <p:nvPr/>
        </p:nvSpPr>
        <p:spPr>
          <a:xfrm>
            <a:off x="3468768" y="2146597"/>
            <a:ext cx="2747942" cy="761425"/>
          </a:xfrm>
          <a:custGeom>
            <a:avLst/>
            <a:gdLst>
              <a:gd name="connsiteX0" fmla="*/ 1 w 3600022"/>
              <a:gd name="connsiteY0" fmla="*/ 0 h 997527"/>
              <a:gd name="connsiteX1" fmla="*/ 3172511 w 3600022"/>
              <a:gd name="connsiteY1" fmla="*/ 0 h 997527"/>
              <a:gd name="connsiteX2" fmla="*/ 3600022 w 3600022"/>
              <a:gd name="connsiteY2" fmla="*/ 498763 h 997527"/>
              <a:gd name="connsiteX3" fmla="*/ 3172510 w 3600022"/>
              <a:gd name="connsiteY3" fmla="*/ 997527 h 997527"/>
              <a:gd name="connsiteX4" fmla="*/ 0 w 3600022"/>
              <a:gd name="connsiteY4" fmla="*/ 997527 h 997527"/>
              <a:gd name="connsiteX5" fmla="*/ 427512 w 3600022"/>
              <a:gd name="connsiteY5" fmla="*/ 498763 h 997527"/>
              <a:gd name="connsiteX6" fmla="*/ 1 w 3600022"/>
              <a:gd name="connsiteY6" fmla="*/ 0 h 99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0022" h="997527">
                <a:moveTo>
                  <a:pt x="1" y="0"/>
                </a:moveTo>
                <a:lnTo>
                  <a:pt x="3172511" y="0"/>
                </a:lnTo>
                <a:lnTo>
                  <a:pt x="3600022" y="498763"/>
                </a:lnTo>
                <a:lnTo>
                  <a:pt x="3172510" y="997527"/>
                </a:lnTo>
                <a:lnTo>
                  <a:pt x="0" y="997527"/>
                </a:lnTo>
                <a:lnTo>
                  <a:pt x="427512" y="498763"/>
                </a:lnTo>
                <a:lnTo>
                  <a:pt x="1" y="0"/>
                </a:lnTo>
                <a:close/>
              </a:path>
            </a:pathLst>
          </a:custGeom>
          <a:solidFill>
            <a:srgbClr val="334EA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solidFill>
                <a:schemeClr val="tx1"/>
              </a:solidFill>
            </a:endParaRPr>
          </a:p>
        </p:txBody>
      </p:sp>
      <p:sp>
        <p:nvSpPr>
          <p:cNvPr id="21" name="Freeform: Shape 20">
            <a:extLst>
              <a:ext uri="{FF2B5EF4-FFF2-40B4-BE49-F238E27FC236}">
                <a16:creationId xmlns:a16="http://schemas.microsoft.com/office/drawing/2014/main" id="{4871856A-4299-408F-B73F-39EB8579A945}"/>
              </a:ext>
            </a:extLst>
          </p:cNvPr>
          <p:cNvSpPr/>
          <p:nvPr/>
        </p:nvSpPr>
        <p:spPr>
          <a:xfrm>
            <a:off x="6216710" y="2146565"/>
            <a:ext cx="2747942" cy="761425"/>
          </a:xfrm>
          <a:custGeom>
            <a:avLst/>
            <a:gdLst>
              <a:gd name="connsiteX0" fmla="*/ 1 w 3600022"/>
              <a:gd name="connsiteY0" fmla="*/ 0 h 997527"/>
              <a:gd name="connsiteX1" fmla="*/ 3172511 w 3600022"/>
              <a:gd name="connsiteY1" fmla="*/ 0 h 997527"/>
              <a:gd name="connsiteX2" fmla="*/ 3600022 w 3600022"/>
              <a:gd name="connsiteY2" fmla="*/ 498763 h 997527"/>
              <a:gd name="connsiteX3" fmla="*/ 3172510 w 3600022"/>
              <a:gd name="connsiteY3" fmla="*/ 997527 h 997527"/>
              <a:gd name="connsiteX4" fmla="*/ 0 w 3600022"/>
              <a:gd name="connsiteY4" fmla="*/ 997527 h 997527"/>
              <a:gd name="connsiteX5" fmla="*/ 427512 w 3600022"/>
              <a:gd name="connsiteY5" fmla="*/ 498763 h 997527"/>
              <a:gd name="connsiteX6" fmla="*/ 1 w 3600022"/>
              <a:gd name="connsiteY6" fmla="*/ 0 h 99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0022" h="997527">
                <a:moveTo>
                  <a:pt x="1" y="0"/>
                </a:moveTo>
                <a:lnTo>
                  <a:pt x="3172511" y="0"/>
                </a:lnTo>
                <a:lnTo>
                  <a:pt x="3600022" y="498763"/>
                </a:lnTo>
                <a:lnTo>
                  <a:pt x="3172510" y="997527"/>
                </a:lnTo>
                <a:lnTo>
                  <a:pt x="0" y="997527"/>
                </a:lnTo>
                <a:lnTo>
                  <a:pt x="427512" y="498763"/>
                </a:lnTo>
                <a:lnTo>
                  <a:pt x="1" y="0"/>
                </a:lnTo>
                <a:close/>
              </a:path>
            </a:pathLst>
          </a:custGeom>
          <a:solidFill>
            <a:srgbClr val="7478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baseline="0">
              <a:solidFill>
                <a:schemeClr val="tx1"/>
              </a:solidFill>
            </a:endParaRPr>
          </a:p>
        </p:txBody>
      </p:sp>
      <p:sp>
        <p:nvSpPr>
          <p:cNvPr id="22" name="Freeform: Shape 21">
            <a:extLst>
              <a:ext uri="{FF2B5EF4-FFF2-40B4-BE49-F238E27FC236}">
                <a16:creationId xmlns:a16="http://schemas.microsoft.com/office/drawing/2014/main" id="{416CA1C6-C843-4E21-A71D-0B39FC7AAF4F}"/>
              </a:ext>
            </a:extLst>
          </p:cNvPr>
          <p:cNvSpPr/>
          <p:nvPr/>
        </p:nvSpPr>
        <p:spPr>
          <a:xfrm>
            <a:off x="8968077" y="2146565"/>
            <a:ext cx="2744499" cy="761425"/>
          </a:xfrm>
          <a:custGeom>
            <a:avLst/>
            <a:gdLst>
              <a:gd name="connsiteX0" fmla="*/ 1 w 3595512"/>
              <a:gd name="connsiteY0" fmla="*/ 0 h 997527"/>
              <a:gd name="connsiteX1" fmla="*/ 3429254 w 3595512"/>
              <a:gd name="connsiteY1" fmla="*/ 0 h 997527"/>
              <a:gd name="connsiteX2" fmla="*/ 3595512 w 3595512"/>
              <a:gd name="connsiteY2" fmla="*/ 166258 h 997527"/>
              <a:gd name="connsiteX3" fmla="*/ 3595512 w 3595512"/>
              <a:gd name="connsiteY3" fmla="*/ 831269 h 997527"/>
              <a:gd name="connsiteX4" fmla="*/ 3429254 w 3595512"/>
              <a:gd name="connsiteY4" fmla="*/ 997527 h 997527"/>
              <a:gd name="connsiteX5" fmla="*/ 0 w 3595512"/>
              <a:gd name="connsiteY5" fmla="*/ 997527 h 997527"/>
              <a:gd name="connsiteX6" fmla="*/ 427512 w 3595512"/>
              <a:gd name="connsiteY6" fmla="*/ 498763 h 997527"/>
              <a:gd name="connsiteX7" fmla="*/ 1 w 3595512"/>
              <a:gd name="connsiteY7" fmla="*/ 0 h 99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95512" h="997527">
                <a:moveTo>
                  <a:pt x="1" y="0"/>
                </a:moveTo>
                <a:lnTo>
                  <a:pt x="3429254" y="0"/>
                </a:lnTo>
                <a:cubicBezTo>
                  <a:pt x="3521076" y="0"/>
                  <a:pt x="3595512" y="74436"/>
                  <a:pt x="3595512" y="166258"/>
                </a:cubicBezTo>
                <a:lnTo>
                  <a:pt x="3595512" y="831269"/>
                </a:lnTo>
                <a:cubicBezTo>
                  <a:pt x="3595512" y="923091"/>
                  <a:pt x="3521076" y="997527"/>
                  <a:pt x="3429254" y="997527"/>
                </a:cubicBezTo>
                <a:lnTo>
                  <a:pt x="0" y="997527"/>
                </a:lnTo>
                <a:lnTo>
                  <a:pt x="427512" y="498763"/>
                </a:lnTo>
                <a:lnTo>
                  <a:pt x="1" y="0"/>
                </a:lnTo>
                <a:close/>
              </a:path>
            </a:pathLst>
          </a:custGeom>
          <a:solidFill>
            <a:srgbClr val="74787B">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baseline="0">
              <a:solidFill>
                <a:schemeClr val="tx1"/>
              </a:solidFill>
            </a:endParaRPr>
          </a:p>
        </p:txBody>
      </p:sp>
      <p:sp>
        <p:nvSpPr>
          <p:cNvPr id="23" name="Text Placeholder 24">
            <a:extLst>
              <a:ext uri="{FF2B5EF4-FFF2-40B4-BE49-F238E27FC236}">
                <a16:creationId xmlns:a16="http://schemas.microsoft.com/office/drawing/2014/main" id="{3A6354F7-380F-44D5-A7C4-3FD01727FAC9}"/>
              </a:ext>
            </a:extLst>
          </p:cNvPr>
          <p:cNvSpPr>
            <a:spLocks noGrp="1"/>
          </p:cNvSpPr>
          <p:nvPr>
            <p:ph type="body" sz="quarter" idx="15" hasCustomPrompt="1"/>
          </p:nvPr>
        </p:nvSpPr>
        <p:spPr>
          <a:xfrm>
            <a:off x="719603" y="3433762"/>
            <a:ext cx="2666483" cy="2838450"/>
          </a:xfrm>
        </p:spPr>
        <p:txBody>
          <a:bodyPr/>
          <a:lstStyle>
            <a:lvl1pPr>
              <a:defRPr/>
            </a:lvl1pPr>
          </a:lstStyle>
          <a:p>
            <a:pPr marL="0" indent="0">
              <a:buNone/>
            </a:pPr>
            <a:r>
              <a:rPr lang="en-GB"/>
              <a:t>Use this section to enter: Previous achievements and projects; Closed opportunities in CRM; Outcomes and solutions</a:t>
            </a:r>
          </a:p>
        </p:txBody>
      </p:sp>
      <p:sp>
        <p:nvSpPr>
          <p:cNvPr id="26" name="Text Placeholder 24">
            <a:extLst>
              <a:ext uri="{FF2B5EF4-FFF2-40B4-BE49-F238E27FC236}">
                <a16:creationId xmlns:a16="http://schemas.microsoft.com/office/drawing/2014/main" id="{4A62C3F4-2974-429B-9BF3-C57A944A274F}"/>
              </a:ext>
            </a:extLst>
          </p:cNvPr>
          <p:cNvSpPr>
            <a:spLocks noGrp="1"/>
          </p:cNvSpPr>
          <p:nvPr>
            <p:ph type="body" sz="quarter" idx="16" hasCustomPrompt="1"/>
          </p:nvPr>
        </p:nvSpPr>
        <p:spPr>
          <a:xfrm>
            <a:off x="9046093" y="3433762"/>
            <a:ext cx="2666483" cy="2838450"/>
          </a:xfrm>
        </p:spPr>
        <p:txBody>
          <a:bodyPr/>
          <a:lstStyle>
            <a:lvl1pPr>
              <a:defRPr/>
            </a:lvl1pPr>
          </a:lstStyle>
          <a:p>
            <a:pPr marL="0" indent="0">
              <a:buNone/>
            </a:pPr>
            <a:r>
              <a:rPr lang="en-GB"/>
              <a:t>Use this section to highlight innovation: Can we work together? (Data collection, blue-sky thinking etc.)</a:t>
            </a:r>
          </a:p>
        </p:txBody>
      </p:sp>
      <p:sp>
        <p:nvSpPr>
          <p:cNvPr id="27" name="Text Placeholder 24">
            <a:extLst>
              <a:ext uri="{FF2B5EF4-FFF2-40B4-BE49-F238E27FC236}">
                <a16:creationId xmlns:a16="http://schemas.microsoft.com/office/drawing/2014/main" id="{E816FB1C-57CB-43CB-8220-3EB05215AC8A}"/>
              </a:ext>
            </a:extLst>
          </p:cNvPr>
          <p:cNvSpPr>
            <a:spLocks noGrp="1"/>
          </p:cNvSpPr>
          <p:nvPr>
            <p:ph type="body" sz="quarter" idx="17" hasCustomPrompt="1"/>
          </p:nvPr>
        </p:nvSpPr>
        <p:spPr>
          <a:xfrm>
            <a:off x="3495100" y="3433762"/>
            <a:ext cx="2666483" cy="2838450"/>
          </a:xfrm>
        </p:spPr>
        <p:txBody>
          <a:bodyPr/>
          <a:lstStyle>
            <a:lvl1pPr>
              <a:defRPr/>
            </a:lvl1pPr>
          </a:lstStyle>
          <a:p>
            <a:pPr marL="0" indent="0">
              <a:buNone/>
            </a:pPr>
            <a:r>
              <a:rPr lang="en-GB"/>
              <a:t>Use this section to enter: Current information; What are we doing now; What are our key successes? ; Compare Nomad to competitors; How many opportunities are in CRM?</a:t>
            </a:r>
          </a:p>
        </p:txBody>
      </p:sp>
      <p:sp>
        <p:nvSpPr>
          <p:cNvPr id="28" name="Text Placeholder 24">
            <a:extLst>
              <a:ext uri="{FF2B5EF4-FFF2-40B4-BE49-F238E27FC236}">
                <a16:creationId xmlns:a16="http://schemas.microsoft.com/office/drawing/2014/main" id="{FA94A680-88B7-4626-91F5-157C7207414D}"/>
              </a:ext>
            </a:extLst>
          </p:cNvPr>
          <p:cNvSpPr>
            <a:spLocks noGrp="1"/>
          </p:cNvSpPr>
          <p:nvPr>
            <p:ph type="body" sz="quarter" idx="18" hasCustomPrompt="1"/>
          </p:nvPr>
        </p:nvSpPr>
        <p:spPr>
          <a:xfrm>
            <a:off x="6270597" y="3433762"/>
            <a:ext cx="2666483" cy="2838450"/>
          </a:xfrm>
        </p:spPr>
        <p:txBody>
          <a:bodyPr/>
          <a:lstStyle>
            <a:lvl1pPr>
              <a:defRPr/>
            </a:lvl1pPr>
          </a:lstStyle>
          <a:p>
            <a:pPr marL="0" indent="0">
              <a:buNone/>
            </a:pPr>
            <a:r>
              <a:rPr lang="en-GB"/>
              <a:t>Use this section to look ahead: What can we offer this customer? ; How can we add value to them?  ; Cover existing products, portal, Nomad Navigator, OBIS, Data Factory etc, etc. </a:t>
            </a:r>
          </a:p>
        </p:txBody>
      </p:sp>
      <p:sp>
        <p:nvSpPr>
          <p:cNvPr id="29" name="Text Placeholder 33">
            <a:extLst>
              <a:ext uri="{FF2B5EF4-FFF2-40B4-BE49-F238E27FC236}">
                <a16:creationId xmlns:a16="http://schemas.microsoft.com/office/drawing/2014/main" id="{0FB407E0-F616-45FD-8CED-DB153B1A590A}"/>
              </a:ext>
            </a:extLst>
          </p:cNvPr>
          <p:cNvSpPr>
            <a:spLocks noGrp="1"/>
          </p:cNvSpPr>
          <p:nvPr>
            <p:ph type="body" sz="quarter" idx="19" hasCustomPrompt="1"/>
          </p:nvPr>
        </p:nvSpPr>
        <p:spPr>
          <a:xfrm>
            <a:off x="667266" y="1473157"/>
            <a:ext cx="5429250" cy="298207"/>
          </a:xfrm>
        </p:spPr>
        <p:txBody>
          <a:bodyPr/>
          <a:lstStyle>
            <a:lvl1pPr marL="0" indent="0">
              <a:buNone/>
              <a:defRPr b="1">
                <a:solidFill>
                  <a:srgbClr val="334EA2"/>
                </a:solidFill>
              </a:defRPr>
            </a:lvl1pPr>
          </a:lstStyle>
          <a:p>
            <a:pPr lvl="0"/>
            <a:r>
              <a:rPr lang="en-US"/>
              <a:t>Process Flow / Timeline stages</a:t>
            </a:r>
            <a:endParaRPr lang="en-GB"/>
          </a:p>
        </p:txBody>
      </p:sp>
      <p:sp>
        <p:nvSpPr>
          <p:cNvPr id="4" name="Picture Placeholder 3">
            <a:extLst>
              <a:ext uri="{FF2B5EF4-FFF2-40B4-BE49-F238E27FC236}">
                <a16:creationId xmlns:a16="http://schemas.microsoft.com/office/drawing/2014/main" id="{F1269816-8FC2-4AC3-BFFF-2B87CFA7FEDD}"/>
              </a:ext>
            </a:extLst>
          </p:cNvPr>
          <p:cNvSpPr>
            <a:spLocks noGrp="1"/>
          </p:cNvSpPr>
          <p:nvPr>
            <p:ph type="pic" sz="quarter" idx="20" hasCustomPrompt="1"/>
          </p:nvPr>
        </p:nvSpPr>
        <p:spPr>
          <a:xfrm>
            <a:off x="8046721" y="300488"/>
            <a:ext cx="2869390" cy="592738"/>
          </a:xfrm>
          <a:noFill/>
        </p:spPr>
        <p:txBody>
          <a:bodyPr anchor="ctr"/>
          <a:lstStyle>
            <a:lvl1pPr marL="0" indent="0" algn="ctr">
              <a:buNone/>
              <a:defRPr b="0"/>
            </a:lvl1pPr>
          </a:lstStyle>
          <a:p>
            <a:r>
              <a:rPr lang="en-GB"/>
              <a:t>Insert Customer Logo</a:t>
            </a:r>
          </a:p>
        </p:txBody>
      </p:sp>
      <p:sp>
        <p:nvSpPr>
          <p:cNvPr id="6" name="Text Placeholder 5">
            <a:extLst>
              <a:ext uri="{FF2B5EF4-FFF2-40B4-BE49-F238E27FC236}">
                <a16:creationId xmlns:a16="http://schemas.microsoft.com/office/drawing/2014/main" id="{945DA355-0681-4A42-BBA3-E19ED6223B46}"/>
              </a:ext>
            </a:extLst>
          </p:cNvPr>
          <p:cNvSpPr>
            <a:spLocks noGrp="1"/>
          </p:cNvSpPr>
          <p:nvPr>
            <p:ph type="body" sz="quarter" idx="21" hasCustomPrompt="1"/>
          </p:nvPr>
        </p:nvSpPr>
        <p:spPr>
          <a:xfrm>
            <a:off x="1040351" y="2332014"/>
            <a:ext cx="1838325" cy="390525"/>
          </a:xfrm>
        </p:spPr>
        <p:txBody>
          <a:bodyPr anchor="ctr"/>
          <a:lstStyle>
            <a:lvl1pPr marL="0" indent="0" algn="ctr">
              <a:buNone/>
              <a:defRPr b="1">
                <a:solidFill>
                  <a:schemeClr val="bg1"/>
                </a:solidFill>
              </a:defRPr>
            </a:lvl1pPr>
            <a:lvl2pPr>
              <a:defRPr b="1">
                <a:solidFill>
                  <a:schemeClr val="bg1"/>
                </a:solidFill>
              </a:defRPr>
            </a:lvl2pPr>
            <a:lvl3pPr>
              <a:defRPr b="1">
                <a:solidFill>
                  <a:schemeClr val="bg1"/>
                </a:solidFill>
              </a:defRPr>
            </a:lvl3pPr>
            <a:lvl4pPr>
              <a:defRPr b="1">
                <a:solidFill>
                  <a:schemeClr val="bg1"/>
                </a:solidFill>
              </a:defRPr>
            </a:lvl4pPr>
            <a:lvl5pPr marL="1828800" indent="0">
              <a:buNone/>
              <a:defRPr b="1">
                <a:solidFill>
                  <a:schemeClr val="bg1"/>
                </a:solidFill>
              </a:defRPr>
            </a:lvl5pPr>
          </a:lstStyle>
          <a:p>
            <a:pPr lvl="0"/>
            <a:r>
              <a:rPr lang="en-GB"/>
              <a:t>Achieved</a:t>
            </a:r>
          </a:p>
        </p:txBody>
      </p:sp>
      <p:sp>
        <p:nvSpPr>
          <p:cNvPr id="24" name="Text Placeholder 5">
            <a:extLst>
              <a:ext uri="{FF2B5EF4-FFF2-40B4-BE49-F238E27FC236}">
                <a16:creationId xmlns:a16="http://schemas.microsoft.com/office/drawing/2014/main" id="{44AACBEC-F62E-46C0-8B08-9CE919B61B25}"/>
              </a:ext>
            </a:extLst>
          </p:cNvPr>
          <p:cNvSpPr>
            <a:spLocks noGrp="1"/>
          </p:cNvSpPr>
          <p:nvPr>
            <p:ph type="body" sz="quarter" idx="22" hasCustomPrompt="1"/>
          </p:nvPr>
        </p:nvSpPr>
        <p:spPr>
          <a:xfrm>
            <a:off x="3920150" y="2332014"/>
            <a:ext cx="1838325" cy="390525"/>
          </a:xfrm>
        </p:spPr>
        <p:txBody>
          <a:bodyPr anchor="ctr"/>
          <a:lstStyle>
            <a:lvl1pPr marL="0" indent="0" algn="ctr">
              <a:buNone/>
              <a:defRPr b="1">
                <a:solidFill>
                  <a:schemeClr val="bg1"/>
                </a:solidFill>
              </a:defRPr>
            </a:lvl1pPr>
            <a:lvl2pPr>
              <a:defRPr b="1">
                <a:solidFill>
                  <a:schemeClr val="bg1"/>
                </a:solidFill>
              </a:defRPr>
            </a:lvl2pPr>
            <a:lvl3pPr>
              <a:defRPr b="1">
                <a:solidFill>
                  <a:schemeClr val="bg1"/>
                </a:solidFill>
              </a:defRPr>
            </a:lvl3pPr>
            <a:lvl4pPr>
              <a:defRPr b="1">
                <a:solidFill>
                  <a:schemeClr val="bg1"/>
                </a:solidFill>
              </a:defRPr>
            </a:lvl4pPr>
            <a:lvl5pPr marL="1828800" indent="0">
              <a:buNone/>
              <a:defRPr b="1">
                <a:solidFill>
                  <a:schemeClr val="bg1"/>
                </a:solidFill>
              </a:defRPr>
            </a:lvl5pPr>
          </a:lstStyle>
          <a:p>
            <a:pPr lvl="0"/>
            <a:r>
              <a:rPr lang="en-GB"/>
              <a:t>Current projects</a:t>
            </a:r>
          </a:p>
        </p:txBody>
      </p:sp>
      <p:sp>
        <p:nvSpPr>
          <p:cNvPr id="25" name="Text Placeholder 5">
            <a:extLst>
              <a:ext uri="{FF2B5EF4-FFF2-40B4-BE49-F238E27FC236}">
                <a16:creationId xmlns:a16="http://schemas.microsoft.com/office/drawing/2014/main" id="{80407CFB-0133-4969-9F60-63FDB000BEE5}"/>
              </a:ext>
            </a:extLst>
          </p:cNvPr>
          <p:cNvSpPr>
            <a:spLocks noGrp="1"/>
          </p:cNvSpPr>
          <p:nvPr>
            <p:ph type="body" sz="quarter" idx="23" hasCustomPrompt="1"/>
          </p:nvPr>
        </p:nvSpPr>
        <p:spPr>
          <a:xfrm>
            <a:off x="6668092" y="2332014"/>
            <a:ext cx="1838325" cy="390525"/>
          </a:xfrm>
        </p:spPr>
        <p:txBody>
          <a:bodyPr anchor="ctr"/>
          <a:lstStyle>
            <a:lvl1pPr marL="0" indent="0" algn="ctr">
              <a:buNone/>
              <a:defRPr b="1">
                <a:solidFill>
                  <a:schemeClr val="bg1"/>
                </a:solidFill>
              </a:defRPr>
            </a:lvl1pPr>
            <a:lvl2pPr>
              <a:defRPr b="1">
                <a:solidFill>
                  <a:schemeClr val="bg1"/>
                </a:solidFill>
              </a:defRPr>
            </a:lvl2pPr>
            <a:lvl3pPr>
              <a:defRPr b="1">
                <a:solidFill>
                  <a:schemeClr val="bg1"/>
                </a:solidFill>
              </a:defRPr>
            </a:lvl3pPr>
            <a:lvl4pPr>
              <a:defRPr b="1">
                <a:solidFill>
                  <a:schemeClr val="bg1"/>
                </a:solidFill>
              </a:defRPr>
            </a:lvl4pPr>
            <a:lvl5pPr marL="1828800" indent="0">
              <a:buNone/>
              <a:defRPr b="1">
                <a:solidFill>
                  <a:schemeClr val="bg1"/>
                </a:solidFill>
              </a:defRPr>
            </a:lvl5pPr>
          </a:lstStyle>
          <a:p>
            <a:pPr lvl="0"/>
            <a:r>
              <a:rPr lang="en-GB"/>
              <a:t>Future projects</a:t>
            </a:r>
          </a:p>
        </p:txBody>
      </p:sp>
      <p:sp>
        <p:nvSpPr>
          <p:cNvPr id="30" name="Text Placeholder 5">
            <a:extLst>
              <a:ext uri="{FF2B5EF4-FFF2-40B4-BE49-F238E27FC236}">
                <a16:creationId xmlns:a16="http://schemas.microsoft.com/office/drawing/2014/main" id="{5AF70C9A-CF79-4D56-A8AE-17FE4090514E}"/>
              </a:ext>
            </a:extLst>
          </p:cNvPr>
          <p:cNvSpPr>
            <a:spLocks noGrp="1"/>
          </p:cNvSpPr>
          <p:nvPr>
            <p:ph type="body" sz="quarter" idx="24" hasCustomPrompt="1"/>
          </p:nvPr>
        </p:nvSpPr>
        <p:spPr>
          <a:xfrm>
            <a:off x="9258300" y="2332013"/>
            <a:ext cx="2438400" cy="390525"/>
          </a:xfrm>
        </p:spPr>
        <p:txBody>
          <a:bodyPr anchor="ctr"/>
          <a:lstStyle>
            <a:lvl1pPr marL="0" indent="0" algn="ctr">
              <a:buNone/>
              <a:defRPr b="1">
                <a:solidFill>
                  <a:srgbClr val="74787B"/>
                </a:solidFill>
              </a:defRPr>
            </a:lvl1pPr>
            <a:lvl2pPr>
              <a:defRPr b="1">
                <a:solidFill>
                  <a:schemeClr val="bg1"/>
                </a:solidFill>
              </a:defRPr>
            </a:lvl2pPr>
            <a:lvl3pPr>
              <a:defRPr b="1">
                <a:solidFill>
                  <a:schemeClr val="bg1"/>
                </a:solidFill>
              </a:defRPr>
            </a:lvl3pPr>
            <a:lvl4pPr>
              <a:defRPr b="1">
                <a:solidFill>
                  <a:schemeClr val="bg1"/>
                </a:solidFill>
              </a:defRPr>
            </a:lvl4pPr>
            <a:lvl5pPr marL="1828800" indent="0">
              <a:buNone/>
              <a:defRPr b="1">
                <a:solidFill>
                  <a:schemeClr val="bg1"/>
                </a:solidFill>
              </a:defRPr>
            </a:lvl5pPr>
          </a:lstStyle>
          <a:p>
            <a:pPr lvl="0"/>
            <a:r>
              <a:rPr lang="en-GB"/>
              <a:t>Collaborative working</a:t>
            </a:r>
          </a:p>
        </p:txBody>
      </p:sp>
    </p:spTree>
    <p:extLst>
      <p:ext uri="{BB962C8B-B14F-4D97-AF65-F5344CB8AC3E}">
        <p14:creationId xmlns:p14="http://schemas.microsoft.com/office/powerpoint/2010/main" val="29066816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Picture Layout A1">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3EE9A70-91FA-4DFC-B912-9776A91E85F2}"/>
              </a:ext>
            </a:extLst>
          </p:cNvPr>
          <p:cNvSpPr>
            <a:spLocks noGrp="1"/>
          </p:cNvSpPr>
          <p:nvPr>
            <p:ph type="pic" sz="quarter" idx="11"/>
          </p:nvPr>
        </p:nvSpPr>
        <p:spPr>
          <a:xfrm>
            <a:off x="369525" y="1156112"/>
            <a:ext cx="11832000" cy="5200238"/>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3" name="Slide Number Placeholder 2">
            <a:extLst>
              <a:ext uri="{FF2B5EF4-FFF2-40B4-BE49-F238E27FC236}">
                <a16:creationId xmlns:a16="http://schemas.microsoft.com/office/drawing/2014/main" id="{A7688725-B959-46AC-B974-CA703F3667BF}"/>
              </a:ext>
            </a:extLst>
          </p:cNvPr>
          <p:cNvSpPr>
            <a:spLocks noGrp="1"/>
          </p:cNvSpPr>
          <p:nvPr>
            <p:ph type="sldNum" sz="quarter" idx="10"/>
          </p:nvPr>
        </p:nvSpPr>
        <p:spPr/>
        <p:txBody>
          <a:bodyPr/>
          <a:lstStyle/>
          <a:p>
            <a:fld id="{F9C72FE7-3E28-4995-B4B7-F4CABFB817F3}" type="slidenum">
              <a:rPr lang="en-GB" smtClean="0"/>
              <a:pPr/>
              <a:t>‹#›</a:t>
            </a:fld>
            <a:endParaRPr lang="en-GB"/>
          </a:p>
        </p:txBody>
      </p:sp>
      <p:sp>
        <p:nvSpPr>
          <p:cNvPr id="11" name="Title 1">
            <a:extLst>
              <a:ext uri="{FF2B5EF4-FFF2-40B4-BE49-F238E27FC236}">
                <a16:creationId xmlns:a16="http://schemas.microsoft.com/office/drawing/2014/main" id="{896C2FED-8270-43C8-AB75-D4428B315A8C}"/>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Tree>
    <p:extLst>
      <p:ext uri="{BB962C8B-B14F-4D97-AF65-F5344CB8AC3E}">
        <p14:creationId xmlns:p14="http://schemas.microsoft.com/office/powerpoint/2010/main" val="426952726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Picture Layout A2">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3EE9A70-91FA-4DFC-B912-9776A91E85F2}"/>
              </a:ext>
            </a:extLst>
          </p:cNvPr>
          <p:cNvSpPr>
            <a:spLocks noGrp="1"/>
          </p:cNvSpPr>
          <p:nvPr>
            <p:ph type="pic" sz="quarter" idx="11"/>
          </p:nvPr>
        </p:nvSpPr>
        <p:spPr>
          <a:xfrm>
            <a:off x="369525" y="1156112"/>
            <a:ext cx="11832000" cy="5200238"/>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3" name="Slide Number Placeholder 2">
            <a:extLst>
              <a:ext uri="{FF2B5EF4-FFF2-40B4-BE49-F238E27FC236}">
                <a16:creationId xmlns:a16="http://schemas.microsoft.com/office/drawing/2014/main" id="{A7688725-B959-46AC-B974-CA703F3667BF}"/>
              </a:ext>
            </a:extLst>
          </p:cNvPr>
          <p:cNvSpPr>
            <a:spLocks noGrp="1"/>
          </p:cNvSpPr>
          <p:nvPr>
            <p:ph type="sldNum" sz="quarter" idx="10"/>
          </p:nvPr>
        </p:nvSpPr>
        <p:spPr/>
        <p:txBody>
          <a:bodyPr/>
          <a:lstStyle/>
          <a:p>
            <a:fld id="{F9C72FE7-3E28-4995-B4B7-F4CABFB817F3}" type="slidenum">
              <a:rPr lang="en-GB" smtClean="0"/>
              <a:pPr/>
              <a:t>‹#›</a:t>
            </a:fld>
            <a:endParaRPr lang="en-GB"/>
          </a:p>
        </p:txBody>
      </p:sp>
      <p:sp>
        <p:nvSpPr>
          <p:cNvPr id="11" name="Title 1">
            <a:extLst>
              <a:ext uri="{FF2B5EF4-FFF2-40B4-BE49-F238E27FC236}">
                <a16:creationId xmlns:a16="http://schemas.microsoft.com/office/drawing/2014/main" id="{896C2FED-8270-43C8-AB75-D4428B315A8C}"/>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8" name="Subtitle 2">
            <a:extLst>
              <a:ext uri="{FF2B5EF4-FFF2-40B4-BE49-F238E27FC236}">
                <a16:creationId xmlns:a16="http://schemas.microsoft.com/office/drawing/2014/main" id="{C7CBBAD6-B0DA-4A48-95D8-27C96A418A99}"/>
              </a:ext>
            </a:extLst>
          </p:cNvPr>
          <p:cNvSpPr>
            <a:spLocks noGrp="1"/>
          </p:cNvSpPr>
          <p:nvPr>
            <p:ph type="subTitle" idx="13"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Tree>
    <p:extLst>
      <p:ext uri="{BB962C8B-B14F-4D97-AF65-F5344CB8AC3E}">
        <p14:creationId xmlns:p14="http://schemas.microsoft.com/office/powerpoint/2010/main" val="386595907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Picture Layout B1">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3EE9A70-91FA-4DFC-B912-9776A91E85F2}"/>
              </a:ext>
            </a:extLst>
          </p:cNvPr>
          <p:cNvSpPr>
            <a:spLocks noGrp="1"/>
          </p:cNvSpPr>
          <p:nvPr>
            <p:ph type="pic" sz="quarter" idx="11"/>
          </p:nvPr>
        </p:nvSpPr>
        <p:spPr>
          <a:xfrm>
            <a:off x="369525" y="3429000"/>
            <a:ext cx="11832000" cy="292735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3" name="Slide Number Placeholder 2">
            <a:extLst>
              <a:ext uri="{FF2B5EF4-FFF2-40B4-BE49-F238E27FC236}">
                <a16:creationId xmlns:a16="http://schemas.microsoft.com/office/drawing/2014/main" id="{A7688725-B959-46AC-B974-CA703F3667BF}"/>
              </a:ext>
            </a:extLst>
          </p:cNvPr>
          <p:cNvSpPr>
            <a:spLocks noGrp="1"/>
          </p:cNvSpPr>
          <p:nvPr>
            <p:ph type="sldNum" sz="quarter" idx="10"/>
          </p:nvPr>
        </p:nvSpPr>
        <p:spPr/>
        <p:txBody>
          <a:bodyPr/>
          <a:lstStyle/>
          <a:p>
            <a:fld id="{F9C72FE7-3E28-4995-B4B7-F4CABFB817F3}" type="slidenum">
              <a:rPr lang="en-GB" smtClean="0"/>
              <a:pPr/>
              <a:t>‹#›</a:t>
            </a:fld>
            <a:endParaRPr lang="en-GB"/>
          </a:p>
        </p:txBody>
      </p:sp>
      <p:sp>
        <p:nvSpPr>
          <p:cNvPr id="11" name="Title 1">
            <a:extLst>
              <a:ext uri="{FF2B5EF4-FFF2-40B4-BE49-F238E27FC236}">
                <a16:creationId xmlns:a16="http://schemas.microsoft.com/office/drawing/2014/main" id="{896C2FED-8270-43C8-AB75-D4428B315A8C}"/>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12" name="Content Placeholder 2">
            <a:extLst>
              <a:ext uri="{FF2B5EF4-FFF2-40B4-BE49-F238E27FC236}">
                <a16:creationId xmlns:a16="http://schemas.microsoft.com/office/drawing/2014/main" id="{85F8BE55-0278-414E-AE41-9F5C0BE5F0F9}"/>
              </a:ext>
            </a:extLst>
          </p:cNvPr>
          <p:cNvSpPr>
            <a:spLocks noGrp="1"/>
          </p:cNvSpPr>
          <p:nvPr>
            <p:ph idx="1"/>
          </p:nvPr>
        </p:nvSpPr>
        <p:spPr>
          <a:xfrm>
            <a:off x="667266" y="1453418"/>
            <a:ext cx="11153946" cy="1629609"/>
          </a:xfrm>
          <a:prstGeom prst="rect">
            <a:avLst/>
          </a:prstGeom>
        </p:spPr>
        <p:txBody>
          <a:bodyPr/>
          <a:lstStyle>
            <a:lvl1pPr>
              <a:buClr>
                <a:srgbClr val="CB333B"/>
              </a:buClr>
              <a:defRPr/>
            </a:lvl1pPr>
            <a:lvl3pPr>
              <a:buClr>
                <a:srgbClr val="334EA2"/>
              </a:buClr>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13" name="Straight Connector 12">
            <a:extLst>
              <a:ext uri="{FF2B5EF4-FFF2-40B4-BE49-F238E27FC236}">
                <a16:creationId xmlns:a16="http://schemas.microsoft.com/office/drawing/2014/main" id="{F4210285-22FB-460A-BF38-045CDC521E10}"/>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1890447"/>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Picture Layout B2">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3EE9A70-91FA-4DFC-B912-9776A91E85F2}"/>
              </a:ext>
            </a:extLst>
          </p:cNvPr>
          <p:cNvSpPr>
            <a:spLocks noGrp="1"/>
          </p:cNvSpPr>
          <p:nvPr>
            <p:ph type="pic" sz="quarter" idx="11"/>
          </p:nvPr>
        </p:nvSpPr>
        <p:spPr>
          <a:xfrm>
            <a:off x="369525" y="3429000"/>
            <a:ext cx="11832000" cy="292735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3" name="Slide Number Placeholder 2">
            <a:extLst>
              <a:ext uri="{FF2B5EF4-FFF2-40B4-BE49-F238E27FC236}">
                <a16:creationId xmlns:a16="http://schemas.microsoft.com/office/drawing/2014/main" id="{A7688725-B959-46AC-B974-CA703F3667BF}"/>
              </a:ext>
            </a:extLst>
          </p:cNvPr>
          <p:cNvSpPr>
            <a:spLocks noGrp="1"/>
          </p:cNvSpPr>
          <p:nvPr>
            <p:ph type="sldNum" sz="quarter" idx="10"/>
          </p:nvPr>
        </p:nvSpPr>
        <p:spPr/>
        <p:txBody>
          <a:bodyPr/>
          <a:lstStyle/>
          <a:p>
            <a:fld id="{F9C72FE7-3E28-4995-B4B7-F4CABFB817F3}" type="slidenum">
              <a:rPr lang="en-GB" smtClean="0"/>
              <a:pPr/>
              <a:t>‹#›</a:t>
            </a:fld>
            <a:endParaRPr lang="en-GB"/>
          </a:p>
        </p:txBody>
      </p:sp>
      <p:sp>
        <p:nvSpPr>
          <p:cNvPr id="11" name="Title 1">
            <a:extLst>
              <a:ext uri="{FF2B5EF4-FFF2-40B4-BE49-F238E27FC236}">
                <a16:creationId xmlns:a16="http://schemas.microsoft.com/office/drawing/2014/main" id="{896C2FED-8270-43C8-AB75-D4428B315A8C}"/>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12" name="Content Placeholder 2">
            <a:extLst>
              <a:ext uri="{FF2B5EF4-FFF2-40B4-BE49-F238E27FC236}">
                <a16:creationId xmlns:a16="http://schemas.microsoft.com/office/drawing/2014/main" id="{85F8BE55-0278-414E-AE41-9F5C0BE5F0F9}"/>
              </a:ext>
            </a:extLst>
          </p:cNvPr>
          <p:cNvSpPr>
            <a:spLocks noGrp="1"/>
          </p:cNvSpPr>
          <p:nvPr>
            <p:ph idx="1"/>
          </p:nvPr>
        </p:nvSpPr>
        <p:spPr>
          <a:xfrm>
            <a:off x="667266" y="1453418"/>
            <a:ext cx="11153946" cy="1629609"/>
          </a:xfrm>
          <a:prstGeom prst="rect">
            <a:avLst/>
          </a:prstGeom>
        </p:spPr>
        <p:txBody>
          <a:bodyPr/>
          <a:lstStyle>
            <a:lvl1pPr>
              <a:buClr>
                <a:srgbClr val="CB333B"/>
              </a:buClr>
              <a:defRPr/>
            </a:lvl1pPr>
            <a:lvl3pPr>
              <a:buClr>
                <a:srgbClr val="334EA2"/>
              </a:buClr>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13" name="Straight Connector 12">
            <a:extLst>
              <a:ext uri="{FF2B5EF4-FFF2-40B4-BE49-F238E27FC236}">
                <a16:creationId xmlns:a16="http://schemas.microsoft.com/office/drawing/2014/main" id="{F4210285-22FB-460A-BF38-045CDC521E10}"/>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15" name="Subtitle 2">
            <a:extLst>
              <a:ext uri="{FF2B5EF4-FFF2-40B4-BE49-F238E27FC236}">
                <a16:creationId xmlns:a16="http://schemas.microsoft.com/office/drawing/2014/main" id="{58FD6C79-979B-4363-AE0D-7F6066231FD4}"/>
              </a:ext>
            </a:extLst>
          </p:cNvPr>
          <p:cNvSpPr>
            <a:spLocks noGrp="1"/>
          </p:cNvSpPr>
          <p:nvPr>
            <p:ph type="subTitle" idx="13"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Tree>
    <p:extLst>
      <p:ext uri="{BB962C8B-B14F-4D97-AF65-F5344CB8AC3E}">
        <p14:creationId xmlns:p14="http://schemas.microsoft.com/office/powerpoint/2010/main" val="246298459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Picture Layout B3">
    <p:spTree>
      <p:nvGrpSpPr>
        <p:cNvPr id="1" name=""/>
        <p:cNvGrpSpPr/>
        <p:nvPr/>
      </p:nvGrpSpPr>
      <p:grpSpPr>
        <a:xfrm>
          <a:off x="0" y="0"/>
          <a:ext cx="0" cy="0"/>
          <a:chOff x="0" y="0"/>
          <a:chExt cx="0" cy="0"/>
        </a:xfrm>
      </p:grpSpPr>
      <p:sp>
        <p:nvSpPr>
          <p:cNvPr id="16" name="Picture Placeholder 4">
            <a:extLst>
              <a:ext uri="{FF2B5EF4-FFF2-40B4-BE49-F238E27FC236}">
                <a16:creationId xmlns:a16="http://schemas.microsoft.com/office/drawing/2014/main" id="{CD9F3CF4-334E-4E3C-B2B5-54DE047F4693}"/>
              </a:ext>
            </a:extLst>
          </p:cNvPr>
          <p:cNvSpPr>
            <a:spLocks noGrp="1"/>
          </p:cNvSpPr>
          <p:nvPr>
            <p:ph type="pic" sz="quarter" idx="14"/>
          </p:nvPr>
        </p:nvSpPr>
        <p:spPr>
          <a:xfrm>
            <a:off x="6378000" y="3429000"/>
            <a:ext cx="5814000" cy="292735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5" name="Picture Placeholder 4">
            <a:extLst>
              <a:ext uri="{FF2B5EF4-FFF2-40B4-BE49-F238E27FC236}">
                <a16:creationId xmlns:a16="http://schemas.microsoft.com/office/drawing/2014/main" id="{73EE9A70-91FA-4DFC-B912-9776A91E85F2}"/>
              </a:ext>
            </a:extLst>
          </p:cNvPr>
          <p:cNvSpPr>
            <a:spLocks noGrp="1"/>
          </p:cNvSpPr>
          <p:nvPr>
            <p:ph type="pic" sz="quarter" idx="11"/>
          </p:nvPr>
        </p:nvSpPr>
        <p:spPr>
          <a:xfrm>
            <a:off x="369212" y="3429000"/>
            <a:ext cx="5814000" cy="292735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3" name="Slide Number Placeholder 2">
            <a:extLst>
              <a:ext uri="{FF2B5EF4-FFF2-40B4-BE49-F238E27FC236}">
                <a16:creationId xmlns:a16="http://schemas.microsoft.com/office/drawing/2014/main" id="{A7688725-B959-46AC-B974-CA703F3667BF}"/>
              </a:ext>
            </a:extLst>
          </p:cNvPr>
          <p:cNvSpPr>
            <a:spLocks noGrp="1"/>
          </p:cNvSpPr>
          <p:nvPr>
            <p:ph type="sldNum" sz="quarter" idx="10"/>
          </p:nvPr>
        </p:nvSpPr>
        <p:spPr/>
        <p:txBody>
          <a:bodyPr/>
          <a:lstStyle/>
          <a:p>
            <a:fld id="{F9C72FE7-3E28-4995-B4B7-F4CABFB817F3}" type="slidenum">
              <a:rPr lang="en-GB" smtClean="0"/>
              <a:pPr/>
              <a:t>‹#›</a:t>
            </a:fld>
            <a:endParaRPr lang="en-GB"/>
          </a:p>
        </p:txBody>
      </p:sp>
      <p:sp>
        <p:nvSpPr>
          <p:cNvPr id="11" name="Title 1">
            <a:extLst>
              <a:ext uri="{FF2B5EF4-FFF2-40B4-BE49-F238E27FC236}">
                <a16:creationId xmlns:a16="http://schemas.microsoft.com/office/drawing/2014/main" id="{896C2FED-8270-43C8-AB75-D4428B315A8C}"/>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cxnSp>
        <p:nvCxnSpPr>
          <p:cNvPr id="13" name="Straight Connector 12">
            <a:extLst>
              <a:ext uri="{FF2B5EF4-FFF2-40B4-BE49-F238E27FC236}">
                <a16:creationId xmlns:a16="http://schemas.microsoft.com/office/drawing/2014/main" id="{F4210285-22FB-460A-BF38-045CDC521E10}"/>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19" name="Content Placeholder 2">
            <a:extLst>
              <a:ext uri="{FF2B5EF4-FFF2-40B4-BE49-F238E27FC236}">
                <a16:creationId xmlns:a16="http://schemas.microsoft.com/office/drawing/2014/main" id="{17EE3D8E-E9E1-4656-AA68-B00B0C2F3799}"/>
              </a:ext>
            </a:extLst>
          </p:cNvPr>
          <p:cNvSpPr>
            <a:spLocks noGrp="1"/>
          </p:cNvSpPr>
          <p:nvPr>
            <p:ph idx="1"/>
          </p:nvPr>
        </p:nvSpPr>
        <p:spPr>
          <a:xfrm>
            <a:off x="667266" y="1453418"/>
            <a:ext cx="11153946" cy="1629609"/>
          </a:xfrm>
          <a:prstGeom prst="rect">
            <a:avLst/>
          </a:prstGeom>
        </p:spPr>
        <p:txBody>
          <a:bodyPr/>
          <a:lstStyle>
            <a:lvl1pPr>
              <a:buClr>
                <a:srgbClr val="CB333B"/>
              </a:buClr>
              <a:defRPr/>
            </a:lvl1pPr>
            <a:lvl3pPr>
              <a:buClr>
                <a:srgbClr val="334EA2"/>
              </a:buClr>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18747595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Picture Layout B4">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3EE9A70-91FA-4DFC-B912-9776A91E85F2}"/>
              </a:ext>
            </a:extLst>
          </p:cNvPr>
          <p:cNvSpPr>
            <a:spLocks noGrp="1"/>
          </p:cNvSpPr>
          <p:nvPr>
            <p:ph type="pic" sz="quarter" idx="11"/>
          </p:nvPr>
        </p:nvSpPr>
        <p:spPr>
          <a:xfrm>
            <a:off x="369212" y="3429000"/>
            <a:ext cx="5814000" cy="292735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16" name="Picture Placeholder 4">
            <a:extLst>
              <a:ext uri="{FF2B5EF4-FFF2-40B4-BE49-F238E27FC236}">
                <a16:creationId xmlns:a16="http://schemas.microsoft.com/office/drawing/2014/main" id="{CD9F3CF4-334E-4E3C-B2B5-54DE047F4693}"/>
              </a:ext>
            </a:extLst>
          </p:cNvPr>
          <p:cNvSpPr>
            <a:spLocks noGrp="1"/>
          </p:cNvSpPr>
          <p:nvPr>
            <p:ph type="pic" sz="quarter" idx="14"/>
          </p:nvPr>
        </p:nvSpPr>
        <p:spPr>
          <a:xfrm>
            <a:off x="6378000" y="3429000"/>
            <a:ext cx="5814000" cy="292735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3" name="Slide Number Placeholder 2">
            <a:extLst>
              <a:ext uri="{FF2B5EF4-FFF2-40B4-BE49-F238E27FC236}">
                <a16:creationId xmlns:a16="http://schemas.microsoft.com/office/drawing/2014/main" id="{A7688725-B959-46AC-B974-CA703F3667BF}"/>
              </a:ext>
            </a:extLst>
          </p:cNvPr>
          <p:cNvSpPr>
            <a:spLocks noGrp="1"/>
          </p:cNvSpPr>
          <p:nvPr>
            <p:ph type="sldNum" sz="quarter" idx="10"/>
          </p:nvPr>
        </p:nvSpPr>
        <p:spPr/>
        <p:txBody>
          <a:bodyPr/>
          <a:lstStyle/>
          <a:p>
            <a:fld id="{F9C72FE7-3E28-4995-B4B7-F4CABFB817F3}" type="slidenum">
              <a:rPr lang="en-GB" smtClean="0"/>
              <a:pPr/>
              <a:t>‹#›</a:t>
            </a:fld>
            <a:endParaRPr lang="en-GB"/>
          </a:p>
        </p:txBody>
      </p:sp>
      <p:sp>
        <p:nvSpPr>
          <p:cNvPr id="11" name="Title 1">
            <a:extLst>
              <a:ext uri="{FF2B5EF4-FFF2-40B4-BE49-F238E27FC236}">
                <a16:creationId xmlns:a16="http://schemas.microsoft.com/office/drawing/2014/main" id="{896C2FED-8270-43C8-AB75-D4428B315A8C}"/>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cxnSp>
        <p:nvCxnSpPr>
          <p:cNvPr id="13" name="Straight Connector 12">
            <a:extLst>
              <a:ext uri="{FF2B5EF4-FFF2-40B4-BE49-F238E27FC236}">
                <a16:creationId xmlns:a16="http://schemas.microsoft.com/office/drawing/2014/main" id="{F4210285-22FB-460A-BF38-045CDC521E10}"/>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15" name="Subtitle 2">
            <a:extLst>
              <a:ext uri="{FF2B5EF4-FFF2-40B4-BE49-F238E27FC236}">
                <a16:creationId xmlns:a16="http://schemas.microsoft.com/office/drawing/2014/main" id="{58FD6C79-979B-4363-AE0D-7F6066231FD4}"/>
              </a:ext>
            </a:extLst>
          </p:cNvPr>
          <p:cNvSpPr>
            <a:spLocks noGrp="1"/>
          </p:cNvSpPr>
          <p:nvPr>
            <p:ph type="subTitle" idx="13"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
        <p:nvSpPr>
          <p:cNvPr id="17" name="Content Placeholder 2">
            <a:extLst>
              <a:ext uri="{FF2B5EF4-FFF2-40B4-BE49-F238E27FC236}">
                <a16:creationId xmlns:a16="http://schemas.microsoft.com/office/drawing/2014/main" id="{B6B43F72-83DC-4D0E-94D2-125491A2BD42}"/>
              </a:ext>
            </a:extLst>
          </p:cNvPr>
          <p:cNvSpPr>
            <a:spLocks noGrp="1"/>
          </p:cNvSpPr>
          <p:nvPr>
            <p:ph idx="1"/>
          </p:nvPr>
        </p:nvSpPr>
        <p:spPr>
          <a:xfrm>
            <a:off x="667266" y="1453418"/>
            <a:ext cx="11153946" cy="1629609"/>
          </a:xfrm>
          <a:prstGeom prst="rect">
            <a:avLst/>
          </a:prstGeom>
        </p:spPr>
        <p:txBody>
          <a:bodyPr/>
          <a:lstStyle>
            <a:lvl1pPr>
              <a:buClr>
                <a:srgbClr val="CB333B"/>
              </a:buClr>
              <a:defRPr/>
            </a:lvl1pPr>
            <a:lvl3pPr>
              <a:buClr>
                <a:srgbClr val="334EA2"/>
              </a:buClr>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74093591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Picture Layout B5">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3EE9A70-91FA-4DFC-B912-9776A91E85F2}"/>
              </a:ext>
            </a:extLst>
          </p:cNvPr>
          <p:cNvSpPr>
            <a:spLocks noGrp="1"/>
          </p:cNvSpPr>
          <p:nvPr>
            <p:ph type="pic" sz="quarter" idx="11"/>
          </p:nvPr>
        </p:nvSpPr>
        <p:spPr>
          <a:xfrm>
            <a:off x="369212" y="3429000"/>
            <a:ext cx="3851914" cy="292735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3" name="Slide Number Placeholder 2">
            <a:extLst>
              <a:ext uri="{FF2B5EF4-FFF2-40B4-BE49-F238E27FC236}">
                <a16:creationId xmlns:a16="http://schemas.microsoft.com/office/drawing/2014/main" id="{A7688725-B959-46AC-B974-CA703F3667BF}"/>
              </a:ext>
            </a:extLst>
          </p:cNvPr>
          <p:cNvSpPr>
            <a:spLocks noGrp="1"/>
          </p:cNvSpPr>
          <p:nvPr>
            <p:ph type="sldNum" sz="quarter" idx="10"/>
          </p:nvPr>
        </p:nvSpPr>
        <p:spPr/>
        <p:txBody>
          <a:bodyPr/>
          <a:lstStyle/>
          <a:p>
            <a:fld id="{F9C72FE7-3E28-4995-B4B7-F4CABFB817F3}" type="slidenum">
              <a:rPr lang="en-GB" smtClean="0"/>
              <a:pPr/>
              <a:t>‹#›</a:t>
            </a:fld>
            <a:endParaRPr lang="en-GB"/>
          </a:p>
        </p:txBody>
      </p:sp>
      <p:sp>
        <p:nvSpPr>
          <p:cNvPr id="11" name="Title 1">
            <a:extLst>
              <a:ext uri="{FF2B5EF4-FFF2-40B4-BE49-F238E27FC236}">
                <a16:creationId xmlns:a16="http://schemas.microsoft.com/office/drawing/2014/main" id="{896C2FED-8270-43C8-AB75-D4428B315A8C}"/>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cxnSp>
        <p:nvCxnSpPr>
          <p:cNvPr id="13" name="Straight Connector 12">
            <a:extLst>
              <a:ext uri="{FF2B5EF4-FFF2-40B4-BE49-F238E27FC236}">
                <a16:creationId xmlns:a16="http://schemas.microsoft.com/office/drawing/2014/main" id="{F4210285-22FB-460A-BF38-045CDC521E10}"/>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19" name="Content Placeholder 2">
            <a:extLst>
              <a:ext uri="{FF2B5EF4-FFF2-40B4-BE49-F238E27FC236}">
                <a16:creationId xmlns:a16="http://schemas.microsoft.com/office/drawing/2014/main" id="{17EE3D8E-E9E1-4656-AA68-B00B0C2F3799}"/>
              </a:ext>
            </a:extLst>
          </p:cNvPr>
          <p:cNvSpPr>
            <a:spLocks noGrp="1"/>
          </p:cNvSpPr>
          <p:nvPr>
            <p:ph idx="1"/>
          </p:nvPr>
        </p:nvSpPr>
        <p:spPr>
          <a:xfrm>
            <a:off x="667266" y="1453418"/>
            <a:ext cx="11153946" cy="1629609"/>
          </a:xfrm>
          <a:prstGeom prst="rect">
            <a:avLst/>
          </a:prstGeom>
        </p:spPr>
        <p:txBody>
          <a:bodyPr/>
          <a:lstStyle>
            <a:lvl1pPr>
              <a:buClr>
                <a:srgbClr val="CB333B"/>
              </a:buClr>
              <a:defRPr/>
            </a:lvl1pPr>
            <a:lvl3pPr>
              <a:buClr>
                <a:srgbClr val="334EA2"/>
              </a:buClr>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Picture Placeholder 4">
            <a:extLst>
              <a:ext uri="{FF2B5EF4-FFF2-40B4-BE49-F238E27FC236}">
                <a16:creationId xmlns:a16="http://schemas.microsoft.com/office/drawing/2014/main" id="{BBE5849B-5646-439E-BF04-560DD390B496}"/>
              </a:ext>
            </a:extLst>
          </p:cNvPr>
          <p:cNvSpPr>
            <a:spLocks noGrp="1"/>
          </p:cNvSpPr>
          <p:nvPr>
            <p:ph type="pic" sz="quarter" idx="12"/>
          </p:nvPr>
        </p:nvSpPr>
        <p:spPr>
          <a:xfrm>
            <a:off x="4354649" y="3429000"/>
            <a:ext cx="3851914" cy="292735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10" name="Picture Placeholder 4">
            <a:extLst>
              <a:ext uri="{FF2B5EF4-FFF2-40B4-BE49-F238E27FC236}">
                <a16:creationId xmlns:a16="http://schemas.microsoft.com/office/drawing/2014/main" id="{AE0783A2-2C3D-4359-9896-BC40FA67F2DF}"/>
              </a:ext>
            </a:extLst>
          </p:cNvPr>
          <p:cNvSpPr>
            <a:spLocks noGrp="1"/>
          </p:cNvSpPr>
          <p:nvPr>
            <p:ph type="pic" sz="quarter" idx="13"/>
          </p:nvPr>
        </p:nvSpPr>
        <p:spPr>
          <a:xfrm>
            <a:off x="8340086" y="3429000"/>
            <a:ext cx="3851914" cy="292735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Tree>
    <p:extLst>
      <p:ext uri="{BB962C8B-B14F-4D97-AF65-F5344CB8AC3E}">
        <p14:creationId xmlns:p14="http://schemas.microsoft.com/office/powerpoint/2010/main" val="2822205559"/>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Picture Layout B6">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3EE9A70-91FA-4DFC-B912-9776A91E85F2}"/>
              </a:ext>
            </a:extLst>
          </p:cNvPr>
          <p:cNvSpPr>
            <a:spLocks noGrp="1"/>
          </p:cNvSpPr>
          <p:nvPr>
            <p:ph type="pic" sz="quarter" idx="11"/>
          </p:nvPr>
        </p:nvSpPr>
        <p:spPr>
          <a:xfrm>
            <a:off x="369212" y="3429000"/>
            <a:ext cx="3851914" cy="292735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3" name="Slide Number Placeholder 2">
            <a:extLst>
              <a:ext uri="{FF2B5EF4-FFF2-40B4-BE49-F238E27FC236}">
                <a16:creationId xmlns:a16="http://schemas.microsoft.com/office/drawing/2014/main" id="{A7688725-B959-46AC-B974-CA703F3667BF}"/>
              </a:ext>
            </a:extLst>
          </p:cNvPr>
          <p:cNvSpPr>
            <a:spLocks noGrp="1"/>
          </p:cNvSpPr>
          <p:nvPr>
            <p:ph type="sldNum" sz="quarter" idx="10"/>
          </p:nvPr>
        </p:nvSpPr>
        <p:spPr/>
        <p:txBody>
          <a:bodyPr/>
          <a:lstStyle/>
          <a:p>
            <a:fld id="{F9C72FE7-3E28-4995-B4B7-F4CABFB817F3}" type="slidenum">
              <a:rPr lang="en-GB" smtClean="0"/>
              <a:pPr/>
              <a:t>‹#›</a:t>
            </a:fld>
            <a:endParaRPr lang="en-GB"/>
          </a:p>
        </p:txBody>
      </p:sp>
      <p:sp>
        <p:nvSpPr>
          <p:cNvPr id="11" name="Title 1">
            <a:extLst>
              <a:ext uri="{FF2B5EF4-FFF2-40B4-BE49-F238E27FC236}">
                <a16:creationId xmlns:a16="http://schemas.microsoft.com/office/drawing/2014/main" id="{896C2FED-8270-43C8-AB75-D4428B315A8C}"/>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cxnSp>
        <p:nvCxnSpPr>
          <p:cNvPr id="13" name="Straight Connector 12">
            <a:extLst>
              <a:ext uri="{FF2B5EF4-FFF2-40B4-BE49-F238E27FC236}">
                <a16:creationId xmlns:a16="http://schemas.microsoft.com/office/drawing/2014/main" id="{F4210285-22FB-460A-BF38-045CDC521E10}"/>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19" name="Content Placeholder 2">
            <a:extLst>
              <a:ext uri="{FF2B5EF4-FFF2-40B4-BE49-F238E27FC236}">
                <a16:creationId xmlns:a16="http://schemas.microsoft.com/office/drawing/2014/main" id="{17EE3D8E-E9E1-4656-AA68-B00B0C2F3799}"/>
              </a:ext>
            </a:extLst>
          </p:cNvPr>
          <p:cNvSpPr>
            <a:spLocks noGrp="1"/>
          </p:cNvSpPr>
          <p:nvPr>
            <p:ph idx="1"/>
          </p:nvPr>
        </p:nvSpPr>
        <p:spPr>
          <a:xfrm>
            <a:off x="667266" y="1453418"/>
            <a:ext cx="11153946" cy="1629609"/>
          </a:xfrm>
          <a:prstGeom prst="rect">
            <a:avLst/>
          </a:prstGeom>
        </p:spPr>
        <p:txBody>
          <a:bodyPr/>
          <a:lstStyle>
            <a:lvl1pPr>
              <a:buClr>
                <a:srgbClr val="CB333B"/>
              </a:buClr>
              <a:defRPr/>
            </a:lvl1pPr>
            <a:lvl3pPr>
              <a:buClr>
                <a:srgbClr val="334EA2"/>
              </a:buClr>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Picture Placeholder 4">
            <a:extLst>
              <a:ext uri="{FF2B5EF4-FFF2-40B4-BE49-F238E27FC236}">
                <a16:creationId xmlns:a16="http://schemas.microsoft.com/office/drawing/2014/main" id="{BBE5849B-5646-439E-BF04-560DD390B496}"/>
              </a:ext>
            </a:extLst>
          </p:cNvPr>
          <p:cNvSpPr>
            <a:spLocks noGrp="1"/>
          </p:cNvSpPr>
          <p:nvPr>
            <p:ph type="pic" sz="quarter" idx="12"/>
          </p:nvPr>
        </p:nvSpPr>
        <p:spPr>
          <a:xfrm>
            <a:off x="4354649" y="3429000"/>
            <a:ext cx="3851914" cy="292735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10" name="Picture Placeholder 4">
            <a:extLst>
              <a:ext uri="{FF2B5EF4-FFF2-40B4-BE49-F238E27FC236}">
                <a16:creationId xmlns:a16="http://schemas.microsoft.com/office/drawing/2014/main" id="{AE0783A2-2C3D-4359-9896-BC40FA67F2DF}"/>
              </a:ext>
            </a:extLst>
          </p:cNvPr>
          <p:cNvSpPr>
            <a:spLocks noGrp="1"/>
          </p:cNvSpPr>
          <p:nvPr>
            <p:ph type="pic" sz="quarter" idx="13"/>
          </p:nvPr>
        </p:nvSpPr>
        <p:spPr>
          <a:xfrm>
            <a:off x="8340086" y="3429000"/>
            <a:ext cx="3851914" cy="292735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12" name="Subtitle 2">
            <a:extLst>
              <a:ext uri="{FF2B5EF4-FFF2-40B4-BE49-F238E27FC236}">
                <a16:creationId xmlns:a16="http://schemas.microsoft.com/office/drawing/2014/main" id="{80E8DD4F-59A5-48B5-9207-ACB3F71B5FD2}"/>
              </a:ext>
            </a:extLst>
          </p:cNvPr>
          <p:cNvSpPr>
            <a:spLocks noGrp="1"/>
          </p:cNvSpPr>
          <p:nvPr>
            <p:ph type="subTitle" idx="14"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Tree>
    <p:extLst>
      <p:ext uri="{BB962C8B-B14F-4D97-AF65-F5344CB8AC3E}">
        <p14:creationId xmlns:p14="http://schemas.microsoft.com/office/powerpoint/2010/main" val="936432170"/>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Picture Layout C1">
    <p:spTree>
      <p:nvGrpSpPr>
        <p:cNvPr id="1" name=""/>
        <p:cNvGrpSpPr/>
        <p:nvPr/>
      </p:nvGrpSpPr>
      <p:grpSpPr>
        <a:xfrm>
          <a:off x="0" y="0"/>
          <a:ext cx="0" cy="0"/>
          <a:chOff x="0" y="0"/>
          <a:chExt cx="0" cy="0"/>
        </a:xfrm>
      </p:grpSpPr>
      <p:sp>
        <p:nvSpPr>
          <p:cNvPr id="16" name="Picture Placeholder 4">
            <a:extLst>
              <a:ext uri="{FF2B5EF4-FFF2-40B4-BE49-F238E27FC236}">
                <a16:creationId xmlns:a16="http://schemas.microsoft.com/office/drawing/2014/main" id="{CD9F3CF4-334E-4E3C-B2B5-54DE047F4693}"/>
              </a:ext>
            </a:extLst>
          </p:cNvPr>
          <p:cNvSpPr>
            <a:spLocks noGrp="1"/>
          </p:cNvSpPr>
          <p:nvPr>
            <p:ph type="pic" sz="quarter" idx="14"/>
          </p:nvPr>
        </p:nvSpPr>
        <p:spPr>
          <a:xfrm>
            <a:off x="5924550" y="1430887"/>
            <a:ext cx="6267450" cy="4947987"/>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3" name="Slide Number Placeholder 2">
            <a:extLst>
              <a:ext uri="{FF2B5EF4-FFF2-40B4-BE49-F238E27FC236}">
                <a16:creationId xmlns:a16="http://schemas.microsoft.com/office/drawing/2014/main" id="{A7688725-B959-46AC-B974-CA703F3667BF}"/>
              </a:ext>
            </a:extLst>
          </p:cNvPr>
          <p:cNvSpPr>
            <a:spLocks noGrp="1"/>
          </p:cNvSpPr>
          <p:nvPr>
            <p:ph type="sldNum" sz="quarter" idx="10"/>
          </p:nvPr>
        </p:nvSpPr>
        <p:spPr/>
        <p:txBody>
          <a:bodyPr/>
          <a:lstStyle/>
          <a:p>
            <a:fld id="{F9C72FE7-3E28-4995-B4B7-F4CABFB817F3}" type="slidenum">
              <a:rPr lang="en-GB" smtClean="0"/>
              <a:pPr/>
              <a:t>‹#›</a:t>
            </a:fld>
            <a:endParaRPr lang="en-GB"/>
          </a:p>
        </p:txBody>
      </p:sp>
      <p:sp>
        <p:nvSpPr>
          <p:cNvPr id="11" name="Title 1">
            <a:extLst>
              <a:ext uri="{FF2B5EF4-FFF2-40B4-BE49-F238E27FC236}">
                <a16:creationId xmlns:a16="http://schemas.microsoft.com/office/drawing/2014/main" id="{896C2FED-8270-43C8-AB75-D4428B315A8C}"/>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cxnSp>
        <p:nvCxnSpPr>
          <p:cNvPr id="13" name="Straight Connector 12">
            <a:extLst>
              <a:ext uri="{FF2B5EF4-FFF2-40B4-BE49-F238E27FC236}">
                <a16:creationId xmlns:a16="http://schemas.microsoft.com/office/drawing/2014/main" id="{F4210285-22FB-460A-BF38-045CDC521E10}"/>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19" name="Content Placeholder 2">
            <a:extLst>
              <a:ext uri="{FF2B5EF4-FFF2-40B4-BE49-F238E27FC236}">
                <a16:creationId xmlns:a16="http://schemas.microsoft.com/office/drawing/2014/main" id="{D158AEA5-459E-40B0-82E6-7E36F13EE866}"/>
              </a:ext>
            </a:extLst>
          </p:cNvPr>
          <p:cNvSpPr>
            <a:spLocks noGrp="1"/>
          </p:cNvSpPr>
          <p:nvPr>
            <p:ph idx="1"/>
          </p:nvPr>
        </p:nvSpPr>
        <p:spPr>
          <a:xfrm>
            <a:off x="667267" y="1430887"/>
            <a:ext cx="5088676" cy="4925457"/>
          </a:xfrm>
          <a:prstGeom prst="rect">
            <a:avLst/>
          </a:prstGeom>
        </p:spPr>
        <p:txBody>
          <a:bodyPr/>
          <a:lstStyle>
            <a:lvl1pPr>
              <a:buClr>
                <a:srgbClr val="CB333B"/>
              </a:buClr>
              <a:defRPr/>
            </a:lvl1pPr>
            <a:lvl3pPr>
              <a:buClr>
                <a:srgbClr val="334EA2"/>
              </a:buClr>
              <a:defRPr/>
            </a:lvl3pPr>
            <a:lvl5pPr>
              <a:buClr>
                <a:srgbClr val="74787B"/>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371586292"/>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Picture Layout C2">
    <p:spTree>
      <p:nvGrpSpPr>
        <p:cNvPr id="1" name=""/>
        <p:cNvGrpSpPr/>
        <p:nvPr/>
      </p:nvGrpSpPr>
      <p:grpSpPr>
        <a:xfrm>
          <a:off x="0" y="0"/>
          <a:ext cx="0" cy="0"/>
          <a:chOff x="0" y="0"/>
          <a:chExt cx="0" cy="0"/>
        </a:xfrm>
      </p:grpSpPr>
      <p:sp>
        <p:nvSpPr>
          <p:cNvPr id="16" name="Picture Placeholder 4">
            <a:extLst>
              <a:ext uri="{FF2B5EF4-FFF2-40B4-BE49-F238E27FC236}">
                <a16:creationId xmlns:a16="http://schemas.microsoft.com/office/drawing/2014/main" id="{CD9F3CF4-334E-4E3C-B2B5-54DE047F4693}"/>
              </a:ext>
            </a:extLst>
          </p:cNvPr>
          <p:cNvSpPr>
            <a:spLocks noGrp="1"/>
          </p:cNvSpPr>
          <p:nvPr>
            <p:ph type="pic" sz="quarter" idx="14"/>
          </p:nvPr>
        </p:nvSpPr>
        <p:spPr>
          <a:xfrm>
            <a:off x="5924550" y="1430887"/>
            <a:ext cx="6267450" cy="4947987"/>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3" name="Slide Number Placeholder 2">
            <a:extLst>
              <a:ext uri="{FF2B5EF4-FFF2-40B4-BE49-F238E27FC236}">
                <a16:creationId xmlns:a16="http://schemas.microsoft.com/office/drawing/2014/main" id="{A7688725-B959-46AC-B974-CA703F3667BF}"/>
              </a:ext>
            </a:extLst>
          </p:cNvPr>
          <p:cNvSpPr>
            <a:spLocks noGrp="1"/>
          </p:cNvSpPr>
          <p:nvPr>
            <p:ph type="sldNum" sz="quarter" idx="10"/>
          </p:nvPr>
        </p:nvSpPr>
        <p:spPr/>
        <p:txBody>
          <a:bodyPr/>
          <a:lstStyle/>
          <a:p>
            <a:fld id="{F9C72FE7-3E28-4995-B4B7-F4CABFB817F3}" type="slidenum">
              <a:rPr lang="en-GB" smtClean="0"/>
              <a:pPr/>
              <a:t>‹#›</a:t>
            </a:fld>
            <a:endParaRPr lang="en-GB"/>
          </a:p>
        </p:txBody>
      </p:sp>
      <p:sp>
        <p:nvSpPr>
          <p:cNvPr id="11" name="Title 1">
            <a:extLst>
              <a:ext uri="{FF2B5EF4-FFF2-40B4-BE49-F238E27FC236}">
                <a16:creationId xmlns:a16="http://schemas.microsoft.com/office/drawing/2014/main" id="{896C2FED-8270-43C8-AB75-D4428B315A8C}"/>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12" name="Content Placeholder 2">
            <a:extLst>
              <a:ext uri="{FF2B5EF4-FFF2-40B4-BE49-F238E27FC236}">
                <a16:creationId xmlns:a16="http://schemas.microsoft.com/office/drawing/2014/main" id="{85F8BE55-0278-414E-AE41-9F5C0BE5F0F9}"/>
              </a:ext>
            </a:extLst>
          </p:cNvPr>
          <p:cNvSpPr>
            <a:spLocks noGrp="1"/>
          </p:cNvSpPr>
          <p:nvPr>
            <p:ph idx="1"/>
          </p:nvPr>
        </p:nvSpPr>
        <p:spPr>
          <a:xfrm>
            <a:off x="667267" y="1430887"/>
            <a:ext cx="5088676" cy="4925457"/>
          </a:xfrm>
          <a:prstGeom prst="rect">
            <a:avLst/>
          </a:prstGeom>
        </p:spPr>
        <p:txBody>
          <a:bodyPr/>
          <a:lstStyle>
            <a:lvl1pPr>
              <a:buClr>
                <a:srgbClr val="CB333B"/>
              </a:buClr>
              <a:defRPr/>
            </a:lvl1pPr>
            <a:lvl3pPr>
              <a:buClr>
                <a:srgbClr val="334EA2"/>
              </a:buClr>
              <a:defRPr/>
            </a:lvl3pPr>
            <a:lvl5pPr>
              <a:buClr>
                <a:srgbClr val="74787B"/>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13" name="Straight Connector 12">
            <a:extLst>
              <a:ext uri="{FF2B5EF4-FFF2-40B4-BE49-F238E27FC236}">
                <a16:creationId xmlns:a16="http://schemas.microsoft.com/office/drawing/2014/main" id="{F4210285-22FB-460A-BF38-045CDC521E10}"/>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15" name="Subtitle 2">
            <a:extLst>
              <a:ext uri="{FF2B5EF4-FFF2-40B4-BE49-F238E27FC236}">
                <a16:creationId xmlns:a16="http://schemas.microsoft.com/office/drawing/2014/main" id="{58FD6C79-979B-4363-AE0D-7F6066231FD4}"/>
              </a:ext>
            </a:extLst>
          </p:cNvPr>
          <p:cNvSpPr>
            <a:spLocks noGrp="1"/>
          </p:cNvSpPr>
          <p:nvPr>
            <p:ph type="subTitle" idx="13"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Tree>
    <p:extLst>
      <p:ext uri="{BB962C8B-B14F-4D97-AF65-F5344CB8AC3E}">
        <p14:creationId xmlns:p14="http://schemas.microsoft.com/office/powerpoint/2010/main" val="2914772497"/>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Picture Layout D1">
    <p:spTree>
      <p:nvGrpSpPr>
        <p:cNvPr id="1" name=""/>
        <p:cNvGrpSpPr/>
        <p:nvPr/>
      </p:nvGrpSpPr>
      <p:grpSpPr>
        <a:xfrm>
          <a:off x="0" y="0"/>
          <a:ext cx="0" cy="0"/>
          <a:chOff x="0" y="0"/>
          <a:chExt cx="0" cy="0"/>
        </a:xfrm>
      </p:grpSpPr>
      <p:sp>
        <p:nvSpPr>
          <p:cNvPr id="21" name="Picture Placeholder 4">
            <a:extLst>
              <a:ext uri="{FF2B5EF4-FFF2-40B4-BE49-F238E27FC236}">
                <a16:creationId xmlns:a16="http://schemas.microsoft.com/office/drawing/2014/main" id="{E185BAA9-7824-49AF-8549-23BEA8FC337E}"/>
              </a:ext>
            </a:extLst>
          </p:cNvPr>
          <p:cNvSpPr>
            <a:spLocks noGrp="1"/>
          </p:cNvSpPr>
          <p:nvPr>
            <p:ph type="pic" sz="quarter" idx="16"/>
          </p:nvPr>
        </p:nvSpPr>
        <p:spPr>
          <a:xfrm>
            <a:off x="8153400" y="1430887"/>
            <a:ext cx="4038600" cy="2389031"/>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16" name="Picture Placeholder 4">
            <a:extLst>
              <a:ext uri="{FF2B5EF4-FFF2-40B4-BE49-F238E27FC236}">
                <a16:creationId xmlns:a16="http://schemas.microsoft.com/office/drawing/2014/main" id="{CD9F3CF4-334E-4E3C-B2B5-54DE047F4693}"/>
              </a:ext>
            </a:extLst>
          </p:cNvPr>
          <p:cNvSpPr>
            <a:spLocks noGrp="1"/>
          </p:cNvSpPr>
          <p:nvPr>
            <p:ph type="pic" sz="quarter" idx="14"/>
          </p:nvPr>
        </p:nvSpPr>
        <p:spPr>
          <a:xfrm>
            <a:off x="8153400" y="3963235"/>
            <a:ext cx="4038600" cy="2389031"/>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3" name="Slide Number Placeholder 2">
            <a:extLst>
              <a:ext uri="{FF2B5EF4-FFF2-40B4-BE49-F238E27FC236}">
                <a16:creationId xmlns:a16="http://schemas.microsoft.com/office/drawing/2014/main" id="{A7688725-B959-46AC-B974-CA703F3667BF}"/>
              </a:ext>
            </a:extLst>
          </p:cNvPr>
          <p:cNvSpPr>
            <a:spLocks noGrp="1"/>
          </p:cNvSpPr>
          <p:nvPr>
            <p:ph type="sldNum" sz="quarter" idx="10"/>
          </p:nvPr>
        </p:nvSpPr>
        <p:spPr/>
        <p:txBody>
          <a:bodyPr/>
          <a:lstStyle/>
          <a:p>
            <a:fld id="{F9C72FE7-3E28-4995-B4B7-F4CABFB817F3}" type="slidenum">
              <a:rPr lang="en-GB" smtClean="0"/>
              <a:pPr/>
              <a:t>‹#›</a:t>
            </a:fld>
            <a:endParaRPr lang="en-GB"/>
          </a:p>
        </p:txBody>
      </p:sp>
      <p:sp>
        <p:nvSpPr>
          <p:cNvPr id="11" name="Title 1">
            <a:extLst>
              <a:ext uri="{FF2B5EF4-FFF2-40B4-BE49-F238E27FC236}">
                <a16:creationId xmlns:a16="http://schemas.microsoft.com/office/drawing/2014/main" id="{896C2FED-8270-43C8-AB75-D4428B315A8C}"/>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cxnSp>
        <p:nvCxnSpPr>
          <p:cNvPr id="13" name="Straight Connector 12">
            <a:extLst>
              <a:ext uri="{FF2B5EF4-FFF2-40B4-BE49-F238E27FC236}">
                <a16:creationId xmlns:a16="http://schemas.microsoft.com/office/drawing/2014/main" id="{F4210285-22FB-460A-BF38-045CDC521E10}"/>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22" name="Content Placeholder 2">
            <a:extLst>
              <a:ext uri="{FF2B5EF4-FFF2-40B4-BE49-F238E27FC236}">
                <a16:creationId xmlns:a16="http://schemas.microsoft.com/office/drawing/2014/main" id="{D38248FB-7E96-4CC9-BCF4-246FB6133BDE}"/>
              </a:ext>
            </a:extLst>
          </p:cNvPr>
          <p:cNvSpPr>
            <a:spLocks noGrp="1"/>
          </p:cNvSpPr>
          <p:nvPr>
            <p:ph idx="22"/>
          </p:nvPr>
        </p:nvSpPr>
        <p:spPr>
          <a:xfrm>
            <a:off x="667267" y="1430887"/>
            <a:ext cx="7175048" cy="4925457"/>
          </a:xfrm>
          <a:prstGeom prst="rect">
            <a:avLst/>
          </a:prstGeom>
        </p:spPr>
        <p:txBody>
          <a:bodyPr/>
          <a:lstStyle>
            <a:lvl1pPr>
              <a:buClr>
                <a:srgbClr val="CB333B"/>
              </a:buClr>
              <a:defRPr/>
            </a:lvl1pPr>
            <a:lvl3pPr>
              <a:buClr>
                <a:srgbClr val="334EA2"/>
              </a:buClr>
              <a:defRPr/>
            </a:lvl3pPr>
            <a:lvl5pPr>
              <a:buClr>
                <a:srgbClr val="74787B"/>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4530743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Picture Layout D2">
    <p:spTree>
      <p:nvGrpSpPr>
        <p:cNvPr id="1" name=""/>
        <p:cNvGrpSpPr/>
        <p:nvPr/>
      </p:nvGrpSpPr>
      <p:grpSpPr>
        <a:xfrm>
          <a:off x="0" y="0"/>
          <a:ext cx="0" cy="0"/>
          <a:chOff x="0" y="0"/>
          <a:chExt cx="0" cy="0"/>
        </a:xfrm>
      </p:grpSpPr>
      <p:sp>
        <p:nvSpPr>
          <p:cNvPr id="21" name="Picture Placeholder 4">
            <a:extLst>
              <a:ext uri="{FF2B5EF4-FFF2-40B4-BE49-F238E27FC236}">
                <a16:creationId xmlns:a16="http://schemas.microsoft.com/office/drawing/2014/main" id="{E185BAA9-7824-49AF-8549-23BEA8FC337E}"/>
              </a:ext>
            </a:extLst>
          </p:cNvPr>
          <p:cNvSpPr>
            <a:spLocks noGrp="1"/>
          </p:cNvSpPr>
          <p:nvPr>
            <p:ph type="pic" sz="quarter" idx="16"/>
          </p:nvPr>
        </p:nvSpPr>
        <p:spPr>
          <a:xfrm>
            <a:off x="8153400" y="1430887"/>
            <a:ext cx="4038600" cy="2389031"/>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16" name="Picture Placeholder 4">
            <a:extLst>
              <a:ext uri="{FF2B5EF4-FFF2-40B4-BE49-F238E27FC236}">
                <a16:creationId xmlns:a16="http://schemas.microsoft.com/office/drawing/2014/main" id="{CD9F3CF4-334E-4E3C-B2B5-54DE047F4693}"/>
              </a:ext>
            </a:extLst>
          </p:cNvPr>
          <p:cNvSpPr>
            <a:spLocks noGrp="1"/>
          </p:cNvSpPr>
          <p:nvPr>
            <p:ph type="pic" sz="quarter" idx="14"/>
          </p:nvPr>
        </p:nvSpPr>
        <p:spPr>
          <a:xfrm>
            <a:off x="8153400" y="3963235"/>
            <a:ext cx="4038600" cy="2389031"/>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3" name="Slide Number Placeholder 2">
            <a:extLst>
              <a:ext uri="{FF2B5EF4-FFF2-40B4-BE49-F238E27FC236}">
                <a16:creationId xmlns:a16="http://schemas.microsoft.com/office/drawing/2014/main" id="{A7688725-B959-46AC-B974-CA703F3667BF}"/>
              </a:ext>
            </a:extLst>
          </p:cNvPr>
          <p:cNvSpPr>
            <a:spLocks noGrp="1"/>
          </p:cNvSpPr>
          <p:nvPr>
            <p:ph type="sldNum" sz="quarter" idx="10"/>
          </p:nvPr>
        </p:nvSpPr>
        <p:spPr/>
        <p:txBody>
          <a:bodyPr/>
          <a:lstStyle/>
          <a:p>
            <a:fld id="{F9C72FE7-3E28-4995-B4B7-F4CABFB817F3}" type="slidenum">
              <a:rPr lang="en-GB" smtClean="0"/>
              <a:pPr/>
              <a:t>‹#›</a:t>
            </a:fld>
            <a:endParaRPr lang="en-GB"/>
          </a:p>
        </p:txBody>
      </p:sp>
      <p:sp>
        <p:nvSpPr>
          <p:cNvPr id="11" name="Title 1">
            <a:extLst>
              <a:ext uri="{FF2B5EF4-FFF2-40B4-BE49-F238E27FC236}">
                <a16:creationId xmlns:a16="http://schemas.microsoft.com/office/drawing/2014/main" id="{896C2FED-8270-43C8-AB75-D4428B315A8C}"/>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cxnSp>
        <p:nvCxnSpPr>
          <p:cNvPr id="13" name="Straight Connector 12">
            <a:extLst>
              <a:ext uri="{FF2B5EF4-FFF2-40B4-BE49-F238E27FC236}">
                <a16:creationId xmlns:a16="http://schemas.microsoft.com/office/drawing/2014/main" id="{F4210285-22FB-460A-BF38-045CDC521E10}"/>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15" name="Subtitle 2">
            <a:extLst>
              <a:ext uri="{FF2B5EF4-FFF2-40B4-BE49-F238E27FC236}">
                <a16:creationId xmlns:a16="http://schemas.microsoft.com/office/drawing/2014/main" id="{58FD6C79-979B-4363-AE0D-7F6066231FD4}"/>
              </a:ext>
            </a:extLst>
          </p:cNvPr>
          <p:cNvSpPr>
            <a:spLocks noGrp="1"/>
          </p:cNvSpPr>
          <p:nvPr>
            <p:ph type="subTitle" idx="13"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
        <p:nvSpPr>
          <p:cNvPr id="28" name="Content Placeholder 2">
            <a:extLst>
              <a:ext uri="{FF2B5EF4-FFF2-40B4-BE49-F238E27FC236}">
                <a16:creationId xmlns:a16="http://schemas.microsoft.com/office/drawing/2014/main" id="{5401BC5D-860F-40CB-BEDD-79A33F007C70}"/>
              </a:ext>
            </a:extLst>
          </p:cNvPr>
          <p:cNvSpPr>
            <a:spLocks noGrp="1"/>
          </p:cNvSpPr>
          <p:nvPr>
            <p:ph idx="22"/>
          </p:nvPr>
        </p:nvSpPr>
        <p:spPr>
          <a:xfrm>
            <a:off x="667267" y="1430887"/>
            <a:ext cx="7175048" cy="4925457"/>
          </a:xfrm>
          <a:prstGeom prst="rect">
            <a:avLst/>
          </a:prstGeom>
        </p:spPr>
        <p:txBody>
          <a:bodyPr/>
          <a:lstStyle>
            <a:lvl1pPr>
              <a:buClr>
                <a:srgbClr val="CB333B"/>
              </a:buClr>
              <a:defRPr/>
            </a:lvl1pPr>
            <a:lvl3pPr>
              <a:buClr>
                <a:srgbClr val="334EA2"/>
              </a:buClr>
              <a:defRPr/>
            </a:lvl3pPr>
            <a:lvl5pPr>
              <a:buClr>
                <a:srgbClr val="74787B"/>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046069011"/>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Picture Layout E1">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3EE9A70-91FA-4DFC-B912-9776A91E85F2}"/>
              </a:ext>
            </a:extLst>
          </p:cNvPr>
          <p:cNvSpPr>
            <a:spLocks noGrp="1"/>
          </p:cNvSpPr>
          <p:nvPr>
            <p:ph type="pic" sz="quarter" idx="11"/>
          </p:nvPr>
        </p:nvSpPr>
        <p:spPr>
          <a:xfrm>
            <a:off x="360000" y="1156112"/>
            <a:ext cx="3798000" cy="249120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8" name="Picture Placeholder 4">
            <a:extLst>
              <a:ext uri="{FF2B5EF4-FFF2-40B4-BE49-F238E27FC236}">
                <a16:creationId xmlns:a16="http://schemas.microsoft.com/office/drawing/2014/main" id="{7DF16EF3-3642-4E3D-98F7-D9662B77BEDC}"/>
              </a:ext>
            </a:extLst>
          </p:cNvPr>
          <p:cNvSpPr>
            <a:spLocks noGrp="1"/>
          </p:cNvSpPr>
          <p:nvPr>
            <p:ph type="pic" sz="quarter" idx="12"/>
          </p:nvPr>
        </p:nvSpPr>
        <p:spPr>
          <a:xfrm>
            <a:off x="360000" y="3846047"/>
            <a:ext cx="3798000" cy="249120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12" name="Picture Placeholder 4">
            <a:extLst>
              <a:ext uri="{FF2B5EF4-FFF2-40B4-BE49-F238E27FC236}">
                <a16:creationId xmlns:a16="http://schemas.microsoft.com/office/drawing/2014/main" id="{B6945F74-B119-4CF6-AEAD-6D743FE7184D}"/>
              </a:ext>
            </a:extLst>
          </p:cNvPr>
          <p:cNvSpPr>
            <a:spLocks noGrp="1"/>
          </p:cNvSpPr>
          <p:nvPr>
            <p:ph type="pic" sz="quarter" idx="13"/>
          </p:nvPr>
        </p:nvSpPr>
        <p:spPr>
          <a:xfrm>
            <a:off x="4377000" y="1156112"/>
            <a:ext cx="3798000" cy="249120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13" name="Picture Placeholder 4">
            <a:extLst>
              <a:ext uri="{FF2B5EF4-FFF2-40B4-BE49-F238E27FC236}">
                <a16:creationId xmlns:a16="http://schemas.microsoft.com/office/drawing/2014/main" id="{2B5AD410-24E2-4C13-88F2-F6F3D08C8867}"/>
              </a:ext>
            </a:extLst>
          </p:cNvPr>
          <p:cNvSpPr>
            <a:spLocks noGrp="1"/>
          </p:cNvSpPr>
          <p:nvPr>
            <p:ph type="pic" sz="quarter" idx="14"/>
          </p:nvPr>
        </p:nvSpPr>
        <p:spPr>
          <a:xfrm>
            <a:off x="4377000" y="3846047"/>
            <a:ext cx="3798000" cy="249120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14" name="Picture Placeholder 4">
            <a:extLst>
              <a:ext uri="{FF2B5EF4-FFF2-40B4-BE49-F238E27FC236}">
                <a16:creationId xmlns:a16="http://schemas.microsoft.com/office/drawing/2014/main" id="{136CF4A2-F053-4BBC-9595-AC5E1EAAAEB3}"/>
              </a:ext>
            </a:extLst>
          </p:cNvPr>
          <p:cNvSpPr>
            <a:spLocks noGrp="1"/>
          </p:cNvSpPr>
          <p:nvPr>
            <p:ph type="pic" sz="quarter" idx="15"/>
          </p:nvPr>
        </p:nvSpPr>
        <p:spPr>
          <a:xfrm>
            <a:off x="8394000" y="1156112"/>
            <a:ext cx="3798000" cy="249120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15" name="Picture Placeholder 4">
            <a:extLst>
              <a:ext uri="{FF2B5EF4-FFF2-40B4-BE49-F238E27FC236}">
                <a16:creationId xmlns:a16="http://schemas.microsoft.com/office/drawing/2014/main" id="{214B30A9-BE86-4D57-9BDF-BE9087F117A6}"/>
              </a:ext>
            </a:extLst>
          </p:cNvPr>
          <p:cNvSpPr>
            <a:spLocks noGrp="1"/>
          </p:cNvSpPr>
          <p:nvPr>
            <p:ph type="pic" sz="quarter" idx="16"/>
          </p:nvPr>
        </p:nvSpPr>
        <p:spPr>
          <a:xfrm>
            <a:off x="8394000" y="3846047"/>
            <a:ext cx="3798000" cy="249120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3" name="Slide Number Placeholder 2">
            <a:extLst>
              <a:ext uri="{FF2B5EF4-FFF2-40B4-BE49-F238E27FC236}">
                <a16:creationId xmlns:a16="http://schemas.microsoft.com/office/drawing/2014/main" id="{A7688725-B959-46AC-B974-CA703F3667BF}"/>
              </a:ext>
            </a:extLst>
          </p:cNvPr>
          <p:cNvSpPr>
            <a:spLocks noGrp="1"/>
          </p:cNvSpPr>
          <p:nvPr>
            <p:ph type="sldNum" sz="quarter" idx="10"/>
          </p:nvPr>
        </p:nvSpPr>
        <p:spPr/>
        <p:txBody>
          <a:bodyPr/>
          <a:lstStyle/>
          <a:p>
            <a:fld id="{F9C72FE7-3E28-4995-B4B7-F4CABFB817F3}" type="slidenum">
              <a:rPr lang="en-GB" smtClean="0"/>
              <a:pPr/>
              <a:t>‹#›</a:t>
            </a:fld>
            <a:endParaRPr lang="en-GB"/>
          </a:p>
        </p:txBody>
      </p:sp>
      <p:sp>
        <p:nvSpPr>
          <p:cNvPr id="11" name="Title 1">
            <a:extLst>
              <a:ext uri="{FF2B5EF4-FFF2-40B4-BE49-F238E27FC236}">
                <a16:creationId xmlns:a16="http://schemas.microsoft.com/office/drawing/2014/main" id="{896C2FED-8270-43C8-AB75-D4428B315A8C}"/>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Tree>
    <p:extLst>
      <p:ext uri="{BB962C8B-B14F-4D97-AF65-F5344CB8AC3E}">
        <p14:creationId xmlns:p14="http://schemas.microsoft.com/office/powerpoint/2010/main" val="2338811526"/>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Picture Layout E2">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7688725-B959-46AC-B974-CA703F3667BF}"/>
              </a:ext>
            </a:extLst>
          </p:cNvPr>
          <p:cNvSpPr>
            <a:spLocks noGrp="1"/>
          </p:cNvSpPr>
          <p:nvPr>
            <p:ph type="sldNum" sz="quarter" idx="10"/>
          </p:nvPr>
        </p:nvSpPr>
        <p:spPr/>
        <p:txBody>
          <a:bodyPr/>
          <a:lstStyle/>
          <a:p>
            <a:fld id="{F9C72FE7-3E28-4995-B4B7-F4CABFB817F3}" type="slidenum">
              <a:rPr lang="en-GB" smtClean="0"/>
              <a:pPr/>
              <a:t>‹#›</a:t>
            </a:fld>
            <a:endParaRPr lang="en-GB"/>
          </a:p>
        </p:txBody>
      </p:sp>
      <p:sp>
        <p:nvSpPr>
          <p:cNvPr id="11" name="Title 1">
            <a:extLst>
              <a:ext uri="{FF2B5EF4-FFF2-40B4-BE49-F238E27FC236}">
                <a16:creationId xmlns:a16="http://schemas.microsoft.com/office/drawing/2014/main" id="{896C2FED-8270-43C8-AB75-D4428B315A8C}"/>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8" name="Picture Placeholder 4">
            <a:extLst>
              <a:ext uri="{FF2B5EF4-FFF2-40B4-BE49-F238E27FC236}">
                <a16:creationId xmlns:a16="http://schemas.microsoft.com/office/drawing/2014/main" id="{7DF16EF3-3642-4E3D-98F7-D9662B77BEDC}"/>
              </a:ext>
            </a:extLst>
          </p:cNvPr>
          <p:cNvSpPr>
            <a:spLocks noGrp="1"/>
          </p:cNvSpPr>
          <p:nvPr>
            <p:ph type="pic" sz="quarter" idx="12"/>
          </p:nvPr>
        </p:nvSpPr>
        <p:spPr>
          <a:xfrm>
            <a:off x="360000" y="3846047"/>
            <a:ext cx="3798000" cy="249120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12" name="Picture Placeholder 4">
            <a:extLst>
              <a:ext uri="{FF2B5EF4-FFF2-40B4-BE49-F238E27FC236}">
                <a16:creationId xmlns:a16="http://schemas.microsoft.com/office/drawing/2014/main" id="{B6945F74-B119-4CF6-AEAD-6D743FE7184D}"/>
              </a:ext>
            </a:extLst>
          </p:cNvPr>
          <p:cNvSpPr>
            <a:spLocks noGrp="1"/>
          </p:cNvSpPr>
          <p:nvPr>
            <p:ph type="pic" sz="quarter" idx="13"/>
          </p:nvPr>
        </p:nvSpPr>
        <p:spPr>
          <a:xfrm>
            <a:off x="4377000" y="1156112"/>
            <a:ext cx="3798000" cy="249120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13" name="Picture Placeholder 4">
            <a:extLst>
              <a:ext uri="{FF2B5EF4-FFF2-40B4-BE49-F238E27FC236}">
                <a16:creationId xmlns:a16="http://schemas.microsoft.com/office/drawing/2014/main" id="{2B5AD410-24E2-4C13-88F2-F6F3D08C8867}"/>
              </a:ext>
            </a:extLst>
          </p:cNvPr>
          <p:cNvSpPr>
            <a:spLocks noGrp="1"/>
          </p:cNvSpPr>
          <p:nvPr>
            <p:ph type="pic" sz="quarter" idx="14"/>
          </p:nvPr>
        </p:nvSpPr>
        <p:spPr>
          <a:xfrm>
            <a:off x="4377000" y="3846047"/>
            <a:ext cx="3798000" cy="249120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14" name="Picture Placeholder 4">
            <a:extLst>
              <a:ext uri="{FF2B5EF4-FFF2-40B4-BE49-F238E27FC236}">
                <a16:creationId xmlns:a16="http://schemas.microsoft.com/office/drawing/2014/main" id="{136CF4A2-F053-4BBC-9595-AC5E1EAAAEB3}"/>
              </a:ext>
            </a:extLst>
          </p:cNvPr>
          <p:cNvSpPr>
            <a:spLocks noGrp="1"/>
          </p:cNvSpPr>
          <p:nvPr>
            <p:ph type="pic" sz="quarter" idx="15"/>
          </p:nvPr>
        </p:nvSpPr>
        <p:spPr>
          <a:xfrm>
            <a:off x="8394000" y="1156112"/>
            <a:ext cx="3798000" cy="249120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18" name="Subtitle 2">
            <a:extLst>
              <a:ext uri="{FF2B5EF4-FFF2-40B4-BE49-F238E27FC236}">
                <a16:creationId xmlns:a16="http://schemas.microsoft.com/office/drawing/2014/main" id="{D8A03A57-F8DB-4A40-B0D1-65FCFB8BA022}"/>
              </a:ext>
            </a:extLst>
          </p:cNvPr>
          <p:cNvSpPr>
            <a:spLocks noGrp="1"/>
          </p:cNvSpPr>
          <p:nvPr>
            <p:ph type="subTitle" idx="17"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
        <p:nvSpPr>
          <p:cNvPr id="29" name="Picture Placeholder 4">
            <a:extLst>
              <a:ext uri="{FF2B5EF4-FFF2-40B4-BE49-F238E27FC236}">
                <a16:creationId xmlns:a16="http://schemas.microsoft.com/office/drawing/2014/main" id="{3CED7BFD-2336-409A-B8CB-E59568B31740}"/>
              </a:ext>
            </a:extLst>
          </p:cNvPr>
          <p:cNvSpPr>
            <a:spLocks noGrp="1"/>
          </p:cNvSpPr>
          <p:nvPr>
            <p:ph type="pic" sz="quarter" idx="18"/>
          </p:nvPr>
        </p:nvSpPr>
        <p:spPr>
          <a:xfrm>
            <a:off x="360000" y="1156112"/>
            <a:ext cx="3798000" cy="249120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30" name="Picture Placeholder 4">
            <a:extLst>
              <a:ext uri="{FF2B5EF4-FFF2-40B4-BE49-F238E27FC236}">
                <a16:creationId xmlns:a16="http://schemas.microsoft.com/office/drawing/2014/main" id="{A89F3AEB-D304-404C-8DC3-CFDD4F3794CC}"/>
              </a:ext>
            </a:extLst>
          </p:cNvPr>
          <p:cNvSpPr>
            <a:spLocks noGrp="1"/>
          </p:cNvSpPr>
          <p:nvPr>
            <p:ph type="pic" sz="quarter" idx="19"/>
          </p:nvPr>
        </p:nvSpPr>
        <p:spPr>
          <a:xfrm>
            <a:off x="8394000" y="3846047"/>
            <a:ext cx="3798000" cy="249120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Tree>
    <p:extLst>
      <p:ext uri="{BB962C8B-B14F-4D97-AF65-F5344CB8AC3E}">
        <p14:creationId xmlns:p14="http://schemas.microsoft.com/office/powerpoint/2010/main" val="1291488203"/>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Picture Layout E3">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7688725-B959-46AC-B974-CA703F3667BF}"/>
              </a:ext>
            </a:extLst>
          </p:cNvPr>
          <p:cNvSpPr>
            <a:spLocks noGrp="1"/>
          </p:cNvSpPr>
          <p:nvPr>
            <p:ph type="sldNum" sz="quarter" idx="10"/>
          </p:nvPr>
        </p:nvSpPr>
        <p:spPr/>
        <p:txBody>
          <a:bodyPr/>
          <a:lstStyle/>
          <a:p>
            <a:fld id="{F9C72FE7-3E28-4995-B4B7-F4CABFB817F3}" type="slidenum">
              <a:rPr lang="en-GB" smtClean="0"/>
              <a:pPr/>
              <a:t>‹#›</a:t>
            </a:fld>
            <a:endParaRPr lang="en-GB"/>
          </a:p>
        </p:txBody>
      </p:sp>
      <p:sp>
        <p:nvSpPr>
          <p:cNvPr id="11" name="Title 1">
            <a:extLst>
              <a:ext uri="{FF2B5EF4-FFF2-40B4-BE49-F238E27FC236}">
                <a16:creationId xmlns:a16="http://schemas.microsoft.com/office/drawing/2014/main" id="{896C2FED-8270-43C8-AB75-D4428B315A8C}"/>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8" name="Picture Placeholder 4">
            <a:extLst>
              <a:ext uri="{FF2B5EF4-FFF2-40B4-BE49-F238E27FC236}">
                <a16:creationId xmlns:a16="http://schemas.microsoft.com/office/drawing/2014/main" id="{7DF16EF3-3642-4E3D-98F7-D9662B77BEDC}"/>
              </a:ext>
            </a:extLst>
          </p:cNvPr>
          <p:cNvSpPr>
            <a:spLocks noGrp="1"/>
          </p:cNvSpPr>
          <p:nvPr>
            <p:ph type="pic" sz="quarter" idx="12"/>
          </p:nvPr>
        </p:nvSpPr>
        <p:spPr>
          <a:xfrm>
            <a:off x="360000" y="3846047"/>
            <a:ext cx="3798000" cy="249120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12" name="Picture Placeholder 4">
            <a:extLst>
              <a:ext uri="{FF2B5EF4-FFF2-40B4-BE49-F238E27FC236}">
                <a16:creationId xmlns:a16="http://schemas.microsoft.com/office/drawing/2014/main" id="{B6945F74-B119-4CF6-AEAD-6D743FE7184D}"/>
              </a:ext>
            </a:extLst>
          </p:cNvPr>
          <p:cNvSpPr>
            <a:spLocks noGrp="1"/>
          </p:cNvSpPr>
          <p:nvPr>
            <p:ph type="pic" sz="quarter" idx="13"/>
          </p:nvPr>
        </p:nvSpPr>
        <p:spPr>
          <a:xfrm>
            <a:off x="4377000" y="1156112"/>
            <a:ext cx="3798000" cy="249120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14" name="Picture Placeholder 4">
            <a:extLst>
              <a:ext uri="{FF2B5EF4-FFF2-40B4-BE49-F238E27FC236}">
                <a16:creationId xmlns:a16="http://schemas.microsoft.com/office/drawing/2014/main" id="{136CF4A2-F053-4BBC-9595-AC5E1EAAAEB3}"/>
              </a:ext>
            </a:extLst>
          </p:cNvPr>
          <p:cNvSpPr>
            <a:spLocks noGrp="1"/>
          </p:cNvSpPr>
          <p:nvPr>
            <p:ph type="pic" sz="quarter" idx="15"/>
          </p:nvPr>
        </p:nvSpPr>
        <p:spPr>
          <a:xfrm>
            <a:off x="8394000" y="1156112"/>
            <a:ext cx="3798000" cy="249120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18" name="Subtitle 2">
            <a:extLst>
              <a:ext uri="{FF2B5EF4-FFF2-40B4-BE49-F238E27FC236}">
                <a16:creationId xmlns:a16="http://schemas.microsoft.com/office/drawing/2014/main" id="{D8A03A57-F8DB-4A40-B0D1-65FCFB8BA022}"/>
              </a:ext>
            </a:extLst>
          </p:cNvPr>
          <p:cNvSpPr>
            <a:spLocks noGrp="1"/>
          </p:cNvSpPr>
          <p:nvPr>
            <p:ph type="subTitle" idx="17"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
        <p:nvSpPr>
          <p:cNvPr id="17" name="Text Placeholder 9">
            <a:extLst>
              <a:ext uri="{FF2B5EF4-FFF2-40B4-BE49-F238E27FC236}">
                <a16:creationId xmlns:a16="http://schemas.microsoft.com/office/drawing/2014/main" id="{D9A1DC93-9C95-4D7A-8BF6-74613BAFF7FC}"/>
              </a:ext>
            </a:extLst>
          </p:cNvPr>
          <p:cNvSpPr>
            <a:spLocks noGrp="1"/>
          </p:cNvSpPr>
          <p:nvPr>
            <p:ph type="body" sz="quarter" idx="19"/>
          </p:nvPr>
        </p:nvSpPr>
        <p:spPr>
          <a:xfrm>
            <a:off x="8394000" y="3870325"/>
            <a:ext cx="3490734" cy="24669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C5725E55-E218-40C9-BF51-A665DDA9469F}"/>
              </a:ext>
            </a:extLst>
          </p:cNvPr>
          <p:cNvSpPr>
            <a:spLocks noGrp="1"/>
          </p:cNvSpPr>
          <p:nvPr>
            <p:ph type="body" sz="quarter" idx="20"/>
          </p:nvPr>
        </p:nvSpPr>
        <p:spPr>
          <a:xfrm>
            <a:off x="640768" y="1308100"/>
            <a:ext cx="3489325" cy="23392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ext Placeholder 9">
            <a:extLst>
              <a:ext uri="{FF2B5EF4-FFF2-40B4-BE49-F238E27FC236}">
                <a16:creationId xmlns:a16="http://schemas.microsoft.com/office/drawing/2014/main" id="{FA8C9396-5252-486B-8B96-B9D47BB068D4}"/>
              </a:ext>
            </a:extLst>
          </p:cNvPr>
          <p:cNvSpPr>
            <a:spLocks noGrp="1"/>
          </p:cNvSpPr>
          <p:nvPr>
            <p:ph type="body" sz="quarter" idx="21"/>
          </p:nvPr>
        </p:nvSpPr>
        <p:spPr>
          <a:xfrm>
            <a:off x="4377000" y="3846047"/>
            <a:ext cx="3798000" cy="24669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328465705"/>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Conclusion A1">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391E951F-1378-425E-8045-A01C74678844}"/>
              </a:ext>
            </a:extLst>
          </p:cNvPr>
          <p:cNvSpPr/>
          <p:nvPr userDrawn="1"/>
        </p:nvSpPr>
        <p:spPr>
          <a:xfrm>
            <a:off x="667266" y="5613400"/>
            <a:ext cx="10857468" cy="653257"/>
          </a:xfrm>
          <a:prstGeom prst="roundRect">
            <a:avLst>
              <a:gd name="adj" fmla="val 20253"/>
            </a:avLst>
          </a:prstGeom>
          <a:solidFill>
            <a:srgbClr val="CB33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16" name="Title 1">
            <a:extLst>
              <a:ext uri="{FF2B5EF4-FFF2-40B4-BE49-F238E27FC236}">
                <a16:creationId xmlns:a16="http://schemas.microsoft.com/office/drawing/2014/main" id="{A8C770E6-6791-4449-B2CE-2E3F185FC2E1}"/>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3200"/>
            </a:lvl1pPr>
          </a:lstStyle>
          <a:p>
            <a:r>
              <a:rPr lang="en-US"/>
              <a:t>Click to edit Heading</a:t>
            </a:r>
            <a:endParaRPr lang="en-GB"/>
          </a:p>
        </p:txBody>
      </p:sp>
      <p:sp>
        <p:nvSpPr>
          <p:cNvPr id="8" name="Content Placeholder 2">
            <a:extLst>
              <a:ext uri="{FF2B5EF4-FFF2-40B4-BE49-F238E27FC236}">
                <a16:creationId xmlns:a16="http://schemas.microsoft.com/office/drawing/2014/main" id="{8D2E03EB-6C51-429C-AAD6-45E04EA6703B}"/>
              </a:ext>
            </a:extLst>
          </p:cNvPr>
          <p:cNvSpPr>
            <a:spLocks noGrp="1"/>
          </p:cNvSpPr>
          <p:nvPr>
            <p:ph idx="1"/>
          </p:nvPr>
        </p:nvSpPr>
        <p:spPr>
          <a:xfrm>
            <a:off x="667266" y="1453418"/>
            <a:ext cx="5248734" cy="401521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Content Placeholder 2">
            <a:extLst>
              <a:ext uri="{FF2B5EF4-FFF2-40B4-BE49-F238E27FC236}">
                <a16:creationId xmlns:a16="http://schemas.microsoft.com/office/drawing/2014/main" id="{6A9E4AD0-6538-4882-855A-4DEE9640C1CA}"/>
              </a:ext>
            </a:extLst>
          </p:cNvPr>
          <p:cNvSpPr>
            <a:spLocks noGrp="1"/>
          </p:cNvSpPr>
          <p:nvPr>
            <p:ph idx="12"/>
          </p:nvPr>
        </p:nvSpPr>
        <p:spPr>
          <a:xfrm>
            <a:off x="6276000" y="1453418"/>
            <a:ext cx="5248734" cy="401521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Text Placeholder 12">
            <a:extLst>
              <a:ext uri="{FF2B5EF4-FFF2-40B4-BE49-F238E27FC236}">
                <a16:creationId xmlns:a16="http://schemas.microsoft.com/office/drawing/2014/main" id="{CD2954FF-3F58-4042-A5E8-823D1042AC72}"/>
              </a:ext>
            </a:extLst>
          </p:cNvPr>
          <p:cNvSpPr>
            <a:spLocks noGrp="1"/>
          </p:cNvSpPr>
          <p:nvPr>
            <p:ph type="body" sz="quarter" idx="13" hasCustomPrompt="1"/>
          </p:nvPr>
        </p:nvSpPr>
        <p:spPr>
          <a:xfrm>
            <a:off x="3776586" y="5756672"/>
            <a:ext cx="4734595" cy="366712"/>
          </a:xfrm>
        </p:spPr>
        <p:txBody>
          <a:bodyPr anchor="ctr"/>
          <a:lstStyle>
            <a:lvl1pPr marL="0" indent="0" algn="ctr">
              <a:buNone/>
              <a:defRPr b="1">
                <a:solidFill>
                  <a:schemeClr val="bg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a:t>Conclusion / Key message</a:t>
            </a:r>
            <a:endParaRPr lang="en-GB"/>
          </a:p>
        </p:txBody>
      </p:sp>
    </p:spTree>
    <p:extLst>
      <p:ext uri="{BB962C8B-B14F-4D97-AF65-F5344CB8AC3E}">
        <p14:creationId xmlns:p14="http://schemas.microsoft.com/office/powerpoint/2010/main" val="3437102588"/>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Conclusion A2">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391E951F-1378-425E-8045-A01C74678844}"/>
              </a:ext>
            </a:extLst>
          </p:cNvPr>
          <p:cNvSpPr/>
          <p:nvPr userDrawn="1"/>
        </p:nvSpPr>
        <p:spPr>
          <a:xfrm>
            <a:off x="667266" y="5613400"/>
            <a:ext cx="10857468" cy="653257"/>
          </a:xfrm>
          <a:prstGeom prst="roundRect">
            <a:avLst>
              <a:gd name="adj" fmla="val 20253"/>
            </a:avLst>
          </a:prstGeom>
          <a:solidFill>
            <a:srgbClr val="CB33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sp>
        <p:nvSpPr>
          <p:cNvPr id="14" name="Subtitle 2">
            <a:extLst>
              <a:ext uri="{FF2B5EF4-FFF2-40B4-BE49-F238E27FC236}">
                <a16:creationId xmlns:a16="http://schemas.microsoft.com/office/drawing/2014/main" id="{47BDE5E5-CB56-4184-9886-01A36C716577}"/>
              </a:ext>
            </a:extLst>
          </p:cNvPr>
          <p:cNvSpPr>
            <a:spLocks noGrp="1"/>
          </p:cNvSpPr>
          <p:nvPr>
            <p:ph type="subTitle" idx="11"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16" name="Title 1">
            <a:extLst>
              <a:ext uri="{FF2B5EF4-FFF2-40B4-BE49-F238E27FC236}">
                <a16:creationId xmlns:a16="http://schemas.microsoft.com/office/drawing/2014/main" id="{A8C770E6-6791-4449-B2CE-2E3F185FC2E1}"/>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3200"/>
            </a:lvl1pPr>
          </a:lstStyle>
          <a:p>
            <a:r>
              <a:rPr lang="en-US"/>
              <a:t>Click to edit Heading</a:t>
            </a:r>
            <a:endParaRPr lang="en-GB"/>
          </a:p>
        </p:txBody>
      </p:sp>
      <p:sp>
        <p:nvSpPr>
          <p:cNvPr id="8" name="Content Placeholder 2">
            <a:extLst>
              <a:ext uri="{FF2B5EF4-FFF2-40B4-BE49-F238E27FC236}">
                <a16:creationId xmlns:a16="http://schemas.microsoft.com/office/drawing/2014/main" id="{8D2E03EB-6C51-429C-AAD6-45E04EA6703B}"/>
              </a:ext>
            </a:extLst>
          </p:cNvPr>
          <p:cNvSpPr>
            <a:spLocks noGrp="1"/>
          </p:cNvSpPr>
          <p:nvPr>
            <p:ph idx="1"/>
          </p:nvPr>
        </p:nvSpPr>
        <p:spPr>
          <a:xfrm>
            <a:off x="667266" y="1453418"/>
            <a:ext cx="5248734" cy="401521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Content Placeholder 2">
            <a:extLst>
              <a:ext uri="{FF2B5EF4-FFF2-40B4-BE49-F238E27FC236}">
                <a16:creationId xmlns:a16="http://schemas.microsoft.com/office/drawing/2014/main" id="{6A9E4AD0-6538-4882-855A-4DEE9640C1CA}"/>
              </a:ext>
            </a:extLst>
          </p:cNvPr>
          <p:cNvSpPr>
            <a:spLocks noGrp="1"/>
          </p:cNvSpPr>
          <p:nvPr>
            <p:ph idx="12"/>
          </p:nvPr>
        </p:nvSpPr>
        <p:spPr>
          <a:xfrm>
            <a:off x="6276000" y="1453418"/>
            <a:ext cx="5248734" cy="401521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Box 3">
            <a:extLst>
              <a:ext uri="{FF2B5EF4-FFF2-40B4-BE49-F238E27FC236}">
                <a16:creationId xmlns:a16="http://schemas.microsoft.com/office/drawing/2014/main" id="{EB2B0EAF-B2EF-43E2-A294-124441462040}"/>
              </a:ext>
            </a:extLst>
          </p:cNvPr>
          <p:cNvSpPr txBox="1"/>
          <p:nvPr userDrawn="1"/>
        </p:nvSpPr>
        <p:spPr>
          <a:xfrm>
            <a:off x="3670434" y="5739973"/>
            <a:ext cx="4851133" cy="400110"/>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a:solidFill>
                  <a:schemeClr val="bg1"/>
                </a:solidFill>
              </a:rPr>
              <a:t>Conclusion / Key message</a:t>
            </a:r>
            <a:endParaRPr lang="en-GB" sz="2000" b="1">
              <a:solidFill>
                <a:schemeClr val="bg1"/>
              </a:solidFill>
            </a:endParaRPr>
          </a:p>
        </p:txBody>
      </p:sp>
    </p:spTree>
    <p:extLst>
      <p:ext uri="{BB962C8B-B14F-4D97-AF65-F5344CB8AC3E}">
        <p14:creationId xmlns:p14="http://schemas.microsoft.com/office/powerpoint/2010/main" val="2671328475"/>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Conclusion B1">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391E951F-1378-425E-8045-A01C74678844}"/>
              </a:ext>
            </a:extLst>
          </p:cNvPr>
          <p:cNvSpPr/>
          <p:nvPr userDrawn="1"/>
        </p:nvSpPr>
        <p:spPr>
          <a:xfrm>
            <a:off x="667266" y="5613400"/>
            <a:ext cx="10857468" cy="653257"/>
          </a:xfrm>
          <a:prstGeom prst="roundRect">
            <a:avLst>
              <a:gd name="adj" fmla="val 20253"/>
            </a:avLst>
          </a:prstGeom>
          <a:solidFill>
            <a:srgbClr val="CB33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16" name="Title 1">
            <a:extLst>
              <a:ext uri="{FF2B5EF4-FFF2-40B4-BE49-F238E27FC236}">
                <a16:creationId xmlns:a16="http://schemas.microsoft.com/office/drawing/2014/main" id="{A8C770E6-6791-4449-B2CE-2E3F185FC2E1}"/>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3200"/>
            </a:lvl1pPr>
          </a:lstStyle>
          <a:p>
            <a:r>
              <a:rPr lang="en-US"/>
              <a:t>Click to edit Heading</a:t>
            </a:r>
            <a:endParaRPr lang="en-GB"/>
          </a:p>
        </p:txBody>
      </p:sp>
      <p:sp>
        <p:nvSpPr>
          <p:cNvPr id="8" name="Content Placeholder 2">
            <a:extLst>
              <a:ext uri="{FF2B5EF4-FFF2-40B4-BE49-F238E27FC236}">
                <a16:creationId xmlns:a16="http://schemas.microsoft.com/office/drawing/2014/main" id="{8D2E03EB-6C51-429C-AAD6-45E04EA6703B}"/>
              </a:ext>
            </a:extLst>
          </p:cNvPr>
          <p:cNvSpPr>
            <a:spLocks noGrp="1"/>
          </p:cNvSpPr>
          <p:nvPr>
            <p:ph idx="1"/>
          </p:nvPr>
        </p:nvSpPr>
        <p:spPr>
          <a:xfrm>
            <a:off x="667266" y="1453418"/>
            <a:ext cx="10857468" cy="401521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Box 3">
            <a:extLst>
              <a:ext uri="{FF2B5EF4-FFF2-40B4-BE49-F238E27FC236}">
                <a16:creationId xmlns:a16="http://schemas.microsoft.com/office/drawing/2014/main" id="{EB2B0EAF-B2EF-43E2-A294-124441462040}"/>
              </a:ext>
            </a:extLst>
          </p:cNvPr>
          <p:cNvSpPr txBox="1"/>
          <p:nvPr userDrawn="1"/>
        </p:nvSpPr>
        <p:spPr>
          <a:xfrm>
            <a:off x="3670434" y="5739973"/>
            <a:ext cx="4851133" cy="400110"/>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a:solidFill>
                  <a:schemeClr val="bg1"/>
                </a:solidFill>
              </a:rPr>
              <a:t>Conclusion / Key message</a:t>
            </a:r>
            <a:endParaRPr lang="en-GB" sz="2000" b="1">
              <a:solidFill>
                <a:schemeClr val="bg1"/>
              </a:solidFill>
            </a:endParaRPr>
          </a:p>
        </p:txBody>
      </p:sp>
    </p:spTree>
    <p:extLst>
      <p:ext uri="{BB962C8B-B14F-4D97-AF65-F5344CB8AC3E}">
        <p14:creationId xmlns:p14="http://schemas.microsoft.com/office/powerpoint/2010/main" val="1156011557"/>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Conclusion B2">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391E951F-1378-425E-8045-A01C74678844}"/>
              </a:ext>
            </a:extLst>
          </p:cNvPr>
          <p:cNvSpPr/>
          <p:nvPr userDrawn="1"/>
        </p:nvSpPr>
        <p:spPr>
          <a:xfrm>
            <a:off x="667266" y="5613400"/>
            <a:ext cx="10857468" cy="653257"/>
          </a:xfrm>
          <a:prstGeom prst="roundRect">
            <a:avLst>
              <a:gd name="adj" fmla="val 20253"/>
            </a:avLst>
          </a:prstGeom>
          <a:solidFill>
            <a:srgbClr val="CB33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sp>
        <p:nvSpPr>
          <p:cNvPr id="14" name="Subtitle 2">
            <a:extLst>
              <a:ext uri="{FF2B5EF4-FFF2-40B4-BE49-F238E27FC236}">
                <a16:creationId xmlns:a16="http://schemas.microsoft.com/office/drawing/2014/main" id="{47BDE5E5-CB56-4184-9886-01A36C716577}"/>
              </a:ext>
            </a:extLst>
          </p:cNvPr>
          <p:cNvSpPr>
            <a:spLocks noGrp="1"/>
          </p:cNvSpPr>
          <p:nvPr>
            <p:ph type="subTitle" idx="11"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16" name="Title 1">
            <a:extLst>
              <a:ext uri="{FF2B5EF4-FFF2-40B4-BE49-F238E27FC236}">
                <a16:creationId xmlns:a16="http://schemas.microsoft.com/office/drawing/2014/main" id="{A8C770E6-6791-4449-B2CE-2E3F185FC2E1}"/>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3200"/>
            </a:lvl1pPr>
          </a:lstStyle>
          <a:p>
            <a:r>
              <a:rPr lang="en-US"/>
              <a:t>Click to edit Heading</a:t>
            </a:r>
            <a:endParaRPr lang="en-GB"/>
          </a:p>
        </p:txBody>
      </p:sp>
      <p:sp>
        <p:nvSpPr>
          <p:cNvPr id="8" name="Content Placeholder 2">
            <a:extLst>
              <a:ext uri="{FF2B5EF4-FFF2-40B4-BE49-F238E27FC236}">
                <a16:creationId xmlns:a16="http://schemas.microsoft.com/office/drawing/2014/main" id="{8D2E03EB-6C51-429C-AAD6-45E04EA6703B}"/>
              </a:ext>
            </a:extLst>
          </p:cNvPr>
          <p:cNvSpPr>
            <a:spLocks noGrp="1"/>
          </p:cNvSpPr>
          <p:nvPr>
            <p:ph idx="1"/>
          </p:nvPr>
        </p:nvSpPr>
        <p:spPr>
          <a:xfrm>
            <a:off x="667266" y="1453418"/>
            <a:ext cx="10857468" cy="401521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Box 3">
            <a:extLst>
              <a:ext uri="{FF2B5EF4-FFF2-40B4-BE49-F238E27FC236}">
                <a16:creationId xmlns:a16="http://schemas.microsoft.com/office/drawing/2014/main" id="{EB2B0EAF-B2EF-43E2-A294-124441462040}"/>
              </a:ext>
            </a:extLst>
          </p:cNvPr>
          <p:cNvSpPr txBox="1"/>
          <p:nvPr userDrawn="1"/>
        </p:nvSpPr>
        <p:spPr>
          <a:xfrm>
            <a:off x="3670434" y="5739973"/>
            <a:ext cx="4851133" cy="400110"/>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a:solidFill>
                  <a:schemeClr val="bg1"/>
                </a:solidFill>
              </a:rPr>
              <a:t>Conclusion / Key message</a:t>
            </a:r>
            <a:endParaRPr lang="en-GB" sz="2000" b="1">
              <a:solidFill>
                <a:schemeClr val="bg1"/>
              </a:solidFill>
            </a:endParaRPr>
          </a:p>
        </p:txBody>
      </p:sp>
    </p:spTree>
    <p:extLst>
      <p:ext uri="{BB962C8B-B14F-4D97-AF65-F5344CB8AC3E}">
        <p14:creationId xmlns:p14="http://schemas.microsoft.com/office/powerpoint/2010/main" val="3511035156"/>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CTA Main">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74C19BF9-FF8C-477D-B573-BCDE41EF9434}"/>
              </a:ext>
            </a:extLst>
          </p:cNvPr>
          <p:cNvSpPr/>
          <p:nvPr userDrawn="1"/>
        </p:nvSpPr>
        <p:spPr>
          <a:xfrm>
            <a:off x="0" y="2287487"/>
            <a:ext cx="12192000" cy="4570515"/>
          </a:xfrm>
          <a:custGeom>
            <a:avLst/>
            <a:gdLst>
              <a:gd name="connsiteX0" fmla="*/ 8734075 w 12192000"/>
              <a:gd name="connsiteY0" fmla="*/ 0 h 4570515"/>
              <a:gd name="connsiteX1" fmla="*/ 12100440 w 12192000"/>
              <a:gd name="connsiteY1" fmla="*/ 339359 h 4570515"/>
              <a:gd name="connsiteX2" fmla="*/ 12192000 w 12192000"/>
              <a:gd name="connsiteY2" fmla="*/ 359291 h 4570515"/>
              <a:gd name="connsiteX3" fmla="*/ 12192000 w 12192000"/>
              <a:gd name="connsiteY3" fmla="*/ 4570515 h 4570515"/>
              <a:gd name="connsiteX4" fmla="*/ 0 w 12192000"/>
              <a:gd name="connsiteY4" fmla="*/ 4570515 h 4570515"/>
              <a:gd name="connsiteX5" fmla="*/ 0 w 12192000"/>
              <a:gd name="connsiteY5" fmla="*/ 2463582 h 4570515"/>
              <a:gd name="connsiteX6" fmla="*/ 72635 w 12192000"/>
              <a:gd name="connsiteY6" fmla="*/ 2418241 h 4570515"/>
              <a:gd name="connsiteX7" fmla="*/ 8734075 w 12192000"/>
              <a:gd name="connsiteY7" fmla="*/ 0 h 4570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4570515">
                <a:moveTo>
                  <a:pt x="8734075" y="0"/>
                </a:moveTo>
                <a:cubicBezTo>
                  <a:pt x="9887220" y="0"/>
                  <a:pt x="11013073" y="116852"/>
                  <a:pt x="12100440" y="339359"/>
                </a:cubicBezTo>
                <a:lnTo>
                  <a:pt x="12192000" y="359291"/>
                </a:lnTo>
                <a:lnTo>
                  <a:pt x="12192000" y="4570515"/>
                </a:lnTo>
                <a:lnTo>
                  <a:pt x="0" y="4570515"/>
                </a:lnTo>
                <a:lnTo>
                  <a:pt x="0" y="2463582"/>
                </a:lnTo>
                <a:lnTo>
                  <a:pt x="72635" y="2418241"/>
                </a:lnTo>
                <a:cubicBezTo>
                  <a:pt x="2598173" y="883687"/>
                  <a:pt x="5562926" y="0"/>
                  <a:pt x="8734075" y="0"/>
                </a:cubicBezTo>
                <a:close/>
              </a:path>
            </a:pathLst>
          </a:custGeom>
          <a:solidFill>
            <a:srgbClr val="E3E4E5">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 name="Slide Number Placeholder 2">
            <a:extLst>
              <a:ext uri="{FF2B5EF4-FFF2-40B4-BE49-F238E27FC236}">
                <a16:creationId xmlns:a16="http://schemas.microsoft.com/office/drawing/2014/main" id="{1BBBB69C-D1AB-4C3B-B888-1C1A86755250}"/>
              </a:ext>
            </a:extLst>
          </p:cNvPr>
          <p:cNvSpPr>
            <a:spLocks noGrp="1"/>
          </p:cNvSpPr>
          <p:nvPr>
            <p:ph type="sldNum" sz="quarter" idx="10"/>
          </p:nvPr>
        </p:nvSpPr>
        <p:spPr/>
        <p:txBody>
          <a:bodyPr/>
          <a:lstStyle/>
          <a:p>
            <a:fld id="{F9C72FE7-3E28-4995-B4B7-F4CABFB817F3}" type="slidenum">
              <a:rPr lang="en-GB" smtClean="0"/>
              <a:pPr/>
              <a:t>‹#›</a:t>
            </a:fld>
            <a:endParaRPr lang="en-GB"/>
          </a:p>
        </p:txBody>
      </p:sp>
      <p:grpSp>
        <p:nvGrpSpPr>
          <p:cNvPr id="8" name="Group 7">
            <a:extLst>
              <a:ext uri="{FF2B5EF4-FFF2-40B4-BE49-F238E27FC236}">
                <a16:creationId xmlns:a16="http://schemas.microsoft.com/office/drawing/2014/main" id="{890B69CB-5060-46B4-B0A5-B97AE76B267D}"/>
              </a:ext>
            </a:extLst>
          </p:cNvPr>
          <p:cNvGrpSpPr/>
          <p:nvPr userDrawn="1"/>
        </p:nvGrpSpPr>
        <p:grpSpPr>
          <a:xfrm rot="13401516">
            <a:off x="-485428" y="247672"/>
            <a:ext cx="5162415" cy="5021816"/>
            <a:chOff x="4276727" y="1066800"/>
            <a:chExt cx="5179798" cy="5038724"/>
          </a:xfrm>
        </p:grpSpPr>
        <p:sp>
          <p:nvSpPr>
            <p:cNvPr id="9" name="Oval 8">
              <a:extLst>
                <a:ext uri="{FF2B5EF4-FFF2-40B4-BE49-F238E27FC236}">
                  <a16:creationId xmlns:a16="http://schemas.microsoft.com/office/drawing/2014/main" id="{4E45E6F3-C545-4923-8CC0-2C97FA62CD28}"/>
                </a:ext>
              </a:extLst>
            </p:cNvPr>
            <p:cNvSpPr/>
            <p:nvPr userDrawn="1"/>
          </p:nvSpPr>
          <p:spPr>
            <a:xfrm>
              <a:off x="4276727" y="1066800"/>
              <a:ext cx="5038726" cy="5038724"/>
            </a:xfrm>
            <a:prstGeom prst="ellipse">
              <a:avLst/>
            </a:prstGeom>
            <a:noFill/>
            <a:ln w="15875">
              <a:solidFill>
                <a:srgbClr val="97999B"/>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a16="http://schemas.microsoft.com/office/drawing/2014/main" id="{4F40D4D9-0D2F-4A0A-ABA2-518299A99C39}"/>
                </a:ext>
              </a:extLst>
            </p:cNvPr>
            <p:cNvSpPr/>
            <p:nvPr userDrawn="1"/>
          </p:nvSpPr>
          <p:spPr>
            <a:xfrm>
              <a:off x="4385088" y="4536833"/>
              <a:ext cx="304854" cy="304854"/>
            </a:xfrm>
            <a:prstGeom prst="ellipse">
              <a:avLst/>
            </a:prstGeom>
            <a:noFill/>
            <a:ln w="38100">
              <a:solidFill>
                <a:srgbClr val="97999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30054D00-F7C3-42A1-9509-324C0FDC10B7}"/>
                </a:ext>
              </a:extLst>
            </p:cNvPr>
            <p:cNvSpPr/>
            <p:nvPr userDrawn="1"/>
          </p:nvSpPr>
          <p:spPr>
            <a:xfrm>
              <a:off x="8804248" y="4185176"/>
              <a:ext cx="652277" cy="652277"/>
            </a:xfrm>
            <a:prstGeom prst="ellipse">
              <a:avLst/>
            </a:prstGeom>
            <a:solidFill>
              <a:schemeClr val="bg1"/>
            </a:solidFill>
            <a:ln w="82550">
              <a:solidFill>
                <a:srgbClr val="334E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F73AC1FE-26E3-48BB-A19C-FD70C153D256}"/>
                </a:ext>
              </a:extLst>
            </p:cNvPr>
            <p:cNvSpPr/>
            <p:nvPr userDrawn="1"/>
          </p:nvSpPr>
          <p:spPr>
            <a:xfrm>
              <a:off x="4683279" y="4967196"/>
              <a:ext cx="480419" cy="480417"/>
            </a:xfrm>
            <a:prstGeom prst="ellipse">
              <a:avLst/>
            </a:prstGeom>
            <a:solidFill>
              <a:schemeClr val="bg1"/>
            </a:solidFill>
            <a:ln w="69850">
              <a:solidFill>
                <a:srgbClr val="CB33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7" name="Group 16">
            <a:extLst>
              <a:ext uri="{FF2B5EF4-FFF2-40B4-BE49-F238E27FC236}">
                <a16:creationId xmlns:a16="http://schemas.microsoft.com/office/drawing/2014/main" id="{A608EC57-7C27-431F-95C0-444E1C55E993}"/>
              </a:ext>
            </a:extLst>
          </p:cNvPr>
          <p:cNvGrpSpPr/>
          <p:nvPr userDrawn="1"/>
        </p:nvGrpSpPr>
        <p:grpSpPr>
          <a:xfrm>
            <a:off x="1088432" y="3237731"/>
            <a:ext cx="2805682" cy="2555346"/>
            <a:chOff x="948171" y="2151327"/>
            <a:chExt cx="2805682" cy="2555346"/>
          </a:xfrm>
        </p:grpSpPr>
        <p:sp>
          <p:nvSpPr>
            <p:cNvPr id="5" name="Rectangle: Rounded Corners 4">
              <a:extLst>
                <a:ext uri="{FF2B5EF4-FFF2-40B4-BE49-F238E27FC236}">
                  <a16:creationId xmlns:a16="http://schemas.microsoft.com/office/drawing/2014/main" id="{A1AA7176-1920-4ACB-A4AD-63A177DAD94A}"/>
                </a:ext>
              </a:extLst>
            </p:cNvPr>
            <p:cNvSpPr/>
            <p:nvPr userDrawn="1"/>
          </p:nvSpPr>
          <p:spPr>
            <a:xfrm>
              <a:off x="948171" y="2151327"/>
              <a:ext cx="2805682" cy="2555346"/>
            </a:xfrm>
            <a:prstGeom prst="roundRect">
              <a:avLst>
                <a:gd name="adj" fmla="val 5558"/>
              </a:avLst>
            </a:prstGeom>
            <a:solidFill>
              <a:srgbClr val="CB33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6" name="Picture 15">
              <a:extLst>
                <a:ext uri="{FF2B5EF4-FFF2-40B4-BE49-F238E27FC236}">
                  <a16:creationId xmlns:a16="http://schemas.microsoft.com/office/drawing/2014/main" id="{8B715392-78FE-4B85-9701-53DC9DCAA670}"/>
                </a:ext>
              </a:extLst>
            </p:cNvPr>
            <p:cNvPicPr>
              <a:picLocks noChangeAspect="1"/>
            </p:cNvPicPr>
            <p:nvPr userDrawn="1"/>
          </p:nvPicPr>
          <p:blipFill>
            <a:blip r:embed="rId2"/>
            <a:stretch>
              <a:fillRect/>
            </a:stretch>
          </p:blipFill>
          <p:spPr>
            <a:xfrm>
              <a:off x="1145987" y="2458254"/>
              <a:ext cx="2371550" cy="2036240"/>
            </a:xfrm>
            <a:prstGeom prst="rect">
              <a:avLst/>
            </a:prstGeom>
          </p:spPr>
        </p:pic>
      </p:grpSp>
      <p:sp>
        <p:nvSpPr>
          <p:cNvPr id="18" name="TextBox 17">
            <a:extLst>
              <a:ext uri="{FF2B5EF4-FFF2-40B4-BE49-F238E27FC236}">
                <a16:creationId xmlns:a16="http://schemas.microsoft.com/office/drawing/2014/main" id="{0C1C5C86-2978-4A2B-AB5B-BB781E6FE5E5}"/>
              </a:ext>
            </a:extLst>
          </p:cNvPr>
          <p:cNvSpPr txBox="1"/>
          <p:nvPr userDrawn="1"/>
        </p:nvSpPr>
        <p:spPr>
          <a:xfrm>
            <a:off x="5180738" y="3504009"/>
            <a:ext cx="3238530" cy="830997"/>
          </a:xfrm>
          <a:prstGeom prst="rect">
            <a:avLst/>
          </a:prstGeom>
          <a:noFill/>
        </p:spPr>
        <p:txBody>
          <a:bodyPr wrap="square" rtlCol="0">
            <a:spAutoFit/>
          </a:bodyPr>
          <a:lstStyle/>
          <a:p>
            <a:r>
              <a:rPr lang="en-GB" sz="4800" b="1">
                <a:solidFill>
                  <a:srgbClr val="97999B"/>
                </a:solidFill>
                <a:latin typeface="Bliss" panose="02000506030000020004" pitchFamily="50" charset="0"/>
              </a:rPr>
              <a:t>Thank you</a:t>
            </a:r>
          </a:p>
        </p:txBody>
      </p:sp>
      <p:grpSp>
        <p:nvGrpSpPr>
          <p:cNvPr id="2" name="Group 1">
            <a:extLst>
              <a:ext uri="{FF2B5EF4-FFF2-40B4-BE49-F238E27FC236}">
                <a16:creationId xmlns:a16="http://schemas.microsoft.com/office/drawing/2014/main" id="{CE8CB6B5-4DEB-4F8E-AB1C-B77AA694B14C}"/>
              </a:ext>
            </a:extLst>
          </p:cNvPr>
          <p:cNvGrpSpPr/>
          <p:nvPr userDrawn="1"/>
        </p:nvGrpSpPr>
        <p:grpSpPr>
          <a:xfrm>
            <a:off x="5180737" y="5003800"/>
            <a:ext cx="6563919" cy="789277"/>
            <a:chOff x="4723537" y="5003800"/>
            <a:chExt cx="6563919" cy="789277"/>
          </a:xfrm>
        </p:grpSpPr>
        <p:sp>
          <p:nvSpPr>
            <p:cNvPr id="19" name="TextBox 18">
              <a:extLst>
                <a:ext uri="{FF2B5EF4-FFF2-40B4-BE49-F238E27FC236}">
                  <a16:creationId xmlns:a16="http://schemas.microsoft.com/office/drawing/2014/main" id="{5948EB87-F09D-4CB7-91F2-90B7E729C65E}"/>
                </a:ext>
              </a:extLst>
            </p:cNvPr>
            <p:cNvSpPr txBox="1"/>
            <p:nvPr userDrawn="1"/>
          </p:nvSpPr>
          <p:spPr>
            <a:xfrm>
              <a:off x="4723537" y="5003800"/>
              <a:ext cx="2995920" cy="338554"/>
            </a:xfrm>
            <a:prstGeom prst="rect">
              <a:avLst/>
            </a:prstGeom>
            <a:noFill/>
          </p:spPr>
          <p:txBody>
            <a:bodyPr wrap="square"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b="1">
                  <a:solidFill>
                    <a:srgbClr val="334EA2"/>
                  </a:solidFill>
                </a:rPr>
                <a:t>nomad-digital.com</a:t>
              </a:r>
            </a:p>
          </p:txBody>
        </p:sp>
        <p:cxnSp>
          <p:nvCxnSpPr>
            <p:cNvPr id="22" name="Straight Connector 21">
              <a:extLst>
                <a:ext uri="{FF2B5EF4-FFF2-40B4-BE49-F238E27FC236}">
                  <a16:creationId xmlns:a16="http://schemas.microsoft.com/office/drawing/2014/main" id="{71A64A91-6334-481E-9D96-25211921328C}"/>
                </a:ext>
              </a:extLst>
            </p:cNvPr>
            <p:cNvCxnSpPr>
              <a:cxnSpLocks/>
            </p:cNvCxnSpPr>
            <p:nvPr userDrawn="1"/>
          </p:nvCxnSpPr>
          <p:spPr>
            <a:xfrm>
              <a:off x="7847767" y="5003800"/>
              <a:ext cx="0" cy="789277"/>
            </a:xfrm>
            <a:prstGeom prst="line">
              <a:avLst/>
            </a:prstGeom>
            <a:ln w="15875">
              <a:solidFill>
                <a:srgbClr val="334EA2"/>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319A4AD-491D-4B2E-B09C-D04F310A8DD5}"/>
                </a:ext>
              </a:extLst>
            </p:cNvPr>
            <p:cNvSpPr txBox="1"/>
            <p:nvPr userDrawn="1"/>
          </p:nvSpPr>
          <p:spPr>
            <a:xfrm>
              <a:off x="8121252" y="5116837"/>
              <a:ext cx="3166204" cy="584775"/>
            </a:xfrm>
            <a:prstGeom prst="rect">
              <a:avLst/>
            </a:prstGeom>
            <a:noFill/>
          </p:spPr>
          <p:txBody>
            <a:bodyPr wrap="square" rtlCol="0" anchor="b">
              <a:spAutoFit/>
            </a:bodyPr>
            <a:lstStyle/>
            <a:p>
              <a:r>
                <a:rPr lang="en-GB" sz="1600">
                  <a:solidFill>
                    <a:srgbClr val="74787B"/>
                  </a:solidFill>
                </a:rPr>
                <a:t>Company Registration No: 4536010</a:t>
              </a:r>
            </a:p>
            <a:p>
              <a:r>
                <a:rPr lang="en-GB" sz="1600">
                  <a:solidFill>
                    <a:srgbClr val="74787B"/>
                  </a:solidFill>
                </a:rPr>
                <a:t>Copyright Nomad Digital 2024</a:t>
              </a:r>
            </a:p>
          </p:txBody>
        </p:sp>
        <p:pic>
          <p:nvPicPr>
            <p:cNvPr id="7" name="Picture 6" descr="A picture containing ax, silhouette&#10;&#10;Description automatically generated">
              <a:extLst>
                <a:ext uri="{FF2B5EF4-FFF2-40B4-BE49-F238E27FC236}">
                  <a16:creationId xmlns:a16="http://schemas.microsoft.com/office/drawing/2014/main" id="{BFEB1391-7BDF-4FB3-A3B4-FA0954B2271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835369" y="5412952"/>
              <a:ext cx="1162022" cy="258170"/>
            </a:xfrm>
            <a:prstGeom prst="rect">
              <a:avLst/>
            </a:prstGeom>
          </p:spPr>
        </p:pic>
        <p:sp>
          <p:nvSpPr>
            <p:cNvPr id="23" name="TextBox 22">
              <a:extLst>
                <a:ext uri="{FF2B5EF4-FFF2-40B4-BE49-F238E27FC236}">
                  <a16:creationId xmlns:a16="http://schemas.microsoft.com/office/drawing/2014/main" id="{7193B9AD-951F-405E-985B-0D9F565EE4FB}"/>
                </a:ext>
              </a:extLst>
            </p:cNvPr>
            <p:cNvSpPr txBox="1"/>
            <p:nvPr userDrawn="1"/>
          </p:nvSpPr>
          <p:spPr>
            <a:xfrm>
              <a:off x="6072351" y="5369032"/>
              <a:ext cx="2371264" cy="338554"/>
            </a:xfrm>
            <a:prstGeom prst="rect">
              <a:avLst/>
            </a:prstGeom>
            <a:noFill/>
          </p:spPr>
          <p:txBody>
            <a:bodyPr wrap="square">
              <a:spAutoFit/>
            </a:bodyPr>
            <a:lstStyle/>
            <a:p>
              <a:r>
                <a:rPr lang="en-GB" sz="1600">
                  <a:solidFill>
                    <a:srgbClr val="334EA2"/>
                  </a:solidFill>
                </a:rPr>
                <a:t>@NomadDigital</a:t>
              </a:r>
            </a:p>
          </p:txBody>
        </p:sp>
      </p:grpSp>
      <p:sp>
        <p:nvSpPr>
          <p:cNvPr id="20" name="Rectangle 19">
            <a:extLst>
              <a:ext uri="{FF2B5EF4-FFF2-40B4-BE49-F238E27FC236}">
                <a16:creationId xmlns:a16="http://schemas.microsoft.com/office/drawing/2014/main" id="{60F4425E-3BE0-496D-9074-A1EE6B29714A}"/>
              </a:ext>
            </a:extLst>
          </p:cNvPr>
          <p:cNvSpPr/>
          <p:nvPr userDrawn="1"/>
        </p:nvSpPr>
        <p:spPr>
          <a:xfrm>
            <a:off x="0" y="0"/>
            <a:ext cx="360000" cy="6858000"/>
          </a:xfrm>
          <a:prstGeom prst="rect">
            <a:avLst/>
          </a:prstGeom>
          <a:solidFill>
            <a:srgbClr val="CB33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488446140"/>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CTA + Address">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FEB87BDB-2FAE-4F7B-BA7D-497DBBD86F74}"/>
              </a:ext>
            </a:extLst>
          </p:cNvPr>
          <p:cNvSpPr/>
          <p:nvPr userDrawn="1"/>
        </p:nvSpPr>
        <p:spPr>
          <a:xfrm>
            <a:off x="0" y="2287487"/>
            <a:ext cx="12192000" cy="4570515"/>
          </a:xfrm>
          <a:custGeom>
            <a:avLst/>
            <a:gdLst>
              <a:gd name="connsiteX0" fmla="*/ 8734075 w 12192000"/>
              <a:gd name="connsiteY0" fmla="*/ 0 h 4570515"/>
              <a:gd name="connsiteX1" fmla="*/ 12100440 w 12192000"/>
              <a:gd name="connsiteY1" fmla="*/ 339359 h 4570515"/>
              <a:gd name="connsiteX2" fmla="*/ 12192000 w 12192000"/>
              <a:gd name="connsiteY2" fmla="*/ 359291 h 4570515"/>
              <a:gd name="connsiteX3" fmla="*/ 12192000 w 12192000"/>
              <a:gd name="connsiteY3" fmla="*/ 4570515 h 4570515"/>
              <a:gd name="connsiteX4" fmla="*/ 0 w 12192000"/>
              <a:gd name="connsiteY4" fmla="*/ 4570515 h 4570515"/>
              <a:gd name="connsiteX5" fmla="*/ 0 w 12192000"/>
              <a:gd name="connsiteY5" fmla="*/ 2463582 h 4570515"/>
              <a:gd name="connsiteX6" fmla="*/ 72635 w 12192000"/>
              <a:gd name="connsiteY6" fmla="*/ 2418241 h 4570515"/>
              <a:gd name="connsiteX7" fmla="*/ 8734075 w 12192000"/>
              <a:gd name="connsiteY7" fmla="*/ 0 h 4570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4570515">
                <a:moveTo>
                  <a:pt x="8734075" y="0"/>
                </a:moveTo>
                <a:cubicBezTo>
                  <a:pt x="9887220" y="0"/>
                  <a:pt x="11013073" y="116852"/>
                  <a:pt x="12100440" y="339359"/>
                </a:cubicBezTo>
                <a:lnTo>
                  <a:pt x="12192000" y="359291"/>
                </a:lnTo>
                <a:lnTo>
                  <a:pt x="12192000" y="4570515"/>
                </a:lnTo>
                <a:lnTo>
                  <a:pt x="0" y="4570515"/>
                </a:lnTo>
                <a:lnTo>
                  <a:pt x="0" y="2463582"/>
                </a:lnTo>
                <a:lnTo>
                  <a:pt x="72635" y="2418241"/>
                </a:lnTo>
                <a:cubicBezTo>
                  <a:pt x="2598173" y="883687"/>
                  <a:pt x="5562926" y="0"/>
                  <a:pt x="8734075" y="0"/>
                </a:cubicBezTo>
                <a:close/>
              </a:path>
            </a:pathLst>
          </a:custGeom>
          <a:solidFill>
            <a:srgbClr val="E3E4E5">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 name="Slide Number Placeholder 2">
            <a:extLst>
              <a:ext uri="{FF2B5EF4-FFF2-40B4-BE49-F238E27FC236}">
                <a16:creationId xmlns:a16="http://schemas.microsoft.com/office/drawing/2014/main" id="{1BBBB69C-D1AB-4C3B-B888-1C1A86755250}"/>
              </a:ext>
            </a:extLst>
          </p:cNvPr>
          <p:cNvSpPr>
            <a:spLocks noGrp="1"/>
          </p:cNvSpPr>
          <p:nvPr>
            <p:ph type="sldNum" sz="quarter" idx="10"/>
          </p:nvPr>
        </p:nvSpPr>
        <p:spPr/>
        <p:txBody>
          <a:bodyPr/>
          <a:lstStyle/>
          <a:p>
            <a:fld id="{F9C72FE7-3E28-4995-B4B7-F4CABFB817F3}" type="slidenum">
              <a:rPr lang="en-GB" smtClean="0"/>
              <a:pPr/>
              <a:t>‹#›</a:t>
            </a:fld>
            <a:endParaRPr lang="en-GB"/>
          </a:p>
        </p:txBody>
      </p:sp>
      <p:grpSp>
        <p:nvGrpSpPr>
          <p:cNvPr id="8" name="Group 7">
            <a:extLst>
              <a:ext uri="{FF2B5EF4-FFF2-40B4-BE49-F238E27FC236}">
                <a16:creationId xmlns:a16="http://schemas.microsoft.com/office/drawing/2014/main" id="{890B69CB-5060-46B4-B0A5-B97AE76B267D}"/>
              </a:ext>
            </a:extLst>
          </p:cNvPr>
          <p:cNvGrpSpPr/>
          <p:nvPr userDrawn="1"/>
        </p:nvGrpSpPr>
        <p:grpSpPr>
          <a:xfrm rot="13401516">
            <a:off x="-409228" y="247672"/>
            <a:ext cx="5162415" cy="5021816"/>
            <a:chOff x="4276727" y="1066800"/>
            <a:chExt cx="5179798" cy="5038724"/>
          </a:xfrm>
        </p:grpSpPr>
        <p:sp>
          <p:nvSpPr>
            <p:cNvPr id="9" name="Oval 8">
              <a:extLst>
                <a:ext uri="{FF2B5EF4-FFF2-40B4-BE49-F238E27FC236}">
                  <a16:creationId xmlns:a16="http://schemas.microsoft.com/office/drawing/2014/main" id="{4E45E6F3-C545-4923-8CC0-2C97FA62CD28}"/>
                </a:ext>
              </a:extLst>
            </p:cNvPr>
            <p:cNvSpPr/>
            <p:nvPr userDrawn="1"/>
          </p:nvSpPr>
          <p:spPr>
            <a:xfrm>
              <a:off x="4276727" y="1066800"/>
              <a:ext cx="5038726" cy="5038724"/>
            </a:xfrm>
            <a:prstGeom prst="ellipse">
              <a:avLst/>
            </a:prstGeom>
            <a:noFill/>
            <a:ln w="15875">
              <a:solidFill>
                <a:srgbClr val="97999B"/>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a16="http://schemas.microsoft.com/office/drawing/2014/main" id="{4F40D4D9-0D2F-4A0A-ABA2-518299A99C39}"/>
                </a:ext>
              </a:extLst>
            </p:cNvPr>
            <p:cNvSpPr/>
            <p:nvPr userDrawn="1"/>
          </p:nvSpPr>
          <p:spPr>
            <a:xfrm>
              <a:off x="4385088" y="4536833"/>
              <a:ext cx="304854" cy="304854"/>
            </a:xfrm>
            <a:prstGeom prst="ellipse">
              <a:avLst/>
            </a:prstGeom>
            <a:noFill/>
            <a:ln w="38100">
              <a:solidFill>
                <a:srgbClr val="97999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30054D00-F7C3-42A1-9509-324C0FDC10B7}"/>
                </a:ext>
              </a:extLst>
            </p:cNvPr>
            <p:cNvSpPr/>
            <p:nvPr userDrawn="1"/>
          </p:nvSpPr>
          <p:spPr>
            <a:xfrm>
              <a:off x="8804248" y="4185176"/>
              <a:ext cx="652277" cy="652277"/>
            </a:xfrm>
            <a:prstGeom prst="ellipse">
              <a:avLst/>
            </a:prstGeom>
            <a:solidFill>
              <a:schemeClr val="bg1"/>
            </a:solidFill>
            <a:ln w="82550">
              <a:solidFill>
                <a:srgbClr val="334E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F73AC1FE-26E3-48BB-A19C-FD70C153D256}"/>
                </a:ext>
              </a:extLst>
            </p:cNvPr>
            <p:cNvSpPr/>
            <p:nvPr userDrawn="1"/>
          </p:nvSpPr>
          <p:spPr>
            <a:xfrm>
              <a:off x="4683279" y="4967196"/>
              <a:ext cx="480419" cy="480417"/>
            </a:xfrm>
            <a:prstGeom prst="ellipse">
              <a:avLst/>
            </a:prstGeom>
            <a:solidFill>
              <a:schemeClr val="bg1"/>
            </a:solidFill>
            <a:ln w="69850">
              <a:solidFill>
                <a:srgbClr val="CB33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7" name="Group 16">
            <a:extLst>
              <a:ext uri="{FF2B5EF4-FFF2-40B4-BE49-F238E27FC236}">
                <a16:creationId xmlns:a16="http://schemas.microsoft.com/office/drawing/2014/main" id="{A608EC57-7C27-431F-95C0-444E1C55E993}"/>
              </a:ext>
            </a:extLst>
          </p:cNvPr>
          <p:cNvGrpSpPr/>
          <p:nvPr userDrawn="1"/>
        </p:nvGrpSpPr>
        <p:grpSpPr>
          <a:xfrm>
            <a:off x="1164632" y="3237731"/>
            <a:ext cx="2805682" cy="2555346"/>
            <a:chOff x="948171" y="2151327"/>
            <a:chExt cx="2805682" cy="2555346"/>
          </a:xfrm>
        </p:grpSpPr>
        <p:sp>
          <p:nvSpPr>
            <p:cNvPr id="5" name="Rectangle: Rounded Corners 4">
              <a:extLst>
                <a:ext uri="{FF2B5EF4-FFF2-40B4-BE49-F238E27FC236}">
                  <a16:creationId xmlns:a16="http://schemas.microsoft.com/office/drawing/2014/main" id="{A1AA7176-1920-4ACB-A4AD-63A177DAD94A}"/>
                </a:ext>
              </a:extLst>
            </p:cNvPr>
            <p:cNvSpPr/>
            <p:nvPr userDrawn="1"/>
          </p:nvSpPr>
          <p:spPr>
            <a:xfrm>
              <a:off x="948171" y="2151327"/>
              <a:ext cx="2805682" cy="2555346"/>
            </a:xfrm>
            <a:prstGeom prst="roundRect">
              <a:avLst>
                <a:gd name="adj" fmla="val 5558"/>
              </a:avLst>
            </a:prstGeom>
            <a:solidFill>
              <a:srgbClr val="CB33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6" name="Picture 15">
              <a:extLst>
                <a:ext uri="{FF2B5EF4-FFF2-40B4-BE49-F238E27FC236}">
                  <a16:creationId xmlns:a16="http://schemas.microsoft.com/office/drawing/2014/main" id="{8B715392-78FE-4B85-9701-53DC9DCAA670}"/>
                </a:ext>
              </a:extLst>
            </p:cNvPr>
            <p:cNvPicPr>
              <a:picLocks noChangeAspect="1"/>
            </p:cNvPicPr>
            <p:nvPr userDrawn="1"/>
          </p:nvPicPr>
          <p:blipFill>
            <a:blip r:embed="rId2"/>
            <a:stretch>
              <a:fillRect/>
            </a:stretch>
          </p:blipFill>
          <p:spPr>
            <a:xfrm>
              <a:off x="1145987" y="2458254"/>
              <a:ext cx="2371550" cy="2036240"/>
            </a:xfrm>
            <a:prstGeom prst="rect">
              <a:avLst/>
            </a:prstGeom>
          </p:spPr>
        </p:pic>
      </p:grpSp>
      <p:sp>
        <p:nvSpPr>
          <p:cNvPr id="18" name="TextBox 17">
            <a:extLst>
              <a:ext uri="{FF2B5EF4-FFF2-40B4-BE49-F238E27FC236}">
                <a16:creationId xmlns:a16="http://schemas.microsoft.com/office/drawing/2014/main" id="{0C1C5C86-2978-4A2B-AB5B-BB781E6FE5E5}"/>
              </a:ext>
            </a:extLst>
          </p:cNvPr>
          <p:cNvSpPr txBox="1"/>
          <p:nvPr userDrawn="1"/>
        </p:nvSpPr>
        <p:spPr>
          <a:xfrm>
            <a:off x="5091837" y="1156388"/>
            <a:ext cx="8771225" cy="830997"/>
          </a:xfrm>
          <a:prstGeom prst="rect">
            <a:avLst/>
          </a:prstGeom>
          <a:noFill/>
        </p:spPr>
        <p:txBody>
          <a:bodyPr wrap="square" rtlCol="0">
            <a:spAutoFit/>
          </a:bodyPr>
          <a:lstStyle/>
          <a:p>
            <a:r>
              <a:rPr lang="en-GB" sz="4800" b="1">
                <a:solidFill>
                  <a:srgbClr val="97999B"/>
                </a:solidFill>
                <a:latin typeface="Bliss" panose="02000506030000020004" pitchFamily="50" charset="0"/>
              </a:rPr>
              <a:t>Thank you</a:t>
            </a:r>
          </a:p>
        </p:txBody>
      </p:sp>
      <p:grpSp>
        <p:nvGrpSpPr>
          <p:cNvPr id="27" name="Group 26">
            <a:extLst>
              <a:ext uri="{FF2B5EF4-FFF2-40B4-BE49-F238E27FC236}">
                <a16:creationId xmlns:a16="http://schemas.microsoft.com/office/drawing/2014/main" id="{9C3E169C-CB4A-4ABD-9A60-FAA3CDFC5E5D}"/>
              </a:ext>
            </a:extLst>
          </p:cNvPr>
          <p:cNvGrpSpPr/>
          <p:nvPr userDrawn="1"/>
        </p:nvGrpSpPr>
        <p:grpSpPr>
          <a:xfrm>
            <a:off x="5091837" y="3237731"/>
            <a:ext cx="6678219" cy="2555346"/>
            <a:chOff x="4550284" y="3237731"/>
            <a:chExt cx="6678219" cy="2555346"/>
          </a:xfrm>
        </p:grpSpPr>
        <p:sp>
          <p:nvSpPr>
            <p:cNvPr id="19" name="TextBox 18">
              <a:extLst>
                <a:ext uri="{FF2B5EF4-FFF2-40B4-BE49-F238E27FC236}">
                  <a16:creationId xmlns:a16="http://schemas.microsoft.com/office/drawing/2014/main" id="{5948EB87-F09D-4CB7-91F2-90B7E729C65E}"/>
                </a:ext>
              </a:extLst>
            </p:cNvPr>
            <p:cNvSpPr txBox="1"/>
            <p:nvPr userDrawn="1"/>
          </p:nvSpPr>
          <p:spPr>
            <a:xfrm>
              <a:off x="4550284" y="3639509"/>
              <a:ext cx="2995920" cy="2062103"/>
            </a:xfrm>
            <a:prstGeom prst="rect">
              <a:avLst/>
            </a:prstGeom>
            <a:noFill/>
          </p:spPr>
          <p:txBody>
            <a:bodyPr wrap="square" rtlCol="0" anchor="b">
              <a:spAutoFit/>
            </a:bodyPr>
            <a:lstStyle/>
            <a:p>
              <a:r>
                <a:rPr lang="en-GB" sz="1600" b="1">
                  <a:solidFill>
                    <a:srgbClr val="334EA2"/>
                  </a:solidFill>
                </a:rPr>
                <a:t>Head Office</a:t>
              </a:r>
            </a:p>
            <a:p>
              <a:r>
                <a:rPr lang="en-GB" sz="1600">
                  <a:solidFill>
                    <a:srgbClr val="74787B"/>
                  </a:solidFill>
                </a:rPr>
                <a:t>Nomad Digital Limited</a:t>
              </a:r>
            </a:p>
            <a:p>
              <a:r>
                <a:rPr lang="en-GB" sz="1600">
                  <a:solidFill>
                    <a:srgbClr val="74787B"/>
                  </a:solidFill>
                </a:rPr>
                <a:t>5</a:t>
              </a:r>
              <a:r>
                <a:rPr lang="en-GB" sz="1600" baseline="30000">
                  <a:solidFill>
                    <a:srgbClr val="74787B"/>
                  </a:solidFill>
                </a:rPr>
                <a:t>th</a:t>
              </a:r>
              <a:r>
                <a:rPr lang="en-GB" sz="1600">
                  <a:solidFill>
                    <a:srgbClr val="74787B"/>
                  </a:solidFill>
                </a:rPr>
                <a:t> Floor, One Trinity, Broad Chare</a:t>
              </a:r>
            </a:p>
            <a:p>
              <a:r>
                <a:rPr lang="en-GB" sz="1600">
                  <a:solidFill>
                    <a:srgbClr val="74787B"/>
                  </a:solidFill>
                </a:rPr>
                <a:t>Newcastle upon Tyne</a:t>
              </a:r>
            </a:p>
            <a:p>
              <a:r>
                <a:rPr lang="en-GB" sz="1600">
                  <a:solidFill>
                    <a:srgbClr val="74787B"/>
                  </a:solidFill>
                </a:rPr>
                <a:t>NE1 2HF</a:t>
              </a:r>
            </a:p>
            <a:p>
              <a:endParaRPr lang="en-GB" sz="1600">
                <a:solidFill>
                  <a:srgbClr val="74787B"/>
                </a:solidFill>
              </a:endParaRPr>
            </a:p>
            <a:p>
              <a:r>
                <a:rPr lang="en-GB" sz="1600" b="1">
                  <a:solidFill>
                    <a:srgbClr val="334EA2"/>
                  </a:solidFill>
                </a:rPr>
                <a:t>T: </a:t>
              </a:r>
              <a:r>
                <a:rPr lang="en-GB" sz="1600">
                  <a:solidFill>
                    <a:srgbClr val="74787B"/>
                  </a:solidFill>
                </a:rPr>
                <a:t>+44 (0) 207 096 6966</a:t>
              </a:r>
            </a:p>
            <a:p>
              <a:r>
                <a:rPr lang="en-GB" sz="1600" b="1">
                  <a:solidFill>
                    <a:srgbClr val="334EA2"/>
                  </a:solidFill>
                </a:rPr>
                <a:t>E: </a:t>
              </a:r>
              <a:r>
                <a:rPr lang="en-GB" sz="1600">
                  <a:solidFill>
                    <a:srgbClr val="74787B"/>
                  </a:solidFill>
                </a:rPr>
                <a:t>experts@nomad-digital.com</a:t>
              </a:r>
            </a:p>
          </p:txBody>
        </p:sp>
        <p:cxnSp>
          <p:nvCxnSpPr>
            <p:cNvPr id="22" name="Straight Connector 21">
              <a:extLst>
                <a:ext uri="{FF2B5EF4-FFF2-40B4-BE49-F238E27FC236}">
                  <a16:creationId xmlns:a16="http://schemas.microsoft.com/office/drawing/2014/main" id="{71A64A91-6334-481E-9D96-25211921328C}"/>
                </a:ext>
              </a:extLst>
            </p:cNvPr>
            <p:cNvCxnSpPr>
              <a:cxnSpLocks/>
            </p:cNvCxnSpPr>
            <p:nvPr userDrawn="1"/>
          </p:nvCxnSpPr>
          <p:spPr>
            <a:xfrm>
              <a:off x="7788814" y="3237731"/>
              <a:ext cx="0" cy="2555346"/>
            </a:xfrm>
            <a:prstGeom prst="line">
              <a:avLst/>
            </a:prstGeom>
            <a:ln w="15875">
              <a:solidFill>
                <a:srgbClr val="334EA2"/>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319A4AD-491D-4B2E-B09C-D04F310A8DD5}"/>
                </a:ext>
              </a:extLst>
            </p:cNvPr>
            <p:cNvSpPr txBox="1"/>
            <p:nvPr userDrawn="1"/>
          </p:nvSpPr>
          <p:spPr>
            <a:xfrm>
              <a:off x="8062299" y="4870615"/>
              <a:ext cx="3166204" cy="830997"/>
            </a:xfrm>
            <a:prstGeom prst="rect">
              <a:avLst/>
            </a:prstGeom>
            <a:noFill/>
          </p:spPr>
          <p:txBody>
            <a:bodyPr wrap="square" rtlCol="0" anchor="b">
              <a:spAutoFit/>
            </a:bodyPr>
            <a:lstStyle/>
            <a:p>
              <a:r>
                <a:rPr lang="en-GB" sz="1600" b="1">
                  <a:solidFill>
                    <a:srgbClr val="334EA2"/>
                  </a:solidFill>
                </a:rPr>
                <a:t>nomad-digital.com</a:t>
              </a:r>
            </a:p>
            <a:p>
              <a:r>
                <a:rPr lang="en-GB" sz="1600">
                  <a:solidFill>
                    <a:srgbClr val="74787B"/>
                  </a:solidFill>
                </a:rPr>
                <a:t>Company Registration No: 4536010</a:t>
              </a:r>
            </a:p>
            <a:p>
              <a:r>
                <a:rPr lang="en-GB" sz="1600">
                  <a:solidFill>
                    <a:srgbClr val="74787B"/>
                  </a:solidFill>
                </a:rPr>
                <a:t>Copyright Nomad Digital 2023</a:t>
              </a:r>
            </a:p>
          </p:txBody>
        </p:sp>
      </p:grpSp>
      <p:sp>
        <p:nvSpPr>
          <p:cNvPr id="20" name="Rectangle 19">
            <a:extLst>
              <a:ext uri="{FF2B5EF4-FFF2-40B4-BE49-F238E27FC236}">
                <a16:creationId xmlns:a16="http://schemas.microsoft.com/office/drawing/2014/main" id="{4BF7159D-7541-4404-9773-DB8594EAC739}"/>
              </a:ext>
            </a:extLst>
          </p:cNvPr>
          <p:cNvSpPr/>
          <p:nvPr userDrawn="1"/>
        </p:nvSpPr>
        <p:spPr>
          <a:xfrm>
            <a:off x="0" y="0"/>
            <a:ext cx="360000" cy="6858000"/>
          </a:xfrm>
          <a:prstGeom prst="rect">
            <a:avLst/>
          </a:prstGeom>
          <a:solidFill>
            <a:srgbClr val="CB33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64379414"/>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itle + Column 1">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sp>
        <p:nvSpPr>
          <p:cNvPr id="11" name="Content Placeholder 2">
            <a:extLst>
              <a:ext uri="{FF2B5EF4-FFF2-40B4-BE49-F238E27FC236}">
                <a16:creationId xmlns:a16="http://schemas.microsoft.com/office/drawing/2014/main" id="{67782945-B9F0-41B4-B211-D6C895D6475E}"/>
              </a:ext>
            </a:extLst>
          </p:cNvPr>
          <p:cNvSpPr>
            <a:spLocks noGrp="1"/>
          </p:cNvSpPr>
          <p:nvPr>
            <p:ph idx="1"/>
          </p:nvPr>
        </p:nvSpPr>
        <p:spPr>
          <a:xfrm>
            <a:off x="667266" y="1453418"/>
            <a:ext cx="10686534" cy="472354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1F9C20-D204-4A61-83D0-C8409FA061FE}"/>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Tree>
    <p:extLst>
      <p:ext uri="{BB962C8B-B14F-4D97-AF65-F5344CB8AC3E}">
        <p14:creationId xmlns:p14="http://schemas.microsoft.com/office/powerpoint/2010/main" val="2516773237"/>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Subtitle+Column 1">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sp>
        <p:nvSpPr>
          <p:cNvPr id="14" name="Subtitle 2">
            <a:extLst>
              <a:ext uri="{FF2B5EF4-FFF2-40B4-BE49-F238E27FC236}">
                <a16:creationId xmlns:a16="http://schemas.microsoft.com/office/drawing/2014/main" id="{47BDE5E5-CB56-4184-9886-01A36C716577}"/>
              </a:ext>
            </a:extLst>
          </p:cNvPr>
          <p:cNvSpPr>
            <a:spLocks noGrp="1"/>
          </p:cNvSpPr>
          <p:nvPr>
            <p:ph type="subTitle" idx="11"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16" name="Title 1">
            <a:extLst>
              <a:ext uri="{FF2B5EF4-FFF2-40B4-BE49-F238E27FC236}">
                <a16:creationId xmlns:a16="http://schemas.microsoft.com/office/drawing/2014/main" id="{A8C770E6-6791-4449-B2CE-2E3F185FC2E1}"/>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18" name="Content Placeholder 2">
            <a:extLst>
              <a:ext uri="{FF2B5EF4-FFF2-40B4-BE49-F238E27FC236}">
                <a16:creationId xmlns:a16="http://schemas.microsoft.com/office/drawing/2014/main" id="{A4D505CC-A354-4CEB-8B3A-5E67AEFEC3B9}"/>
              </a:ext>
            </a:extLst>
          </p:cNvPr>
          <p:cNvSpPr>
            <a:spLocks noGrp="1"/>
          </p:cNvSpPr>
          <p:nvPr>
            <p:ph idx="1"/>
          </p:nvPr>
        </p:nvSpPr>
        <p:spPr>
          <a:xfrm>
            <a:off x="667266" y="1453418"/>
            <a:ext cx="10686534" cy="472354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232807105"/>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itle+Column 2">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sp>
        <p:nvSpPr>
          <p:cNvPr id="11" name="Content Placeholder 2">
            <a:extLst>
              <a:ext uri="{FF2B5EF4-FFF2-40B4-BE49-F238E27FC236}">
                <a16:creationId xmlns:a16="http://schemas.microsoft.com/office/drawing/2014/main" id="{67782945-B9F0-41B4-B211-D6C895D6475E}"/>
              </a:ext>
            </a:extLst>
          </p:cNvPr>
          <p:cNvSpPr>
            <a:spLocks noGrp="1"/>
          </p:cNvSpPr>
          <p:nvPr>
            <p:ph idx="1"/>
          </p:nvPr>
        </p:nvSpPr>
        <p:spPr>
          <a:xfrm>
            <a:off x="667266" y="1453418"/>
            <a:ext cx="5248734" cy="472354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1F9C20-D204-4A61-83D0-C8409FA061FE}"/>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8" name="Content Placeholder 2">
            <a:extLst>
              <a:ext uri="{FF2B5EF4-FFF2-40B4-BE49-F238E27FC236}">
                <a16:creationId xmlns:a16="http://schemas.microsoft.com/office/drawing/2014/main" id="{FAA8BB5C-F232-46BE-B451-AF5CE2CDDCCA}"/>
              </a:ext>
            </a:extLst>
          </p:cNvPr>
          <p:cNvSpPr>
            <a:spLocks noGrp="1"/>
          </p:cNvSpPr>
          <p:nvPr>
            <p:ph idx="11"/>
          </p:nvPr>
        </p:nvSpPr>
        <p:spPr>
          <a:xfrm>
            <a:off x="6276000" y="1453418"/>
            <a:ext cx="5248734" cy="472354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411532359"/>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Subtitle+Column 2">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sp>
        <p:nvSpPr>
          <p:cNvPr id="14" name="Subtitle 2">
            <a:extLst>
              <a:ext uri="{FF2B5EF4-FFF2-40B4-BE49-F238E27FC236}">
                <a16:creationId xmlns:a16="http://schemas.microsoft.com/office/drawing/2014/main" id="{47BDE5E5-CB56-4184-9886-01A36C716577}"/>
              </a:ext>
            </a:extLst>
          </p:cNvPr>
          <p:cNvSpPr>
            <a:spLocks noGrp="1"/>
          </p:cNvSpPr>
          <p:nvPr>
            <p:ph type="subTitle" idx="11"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16" name="Title 1">
            <a:extLst>
              <a:ext uri="{FF2B5EF4-FFF2-40B4-BE49-F238E27FC236}">
                <a16:creationId xmlns:a16="http://schemas.microsoft.com/office/drawing/2014/main" id="{A8C770E6-6791-4449-B2CE-2E3F185FC2E1}"/>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8" name="Content Placeholder 2">
            <a:extLst>
              <a:ext uri="{FF2B5EF4-FFF2-40B4-BE49-F238E27FC236}">
                <a16:creationId xmlns:a16="http://schemas.microsoft.com/office/drawing/2014/main" id="{8D2E03EB-6C51-429C-AAD6-45E04EA6703B}"/>
              </a:ext>
            </a:extLst>
          </p:cNvPr>
          <p:cNvSpPr>
            <a:spLocks noGrp="1"/>
          </p:cNvSpPr>
          <p:nvPr>
            <p:ph idx="1"/>
          </p:nvPr>
        </p:nvSpPr>
        <p:spPr>
          <a:xfrm>
            <a:off x="667266" y="1453418"/>
            <a:ext cx="5248734" cy="472354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Content Placeholder 2">
            <a:extLst>
              <a:ext uri="{FF2B5EF4-FFF2-40B4-BE49-F238E27FC236}">
                <a16:creationId xmlns:a16="http://schemas.microsoft.com/office/drawing/2014/main" id="{6A9E4AD0-6538-4882-855A-4DEE9640C1CA}"/>
              </a:ext>
            </a:extLst>
          </p:cNvPr>
          <p:cNvSpPr>
            <a:spLocks noGrp="1"/>
          </p:cNvSpPr>
          <p:nvPr>
            <p:ph idx="12"/>
          </p:nvPr>
        </p:nvSpPr>
        <p:spPr>
          <a:xfrm>
            <a:off x="6276000" y="1453418"/>
            <a:ext cx="5248734" cy="472354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845714749"/>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Content Layout A1">
    <p:spTree>
      <p:nvGrpSpPr>
        <p:cNvPr id="1" name=""/>
        <p:cNvGrpSpPr/>
        <p:nvPr/>
      </p:nvGrpSpPr>
      <p:grpSpPr>
        <a:xfrm>
          <a:off x="0" y="0"/>
          <a:ext cx="0" cy="0"/>
          <a:chOff x="0" y="0"/>
          <a:chExt cx="0" cy="0"/>
        </a:xfrm>
      </p:grpSpPr>
      <p:sp>
        <p:nvSpPr>
          <p:cNvPr id="14" name="Content Placeholder 13">
            <a:extLst>
              <a:ext uri="{FF2B5EF4-FFF2-40B4-BE49-F238E27FC236}">
                <a16:creationId xmlns:a16="http://schemas.microsoft.com/office/drawing/2014/main" id="{3D9D1C6C-3654-4D00-A984-8B1A716E5903}"/>
              </a:ext>
            </a:extLst>
          </p:cNvPr>
          <p:cNvSpPr>
            <a:spLocks noGrp="1"/>
          </p:cNvSpPr>
          <p:nvPr>
            <p:ph sz="quarter" idx="14"/>
          </p:nvPr>
        </p:nvSpPr>
        <p:spPr bwMode="gray">
          <a:xfrm>
            <a:off x="6276001" y="1457739"/>
            <a:ext cx="5248733" cy="4719225"/>
          </a:xfrm>
          <a:custGeom>
            <a:avLst/>
            <a:gdLst>
              <a:gd name="connsiteX0" fmla="*/ 86645 w 5248733"/>
              <a:gd name="connsiteY0" fmla="*/ 0 h 4719225"/>
              <a:gd name="connsiteX1" fmla="*/ 5162088 w 5248733"/>
              <a:gd name="connsiteY1" fmla="*/ 0 h 4719225"/>
              <a:gd name="connsiteX2" fmla="*/ 5248733 w 5248733"/>
              <a:gd name="connsiteY2" fmla="*/ 86645 h 4719225"/>
              <a:gd name="connsiteX3" fmla="*/ 5248733 w 5248733"/>
              <a:gd name="connsiteY3" fmla="*/ 4632580 h 4719225"/>
              <a:gd name="connsiteX4" fmla="*/ 5162088 w 5248733"/>
              <a:gd name="connsiteY4" fmla="*/ 4719225 h 4719225"/>
              <a:gd name="connsiteX5" fmla="*/ 86645 w 5248733"/>
              <a:gd name="connsiteY5" fmla="*/ 4719225 h 4719225"/>
              <a:gd name="connsiteX6" fmla="*/ 0 w 5248733"/>
              <a:gd name="connsiteY6" fmla="*/ 4632580 h 4719225"/>
              <a:gd name="connsiteX7" fmla="*/ 0 w 5248733"/>
              <a:gd name="connsiteY7" fmla="*/ 86645 h 4719225"/>
              <a:gd name="connsiteX8" fmla="*/ 86645 w 5248733"/>
              <a:gd name="connsiteY8" fmla="*/ 0 h 4719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48733" h="4719225">
                <a:moveTo>
                  <a:pt x="86645" y="0"/>
                </a:moveTo>
                <a:lnTo>
                  <a:pt x="5162088" y="0"/>
                </a:lnTo>
                <a:cubicBezTo>
                  <a:pt x="5209941" y="0"/>
                  <a:pt x="5248733" y="38792"/>
                  <a:pt x="5248733" y="86645"/>
                </a:cubicBezTo>
                <a:lnTo>
                  <a:pt x="5248733" y="4632580"/>
                </a:lnTo>
                <a:cubicBezTo>
                  <a:pt x="5248733" y="4680433"/>
                  <a:pt x="5209941" y="4719225"/>
                  <a:pt x="5162088" y="4719225"/>
                </a:cubicBezTo>
                <a:lnTo>
                  <a:pt x="86645" y="4719225"/>
                </a:lnTo>
                <a:cubicBezTo>
                  <a:pt x="38792" y="4719225"/>
                  <a:pt x="0" y="4680433"/>
                  <a:pt x="0" y="4632580"/>
                </a:cubicBezTo>
                <a:lnTo>
                  <a:pt x="0" y="86645"/>
                </a:lnTo>
                <a:cubicBezTo>
                  <a:pt x="0" y="38792"/>
                  <a:pt x="38792" y="0"/>
                  <a:pt x="86645" y="0"/>
                </a:cubicBezTo>
                <a:close/>
              </a:path>
            </a:pathLst>
          </a:custGeom>
          <a:solidFill>
            <a:srgbClr val="E3E4E5"/>
          </a:solidFill>
        </p:spPr>
        <p:txBody>
          <a:bodyPr wrap="square" anchor="ctr">
            <a:noAutofit/>
          </a:bodyPr>
          <a:lstStyle>
            <a:lvl1pPr marL="0" indent="0" algn="ctr">
              <a:buNone/>
              <a:defRPr/>
            </a:lvl1pPr>
          </a:lstStyle>
          <a:p>
            <a:pPr lvl="0"/>
            <a:endParaRPr lang="en-US"/>
          </a:p>
          <a:p>
            <a:pPr lvl="0"/>
            <a:endParaRPr lang="en-US"/>
          </a:p>
          <a:p>
            <a:pPr lvl="0"/>
            <a:endParaRPr lang="en-US"/>
          </a:p>
          <a:p>
            <a:pPr lvl="0"/>
            <a:r>
              <a:rPr lang="en-US"/>
              <a:t>Insert content (picture, chart </a:t>
            </a:r>
            <a:r>
              <a:rPr lang="en-US" err="1"/>
              <a:t>etc</a:t>
            </a:r>
            <a:r>
              <a:rPr lang="en-US"/>
              <a:t>)</a:t>
            </a:r>
            <a:endParaRPr lang="en-GB"/>
          </a:p>
        </p:txBody>
      </p:sp>
      <p:sp>
        <p:nvSpPr>
          <p:cNvPr id="11" name="Freeform: Shape 10">
            <a:extLst>
              <a:ext uri="{FF2B5EF4-FFF2-40B4-BE49-F238E27FC236}">
                <a16:creationId xmlns:a16="http://schemas.microsoft.com/office/drawing/2014/main" id="{97C2BB67-9BE9-4637-B9F9-A6B6F7832E40}"/>
              </a:ext>
            </a:extLst>
          </p:cNvPr>
          <p:cNvSpPr/>
          <p:nvPr userDrawn="1"/>
        </p:nvSpPr>
        <p:spPr>
          <a:xfrm>
            <a:off x="667266" y="2263140"/>
            <a:ext cx="5248733" cy="3913824"/>
          </a:xfrm>
          <a:custGeom>
            <a:avLst/>
            <a:gdLst>
              <a:gd name="connsiteX0" fmla="*/ 0 w 5248733"/>
              <a:gd name="connsiteY0" fmla="*/ 0 h 3913824"/>
              <a:gd name="connsiteX1" fmla="*/ 5248733 w 5248733"/>
              <a:gd name="connsiteY1" fmla="*/ 0 h 3913824"/>
              <a:gd name="connsiteX2" fmla="*/ 5248733 w 5248733"/>
              <a:gd name="connsiteY2" fmla="*/ 3664652 h 3913824"/>
              <a:gd name="connsiteX3" fmla="*/ 5248733 w 5248733"/>
              <a:gd name="connsiteY3" fmla="*/ 3827179 h 3913824"/>
              <a:gd name="connsiteX4" fmla="*/ 5162088 w 5248733"/>
              <a:gd name="connsiteY4" fmla="*/ 3913824 h 3913824"/>
              <a:gd name="connsiteX5" fmla="*/ 86645 w 5248733"/>
              <a:gd name="connsiteY5" fmla="*/ 3913824 h 3913824"/>
              <a:gd name="connsiteX6" fmla="*/ 0 w 5248733"/>
              <a:gd name="connsiteY6" fmla="*/ 3827179 h 3913824"/>
              <a:gd name="connsiteX7" fmla="*/ 0 w 5248733"/>
              <a:gd name="connsiteY7" fmla="*/ 3664652 h 391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8733" h="3913824">
                <a:moveTo>
                  <a:pt x="0" y="0"/>
                </a:moveTo>
                <a:lnTo>
                  <a:pt x="5248733" y="0"/>
                </a:lnTo>
                <a:lnTo>
                  <a:pt x="5248733" y="3664652"/>
                </a:lnTo>
                <a:lnTo>
                  <a:pt x="5248733" y="3827179"/>
                </a:lnTo>
                <a:cubicBezTo>
                  <a:pt x="5248733" y="3875032"/>
                  <a:pt x="5209941" y="3913824"/>
                  <a:pt x="5162088" y="3913824"/>
                </a:cubicBezTo>
                <a:lnTo>
                  <a:pt x="86645" y="3913824"/>
                </a:lnTo>
                <a:cubicBezTo>
                  <a:pt x="38792" y="3913824"/>
                  <a:pt x="0" y="3875032"/>
                  <a:pt x="0" y="3827179"/>
                </a:cubicBezTo>
                <a:lnTo>
                  <a:pt x="0" y="3664652"/>
                </a:lnTo>
                <a:close/>
              </a:path>
            </a:pathLst>
          </a:custGeom>
          <a:solidFill>
            <a:srgbClr val="74787B">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6" name="Freeform: Shape 15">
            <a:extLst>
              <a:ext uri="{FF2B5EF4-FFF2-40B4-BE49-F238E27FC236}">
                <a16:creationId xmlns:a16="http://schemas.microsoft.com/office/drawing/2014/main" id="{C5356A5E-F1A4-4705-B8EE-4BD1F728B6BF}"/>
              </a:ext>
            </a:extLst>
          </p:cNvPr>
          <p:cNvSpPr/>
          <p:nvPr userDrawn="1"/>
        </p:nvSpPr>
        <p:spPr>
          <a:xfrm>
            <a:off x="667266" y="1457739"/>
            <a:ext cx="5248733" cy="805401"/>
          </a:xfrm>
          <a:custGeom>
            <a:avLst/>
            <a:gdLst>
              <a:gd name="connsiteX0" fmla="*/ 86645 w 5248733"/>
              <a:gd name="connsiteY0" fmla="*/ 0 h 805401"/>
              <a:gd name="connsiteX1" fmla="*/ 5162088 w 5248733"/>
              <a:gd name="connsiteY1" fmla="*/ 0 h 805401"/>
              <a:gd name="connsiteX2" fmla="*/ 5248733 w 5248733"/>
              <a:gd name="connsiteY2" fmla="*/ 86645 h 805401"/>
              <a:gd name="connsiteX3" fmla="*/ 5248733 w 5248733"/>
              <a:gd name="connsiteY3" fmla="*/ 805401 h 805401"/>
              <a:gd name="connsiteX4" fmla="*/ 0 w 5248733"/>
              <a:gd name="connsiteY4" fmla="*/ 805401 h 805401"/>
              <a:gd name="connsiteX5" fmla="*/ 0 w 5248733"/>
              <a:gd name="connsiteY5" fmla="*/ 86645 h 805401"/>
              <a:gd name="connsiteX6" fmla="*/ 86645 w 5248733"/>
              <a:gd name="connsiteY6" fmla="*/ 0 h 805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48733" h="805401">
                <a:moveTo>
                  <a:pt x="86645" y="0"/>
                </a:moveTo>
                <a:lnTo>
                  <a:pt x="5162088" y="0"/>
                </a:lnTo>
                <a:cubicBezTo>
                  <a:pt x="5209941" y="0"/>
                  <a:pt x="5248733" y="38792"/>
                  <a:pt x="5248733" y="86645"/>
                </a:cubicBezTo>
                <a:lnTo>
                  <a:pt x="5248733" y="805401"/>
                </a:lnTo>
                <a:lnTo>
                  <a:pt x="0" y="805401"/>
                </a:lnTo>
                <a:lnTo>
                  <a:pt x="0" y="86645"/>
                </a:lnTo>
                <a:cubicBezTo>
                  <a:pt x="0" y="38792"/>
                  <a:pt x="38792" y="0"/>
                  <a:pt x="86645" y="0"/>
                </a:cubicBezTo>
                <a:close/>
              </a:path>
            </a:pathLst>
          </a:custGeom>
          <a:solidFill>
            <a:srgbClr val="7478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1F9C20-D204-4A61-83D0-C8409FA061FE}"/>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12" name="Content Placeholder 3">
            <a:extLst>
              <a:ext uri="{FF2B5EF4-FFF2-40B4-BE49-F238E27FC236}">
                <a16:creationId xmlns:a16="http://schemas.microsoft.com/office/drawing/2014/main" id="{A0A3A707-B6E4-49DF-B76F-2FF1AE941CDE}"/>
              </a:ext>
            </a:extLst>
          </p:cNvPr>
          <p:cNvSpPr>
            <a:spLocks noGrp="1"/>
          </p:cNvSpPr>
          <p:nvPr>
            <p:ph sz="quarter" idx="12" hasCustomPrompt="1"/>
          </p:nvPr>
        </p:nvSpPr>
        <p:spPr>
          <a:xfrm>
            <a:off x="959768" y="2528322"/>
            <a:ext cx="4716463" cy="3440677"/>
          </a:xfrm>
        </p:spPr>
        <p:txBody>
          <a:bodyPr vert="horz" lIns="0" tIns="0" rIns="0" bIns="0" rtlCol="0" anchor="t" anchorCtr="0">
            <a:noAutofit/>
          </a:bodyPr>
          <a:lstStyle>
            <a:lvl1pPr>
              <a:defRPr lang="en-GB" sz="1600" b="0" dirty="0">
                <a:solidFill>
                  <a:srgbClr val="74787B"/>
                </a:solidFill>
              </a:defRPr>
            </a:lvl1pPr>
          </a:lstStyle>
          <a:p>
            <a:pPr marL="0" lvl="0" indent="0">
              <a:lnSpc>
                <a:spcPct val="100000"/>
              </a:lnSpc>
              <a:spcBef>
                <a:spcPts val="0"/>
              </a:spcBef>
              <a:spcAft>
                <a:spcPts val="800"/>
              </a:spcAft>
              <a:buNone/>
            </a:pPr>
            <a:r>
              <a:rPr lang="en-GB"/>
              <a:t>Lorem ipsum dolor sit amet, consectetuer adipiscing elit. Maecenas porttitor congue massa. Fusce posuere, magna sed pulvinar ultricies, purus lectus malesuada libero, sit amet commodo magna eros quis urna.</a:t>
            </a:r>
          </a:p>
          <a:p>
            <a:pPr marL="0" lvl="0" indent="0">
              <a:lnSpc>
                <a:spcPct val="100000"/>
              </a:lnSpc>
              <a:spcBef>
                <a:spcPts val="0"/>
              </a:spcBef>
              <a:spcAft>
                <a:spcPts val="800"/>
              </a:spcAft>
              <a:buNone/>
            </a:pPr>
            <a:r>
              <a:rPr lang="en-GB"/>
              <a:t>Nunc viverra imperdiet enim. Fusce est. Vivamus a </a:t>
            </a:r>
            <a:r>
              <a:rPr lang="en-GB" err="1"/>
              <a:t>tellus</a:t>
            </a:r>
            <a:r>
              <a:rPr lang="en-GB"/>
              <a:t>. </a:t>
            </a:r>
            <a:r>
              <a:rPr lang="en-GB" err="1"/>
              <a:t>Pellentesque</a:t>
            </a:r>
            <a:r>
              <a:rPr lang="en-GB"/>
              <a:t> habitant morbi tristique senectus et netus et malesuada fames ac turpis egestas. Proin pharetra nonummy pede. Mauris et </a:t>
            </a:r>
            <a:r>
              <a:rPr lang="en-GB" err="1"/>
              <a:t>orci</a:t>
            </a:r>
            <a:r>
              <a:rPr lang="en-GB"/>
              <a:t>.</a:t>
            </a:r>
          </a:p>
          <a:p>
            <a:pPr marL="0" lvl="0" indent="0">
              <a:lnSpc>
                <a:spcPct val="100000"/>
              </a:lnSpc>
              <a:spcBef>
                <a:spcPts val="0"/>
              </a:spcBef>
              <a:spcAft>
                <a:spcPts val="800"/>
              </a:spcAft>
              <a:buNone/>
            </a:pPr>
            <a:r>
              <a:rPr lang="en-GB"/>
              <a:t>Lorem ipsum dolor sit amet, consectetuer adipiscing elit. Maecenas porttitor congue </a:t>
            </a:r>
            <a:r>
              <a:rPr lang="en-GB" err="1"/>
              <a:t>massa</a:t>
            </a:r>
            <a:r>
              <a:rPr lang="en-GB"/>
              <a:t>. Lorem ipsum dolor sit amet, consectetuer adipiscing elit. Maecenas porttitor congue </a:t>
            </a:r>
            <a:r>
              <a:rPr lang="en-GB" err="1"/>
              <a:t>massa</a:t>
            </a:r>
            <a:r>
              <a:rPr lang="en-GB"/>
              <a:t>.</a:t>
            </a:r>
          </a:p>
          <a:p>
            <a:pPr marL="0" lvl="0" indent="0">
              <a:lnSpc>
                <a:spcPct val="100000"/>
              </a:lnSpc>
              <a:spcBef>
                <a:spcPts val="0"/>
              </a:spcBef>
              <a:spcAft>
                <a:spcPts val="800"/>
              </a:spcAft>
              <a:buNone/>
            </a:pPr>
            <a:endParaRPr lang="en-GB"/>
          </a:p>
          <a:p>
            <a:pPr marL="0" lvl="0" indent="0">
              <a:lnSpc>
                <a:spcPct val="100000"/>
              </a:lnSpc>
              <a:spcBef>
                <a:spcPts val="0"/>
              </a:spcBef>
              <a:spcAft>
                <a:spcPts val="800"/>
              </a:spcAft>
              <a:buNone/>
            </a:pPr>
            <a:endParaRPr lang="en-GB"/>
          </a:p>
        </p:txBody>
      </p:sp>
      <p:sp>
        <p:nvSpPr>
          <p:cNvPr id="13" name="Text Placeholder 12">
            <a:extLst>
              <a:ext uri="{FF2B5EF4-FFF2-40B4-BE49-F238E27FC236}">
                <a16:creationId xmlns:a16="http://schemas.microsoft.com/office/drawing/2014/main" id="{AA0341ED-91C5-4B51-B2FF-21BE4819BA14}"/>
              </a:ext>
            </a:extLst>
          </p:cNvPr>
          <p:cNvSpPr>
            <a:spLocks noGrp="1"/>
          </p:cNvSpPr>
          <p:nvPr>
            <p:ph type="body" sz="quarter" idx="13" hasCustomPrompt="1"/>
          </p:nvPr>
        </p:nvSpPr>
        <p:spPr>
          <a:xfrm>
            <a:off x="959768" y="1722922"/>
            <a:ext cx="4734595" cy="366712"/>
          </a:xfrm>
        </p:spPr>
        <p:txBody>
          <a:bodyPr/>
          <a:lstStyle>
            <a:lvl1pPr marL="0" indent="0">
              <a:buNone/>
              <a:defRPr b="1">
                <a:solidFill>
                  <a:schemeClr val="bg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a:t>Section heading</a:t>
            </a:r>
            <a:endParaRPr lang="en-GB"/>
          </a:p>
        </p:txBody>
      </p:sp>
    </p:spTree>
    <p:extLst>
      <p:ext uri="{BB962C8B-B14F-4D97-AF65-F5344CB8AC3E}">
        <p14:creationId xmlns:p14="http://schemas.microsoft.com/office/powerpoint/2010/main" val="1823072067"/>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Content layout A2">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EB7CCFA2-2C1D-49FB-B59F-901A8D024021}"/>
              </a:ext>
            </a:extLst>
          </p:cNvPr>
          <p:cNvSpPr/>
          <p:nvPr userDrawn="1"/>
        </p:nvSpPr>
        <p:spPr>
          <a:xfrm>
            <a:off x="667266" y="2263140"/>
            <a:ext cx="5248733" cy="3913824"/>
          </a:xfrm>
          <a:custGeom>
            <a:avLst/>
            <a:gdLst>
              <a:gd name="connsiteX0" fmla="*/ 0 w 5248733"/>
              <a:gd name="connsiteY0" fmla="*/ 0 h 3913824"/>
              <a:gd name="connsiteX1" fmla="*/ 5248733 w 5248733"/>
              <a:gd name="connsiteY1" fmla="*/ 0 h 3913824"/>
              <a:gd name="connsiteX2" fmla="*/ 5248733 w 5248733"/>
              <a:gd name="connsiteY2" fmla="*/ 3664652 h 3913824"/>
              <a:gd name="connsiteX3" fmla="*/ 5248733 w 5248733"/>
              <a:gd name="connsiteY3" fmla="*/ 3827179 h 3913824"/>
              <a:gd name="connsiteX4" fmla="*/ 5162088 w 5248733"/>
              <a:gd name="connsiteY4" fmla="*/ 3913824 h 3913824"/>
              <a:gd name="connsiteX5" fmla="*/ 86645 w 5248733"/>
              <a:gd name="connsiteY5" fmla="*/ 3913824 h 3913824"/>
              <a:gd name="connsiteX6" fmla="*/ 0 w 5248733"/>
              <a:gd name="connsiteY6" fmla="*/ 3827179 h 3913824"/>
              <a:gd name="connsiteX7" fmla="*/ 0 w 5248733"/>
              <a:gd name="connsiteY7" fmla="*/ 3664652 h 391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8733" h="3913824">
                <a:moveTo>
                  <a:pt x="0" y="0"/>
                </a:moveTo>
                <a:lnTo>
                  <a:pt x="5248733" y="0"/>
                </a:lnTo>
                <a:lnTo>
                  <a:pt x="5248733" y="3664652"/>
                </a:lnTo>
                <a:lnTo>
                  <a:pt x="5248733" y="3827179"/>
                </a:lnTo>
                <a:cubicBezTo>
                  <a:pt x="5248733" y="3875032"/>
                  <a:pt x="5209941" y="3913824"/>
                  <a:pt x="5162088" y="3913824"/>
                </a:cubicBezTo>
                <a:lnTo>
                  <a:pt x="86645" y="3913824"/>
                </a:lnTo>
                <a:cubicBezTo>
                  <a:pt x="38792" y="3913824"/>
                  <a:pt x="0" y="3875032"/>
                  <a:pt x="0" y="3827179"/>
                </a:cubicBezTo>
                <a:lnTo>
                  <a:pt x="0" y="3664652"/>
                </a:lnTo>
                <a:close/>
              </a:path>
            </a:pathLst>
          </a:custGeom>
          <a:solidFill>
            <a:srgbClr val="74787B">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8" name="Freeform: Shape 17">
            <a:extLst>
              <a:ext uri="{FF2B5EF4-FFF2-40B4-BE49-F238E27FC236}">
                <a16:creationId xmlns:a16="http://schemas.microsoft.com/office/drawing/2014/main" id="{F3A0572F-B383-4D32-B8E1-D008803C1118}"/>
              </a:ext>
            </a:extLst>
          </p:cNvPr>
          <p:cNvSpPr/>
          <p:nvPr userDrawn="1"/>
        </p:nvSpPr>
        <p:spPr>
          <a:xfrm>
            <a:off x="667266" y="1457739"/>
            <a:ext cx="5248733" cy="805401"/>
          </a:xfrm>
          <a:custGeom>
            <a:avLst/>
            <a:gdLst>
              <a:gd name="connsiteX0" fmla="*/ 86645 w 5248733"/>
              <a:gd name="connsiteY0" fmla="*/ 0 h 805401"/>
              <a:gd name="connsiteX1" fmla="*/ 5162088 w 5248733"/>
              <a:gd name="connsiteY1" fmla="*/ 0 h 805401"/>
              <a:gd name="connsiteX2" fmla="*/ 5248733 w 5248733"/>
              <a:gd name="connsiteY2" fmla="*/ 86645 h 805401"/>
              <a:gd name="connsiteX3" fmla="*/ 5248733 w 5248733"/>
              <a:gd name="connsiteY3" fmla="*/ 805401 h 805401"/>
              <a:gd name="connsiteX4" fmla="*/ 0 w 5248733"/>
              <a:gd name="connsiteY4" fmla="*/ 805401 h 805401"/>
              <a:gd name="connsiteX5" fmla="*/ 0 w 5248733"/>
              <a:gd name="connsiteY5" fmla="*/ 86645 h 805401"/>
              <a:gd name="connsiteX6" fmla="*/ 86645 w 5248733"/>
              <a:gd name="connsiteY6" fmla="*/ 0 h 805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48733" h="805401">
                <a:moveTo>
                  <a:pt x="86645" y="0"/>
                </a:moveTo>
                <a:lnTo>
                  <a:pt x="5162088" y="0"/>
                </a:lnTo>
                <a:cubicBezTo>
                  <a:pt x="5209941" y="0"/>
                  <a:pt x="5248733" y="38792"/>
                  <a:pt x="5248733" y="86645"/>
                </a:cubicBezTo>
                <a:lnTo>
                  <a:pt x="5248733" y="805401"/>
                </a:lnTo>
                <a:lnTo>
                  <a:pt x="0" y="805401"/>
                </a:lnTo>
                <a:lnTo>
                  <a:pt x="0" y="86645"/>
                </a:lnTo>
                <a:cubicBezTo>
                  <a:pt x="0" y="38792"/>
                  <a:pt x="38792" y="0"/>
                  <a:pt x="86645" y="0"/>
                </a:cubicBezTo>
                <a:close/>
              </a:path>
            </a:pathLst>
          </a:custGeom>
          <a:solidFill>
            <a:srgbClr val="7478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1F9C20-D204-4A61-83D0-C8409FA061FE}"/>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13" name="Text Placeholder 12">
            <a:extLst>
              <a:ext uri="{FF2B5EF4-FFF2-40B4-BE49-F238E27FC236}">
                <a16:creationId xmlns:a16="http://schemas.microsoft.com/office/drawing/2014/main" id="{AA0341ED-91C5-4B51-B2FF-21BE4819BA14}"/>
              </a:ext>
            </a:extLst>
          </p:cNvPr>
          <p:cNvSpPr>
            <a:spLocks noGrp="1"/>
          </p:cNvSpPr>
          <p:nvPr>
            <p:ph type="body" sz="quarter" idx="13" hasCustomPrompt="1"/>
          </p:nvPr>
        </p:nvSpPr>
        <p:spPr>
          <a:xfrm>
            <a:off x="959768" y="1722922"/>
            <a:ext cx="4734595" cy="366712"/>
          </a:xfrm>
        </p:spPr>
        <p:txBody>
          <a:bodyPr/>
          <a:lstStyle>
            <a:lvl1pPr marL="0" indent="0">
              <a:buNone/>
              <a:defRPr b="1">
                <a:solidFill>
                  <a:schemeClr val="bg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a:t>Section heading</a:t>
            </a:r>
            <a:endParaRPr lang="en-GB"/>
          </a:p>
        </p:txBody>
      </p:sp>
      <p:sp>
        <p:nvSpPr>
          <p:cNvPr id="14" name="Content Placeholder 13">
            <a:extLst>
              <a:ext uri="{FF2B5EF4-FFF2-40B4-BE49-F238E27FC236}">
                <a16:creationId xmlns:a16="http://schemas.microsoft.com/office/drawing/2014/main" id="{3D9D1C6C-3654-4D00-A984-8B1A716E5903}"/>
              </a:ext>
            </a:extLst>
          </p:cNvPr>
          <p:cNvSpPr>
            <a:spLocks noGrp="1"/>
          </p:cNvSpPr>
          <p:nvPr>
            <p:ph sz="quarter" idx="14"/>
          </p:nvPr>
        </p:nvSpPr>
        <p:spPr bwMode="gray">
          <a:xfrm>
            <a:off x="6276001" y="1457739"/>
            <a:ext cx="5248733" cy="4719225"/>
          </a:xfrm>
          <a:custGeom>
            <a:avLst/>
            <a:gdLst>
              <a:gd name="connsiteX0" fmla="*/ 86645 w 5248733"/>
              <a:gd name="connsiteY0" fmla="*/ 0 h 4719225"/>
              <a:gd name="connsiteX1" fmla="*/ 5162088 w 5248733"/>
              <a:gd name="connsiteY1" fmla="*/ 0 h 4719225"/>
              <a:gd name="connsiteX2" fmla="*/ 5248733 w 5248733"/>
              <a:gd name="connsiteY2" fmla="*/ 86645 h 4719225"/>
              <a:gd name="connsiteX3" fmla="*/ 5248733 w 5248733"/>
              <a:gd name="connsiteY3" fmla="*/ 4632580 h 4719225"/>
              <a:gd name="connsiteX4" fmla="*/ 5162088 w 5248733"/>
              <a:gd name="connsiteY4" fmla="*/ 4719225 h 4719225"/>
              <a:gd name="connsiteX5" fmla="*/ 86645 w 5248733"/>
              <a:gd name="connsiteY5" fmla="*/ 4719225 h 4719225"/>
              <a:gd name="connsiteX6" fmla="*/ 0 w 5248733"/>
              <a:gd name="connsiteY6" fmla="*/ 4632580 h 4719225"/>
              <a:gd name="connsiteX7" fmla="*/ 0 w 5248733"/>
              <a:gd name="connsiteY7" fmla="*/ 86645 h 4719225"/>
              <a:gd name="connsiteX8" fmla="*/ 86645 w 5248733"/>
              <a:gd name="connsiteY8" fmla="*/ 0 h 4719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48733" h="4719225">
                <a:moveTo>
                  <a:pt x="86645" y="0"/>
                </a:moveTo>
                <a:lnTo>
                  <a:pt x="5162088" y="0"/>
                </a:lnTo>
                <a:cubicBezTo>
                  <a:pt x="5209941" y="0"/>
                  <a:pt x="5248733" y="38792"/>
                  <a:pt x="5248733" y="86645"/>
                </a:cubicBezTo>
                <a:lnTo>
                  <a:pt x="5248733" y="4632580"/>
                </a:lnTo>
                <a:cubicBezTo>
                  <a:pt x="5248733" y="4680433"/>
                  <a:pt x="5209941" y="4719225"/>
                  <a:pt x="5162088" y="4719225"/>
                </a:cubicBezTo>
                <a:lnTo>
                  <a:pt x="86645" y="4719225"/>
                </a:lnTo>
                <a:cubicBezTo>
                  <a:pt x="38792" y="4719225"/>
                  <a:pt x="0" y="4680433"/>
                  <a:pt x="0" y="4632580"/>
                </a:cubicBezTo>
                <a:lnTo>
                  <a:pt x="0" y="86645"/>
                </a:lnTo>
                <a:cubicBezTo>
                  <a:pt x="0" y="38792"/>
                  <a:pt x="38792" y="0"/>
                  <a:pt x="86645" y="0"/>
                </a:cubicBezTo>
                <a:close/>
              </a:path>
            </a:pathLst>
          </a:custGeom>
          <a:solidFill>
            <a:srgbClr val="E3E4E5"/>
          </a:solidFill>
        </p:spPr>
        <p:txBody>
          <a:bodyPr wrap="square" anchor="ctr">
            <a:noAutofit/>
          </a:bodyPr>
          <a:lstStyle>
            <a:lvl1pPr marL="0" indent="0" algn="ctr">
              <a:buNone/>
              <a:defRPr/>
            </a:lvl1pPr>
          </a:lstStyle>
          <a:p>
            <a:pPr lvl="0"/>
            <a:endParaRPr lang="en-US"/>
          </a:p>
          <a:p>
            <a:pPr lvl="0"/>
            <a:endParaRPr lang="en-US"/>
          </a:p>
          <a:p>
            <a:pPr lvl="0"/>
            <a:endParaRPr lang="en-US"/>
          </a:p>
          <a:p>
            <a:pPr lvl="0"/>
            <a:r>
              <a:rPr lang="en-US"/>
              <a:t>Insert content (picture, chart </a:t>
            </a:r>
            <a:r>
              <a:rPr lang="en-US" err="1"/>
              <a:t>etc</a:t>
            </a:r>
            <a:r>
              <a:rPr lang="en-US"/>
              <a:t>)</a:t>
            </a:r>
            <a:endParaRPr lang="en-GB"/>
          </a:p>
        </p:txBody>
      </p:sp>
      <p:sp>
        <p:nvSpPr>
          <p:cNvPr id="11" name="Subtitle 2">
            <a:extLst>
              <a:ext uri="{FF2B5EF4-FFF2-40B4-BE49-F238E27FC236}">
                <a16:creationId xmlns:a16="http://schemas.microsoft.com/office/drawing/2014/main" id="{AC4FE4BA-329C-4F06-9253-435EA2737A4B}"/>
              </a:ext>
            </a:extLst>
          </p:cNvPr>
          <p:cNvSpPr>
            <a:spLocks noGrp="1"/>
          </p:cNvSpPr>
          <p:nvPr>
            <p:ph type="subTitle" idx="11"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
        <p:nvSpPr>
          <p:cNvPr id="19" name="Content Placeholder 3">
            <a:extLst>
              <a:ext uri="{FF2B5EF4-FFF2-40B4-BE49-F238E27FC236}">
                <a16:creationId xmlns:a16="http://schemas.microsoft.com/office/drawing/2014/main" id="{57017284-7BE0-4ABB-AC49-15ABCE434C67}"/>
              </a:ext>
            </a:extLst>
          </p:cNvPr>
          <p:cNvSpPr>
            <a:spLocks noGrp="1"/>
          </p:cNvSpPr>
          <p:nvPr>
            <p:ph sz="quarter" idx="15" hasCustomPrompt="1"/>
          </p:nvPr>
        </p:nvSpPr>
        <p:spPr>
          <a:xfrm>
            <a:off x="959768" y="2528322"/>
            <a:ext cx="4716463" cy="3440677"/>
          </a:xfrm>
        </p:spPr>
        <p:txBody>
          <a:bodyPr vert="horz" lIns="0" tIns="0" rIns="0" bIns="0" rtlCol="0" anchor="t" anchorCtr="0">
            <a:noAutofit/>
          </a:bodyPr>
          <a:lstStyle>
            <a:lvl1pPr>
              <a:defRPr lang="en-GB" sz="1600" b="0" dirty="0">
                <a:solidFill>
                  <a:srgbClr val="74787B"/>
                </a:solidFill>
              </a:defRPr>
            </a:lvl1pPr>
          </a:lstStyle>
          <a:p>
            <a:pPr marL="0" lvl="0" indent="0">
              <a:lnSpc>
                <a:spcPct val="100000"/>
              </a:lnSpc>
              <a:spcBef>
                <a:spcPts val="0"/>
              </a:spcBef>
              <a:spcAft>
                <a:spcPts val="800"/>
              </a:spcAft>
              <a:buNone/>
            </a:pPr>
            <a:r>
              <a:rPr lang="en-GB"/>
              <a:t>Lorem ipsum dolor sit amet, consectetuer adipiscing elit. Maecenas porttitor congue massa. Fusce posuere, magna sed pulvinar ultricies, purus lectus malesuada libero, sit amet commodo magna eros quis urna.</a:t>
            </a:r>
          </a:p>
          <a:p>
            <a:pPr marL="0" lvl="0" indent="0">
              <a:lnSpc>
                <a:spcPct val="100000"/>
              </a:lnSpc>
              <a:spcBef>
                <a:spcPts val="0"/>
              </a:spcBef>
              <a:spcAft>
                <a:spcPts val="800"/>
              </a:spcAft>
              <a:buNone/>
            </a:pPr>
            <a:r>
              <a:rPr lang="en-GB"/>
              <a:t>Nunc viverra imperdiet enim. Fusce est. Vivamus a </a:t>
            </a:r>
            <a:r>
              <a:rPr lang="en-GB" err="1"/>
              <a:t>tellus</a:t>
            </a:r>
            <a:r>
              <a:rPr lang="en-GB"/>
              <a:t>. </a:t>
            </a:r>
            <a:r>
              <a:rPr lang="en-GB" err="1"/>
              <a:t>Pellentesque</a:t>
            </a:r>
            <a:r>
              <a:rPr lang="en-GB"/>
              <a:t> habitant morbi tristique senectus et netus et malesuada fames ac turpis egestas. Proin pharetra nonummy pede. Mauris et </a:t>
            </a:r>
            <a:r>
              <a:rPr lang="en-GB" err="1"/>
              <a:t>orci</a:t>
            </a:r>
            <a:r>
              <a:rPr lang="en-GB"/>
              <a:t>.</a:t>
            </a:r>
          </a:p>
          <a:p>
            <a:pPr marL="0" lvl="0" indent="0">
              <a:lnSpc>
                <a:spcPct val="100000"/>
              </a:lnSpc>
              <a:spcBef>
                <a:spcPts val="0"/>
              </a:spcBef>
              <a:spcAft>
                <a:spcPts val="800"/>
              </a:spcAft>
              <a:buNone/>
            </a:pPr>
            <a:r>
              <a:rPr lang="en-GB"/>
              <a:t>Lorem ipsum dolor sit amet, consectetuer adipiscing elit. Maecenas porttitor congue </a:t>
            </a:r>
            <a:r>
              <a:rPr lang="en-GB" err="1"/>
              <a:t>massa</a:t>
            </a:r>
            <a:r>
              <a:rPr lang="en-GB"/>
              <a:t>. Lorem ipsum dolor sit amet, consectetuer adipiscing elit. Maecenas porttitor congue </a:t>
            </a:r>
            <a:r>
              <a:rPr lang="en-GB" err="1"/>
              <a:t>massa</a:t>
            </a:r>
            <a:r>
              <a:rPr lang="en-GB"/>
              <a:t>.</a:t>
            </a:r>
          </a:p>
          <a:p>
            <a:pPr marL="0" lvl="0" indent="0">
              <a:lnSpc>
                <a:spcPct val="100000"/>
              </a:lnSpc>
              <a:spcBef>
                <a:spcPts val="0"/>
              </a:spcBef>
              <a:spcAft>
                <a:spcPts val="800"/>
              </a:spcAft>
              <a:buNone/>
            </a:pPr>
            <a:endParaRPr lang="en-GB"/>
          </a:p>
          <a:p>
            <a:pPr marL="0" lvl="0" indent="0">
              <a:lnSpc>
                <a:spcPct val="100000"/>
              </a:lnSpc>
              <a:spcBef>
                <a:spcPts val="0"/>
              </a:spcBef>
              <a:spcAft>
                <a:spcPts val="800"/>
              </a:spcAft>
              <a:buNone/>
            </a:pPr>
            <a:endParaRPr lang="en-GB"/>
          </a:p>
        </p:txBody>
      </p:sp>
    </p:spTree>
    <p:extLst>
      <p:ext uri="{BB962C8B-B14F-4D97-AF65-F5344CB8AC3E}">
        <p14:creationId xmlns:p14="http://schemas.microsoft.com/office/powerpoint/2010/main" val="3958171024"/>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Content Layout B1">
    <p:spTree>
      <p:nvGrpSpPr>
        <p:cNvPr id="1" name=""/>
        <p:cNvGrpSpPr/>
        <p:nvPr/>
      </p:nvGrpSpPr>
      <p:grpSpPr>
        <a:xfrm>
          <a:off x="0" y="0"/>
          <a:ext cx="0" cy="0"/>
          <a:chOff x="0" y="0"/>
          <a:chExt cx="0" cy="0"/>
        </a:xfrm>
      </p:grpSpPr>
      <p:sp>
        <p:nvSpPr>
          <p:cNvPr id="16" name="Picture Placeholder 4">
            <a:extLst>
              <a:ext uri="{FF2B5EF4-FFF2-40B4-BE49-F238E27FC236}">
                <a16:creationId xmlns:a16="http://schemas.microsoft.com/office/drawing/2014/main" id="{7348483F-FE65-416B-A8CF-7A74BCDDBC57}"/>
              </a:ext>
            </a:extLst>
          </p:cNvPr>
          <p:cNvSpPr>
            <a:spLocks noGrp="1"/>
          </p:cNvSpPr>
          <p:nvPr>
            <p:ph type="pic" sz="quarter" idx="14"/>
          </p:nvPr>
        </p:nvSpPr>
        <p:spPr>
          <a:xfrm>
            <a:off x="8153400" y="3963235"/>
            <a:ext cx="4038600" cy="2389031"/>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36" name="Picture Placeholder 4">
            <a:extLst>
              <a:ext uri="{FF2B5EF4-FFF2-40B4-BE49-F238E27FC236}">
                <a16:creationId xmlns:a16="http://schemas.microsoft.com/office/drawing/2014/main" id="{33E0DDF3-7EE3-4797-86A1-33A8EDFC86DF}"/>
              </a:ext>
            </a:extLst>
          </p:cNvPr>
          <p:cNvSpPr>
            <a:spLocks noGrp="1"/>
          </p:cNvSpPr>
          <p:nvPr>
            <p:ph type="pic" sz="quarter" idx="22"/>
          </p:nvPr>
        </p:nvSpPr>
        <p:spPr>
          <a:xfrm>
            <a:off x="8153400" y="1457740"/>
            <a:ext cx="4038600" cy="2389031"/>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24" name="Freeform: Shape 23">
            <a:extLst>
              <a:ext uri="{FF2B5EF4-FFF2-40B4-BE49-F238E27FC236}">
                <a16:creationId xmlns:a16="http://schemas.microsoft.com/office/drawing/2014/main" id="{A3C7E808-8C4C-4B20-95B2-4A1FB605246A}"/>
              </a:ext>
            </a:extLst>
          </p:cNvPr>
          <p:cNvSpPr/>
          <p:nvPr userDrawn="1"/>
        </p:nvSpPr>
        <p:spPr>
          <a:xfrm>
            <a:off x="667267" y="2089633"/>
            <a:ext cx="3009384" cy="4262619"/>
          </a:xfrm>
          <a:custGeom>
            <a:avLst/>
            <a:gdLst>
              <a:gd name="connsiteX0" fmla="*/ 0 w 5248733"/>
              <a:gd name="connsiteY0" fmla="*/ 0 h 3913824"/>
              <a:gd name="connsiteX1" fmla="*/ 5248733 w 5248733"/>
              <a:gd name="connsiteY1" fmla="*/ 0 h 3913824"/>
              <a:gd name="connsiteX2" fmla="*/ 5248733 w 5248733"/>
              <a:gd name="connsiteY2" fmla="*/ 3664652 h 3913824"/>
              <a:gd name="connsiteX3" fmla="*/ 5248733 w 5248733"/>
              <a:gd name="connsiteY3" fmla="*/ 3827179 h 3913824"/>
              <a:gd name="connsiteX4" fmla="*/ 5162088 w 5248733"/>
              <a:gd name="connsiteY4" fmla="*/ 3913824 h 3913824"/>
              <a:gd name="connsiteX5" fmla="*/ 86645 w 5248733"/>
              <a:gd name="connsiteY5" fmla="*/ 3913824 h 3913824"/>
              <a:gd name="connsiteX6" fmla="*/ 0 w 5248733"/>
              <a:gd name="connsiteY6" fmla="*/ 3827179 h 3913824"/>
              <a:gd name="connsiteX7" fmla="*/ 0 w 5248733"/>
              <a:gd name="connsiteY7" fmla="*/ 3664652 h 391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8733" h="3913824">
                <a:moveTo>
                  <a:pt x="0" y="0"/>
                </a:moveTo>
                <a:lnTo>
                  <a:pt x="5248733" y="0"/>
                </a:lnTo>
                <a:lnTo>
                  <a:pt x="5248733" y="3664652"/>
                </a:lnTo>
                <a:lnTo>
                  <a:pt x="5248733" y="3827179"/>
                </a:lnTo>
                <a:cubicBezTo>
                  <a:pt x="5248733" y="3875032"/>
                  <a:pt x="5209941" y="3913824"/>
                  <a:pt x="5162088" y="3913824"/>
                </a:cubicBezTo>
                <a:lnTo>
                  <a:pt x="86645" y="3913824"/>
                </a:lnTo>
                <a:cubicBezTo>
                  <a:pt x="38792" y="3913824"/>
                  <a:pt x="0" y="3875032"/>
                  <a:pt x="0" y="3827179"/>
                </a:cubicBezTo>
                <a:lnTo>
                  <a:pt x="0" y="3664652"/>
                </a:lnTo>
                <a:close/>
              </a:path>
            </a:pathLst>
          </a:custGeom>
          <a:solidFill>
            <a:srgbClr val="74787B">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5" name="Freeform: Shape 24">
            <a:extLst>
              <a:ext uri="{FF2B5EF4-FFF2-40B4-BE49-F238E27FC236}">
                <a16:creationId xmlns:a16="http://schemas.microsoft.com/office/drawing/2014/main" id="{921AACD7-E7E0-472B-8BD0-0AA5CBC4DADE}"/>
              </a:ext>
            </a:extLst>
          </p:cNvPr>
          <p:cNvSpPr/>
          <p:nvPr userDrawn="1"/>
        </p:nvSpPr>
        <p:spPr>
          <a:xfrm>
            <a:off x="667267" y="1457740"/>
            <a:ext cx="3009384" cy="631894"/>
          </a:xfrm>
          <a:custGeom>
            <a:avLst/>
            <a:gdLst>
              <a:gd name="connsiteX0" fmla="*/ 86645 w 5248733"/>
              <a:gd name="connsiteY0" fmla="*/ 0 h 805401"/>
              <a:gd name="connsiteX1" fmla="*/ 5162088 w 5248733"/>
              <a:gd name="connsiteY1" fmla="*/ 0 h 805401"/>
              <a:gd name="connsiteX2" fmla="*/ 5248733 w 5248733"/>
              <a:gd name="connsiteY2" fmla="*/ 86645 h 805401"/>
              <a:gd name="connsiteX3" fmla="*/ 5248733 w 5248733"/>
              <a:gd name="connsiteY3" fmla="*/ 805401 h 805401"/>
              <a:gd name="connsiteX4" fmla="*/ 0 w 5248733"/>
              <a:gd name="connsiteY4" fmla="*/ 805401 h 805401"/>
              <a:gd name="connsiteX5" fmla="*/ 0 w 5248733"/>
              <a:gd name="connsiteY5" fmla="*/ 86645 h 805401"/>
              <a:gd name="connsiteX6" fmla="*/ 86645 w 5248733"/>
              <a:gd name="connsiteY6" fmla="*/ 0 h 805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48733" h="805401">
                <a:moveTo>
                  <a:pt x="86645" y="0"/>
                </a:moveTo>
                <a:lnTo>
                  <a:pt x="5162088" y="0"/>
                </a:lnTo>
                <a:cubicBezTo>
                  <a:pt x="5209941" y="0"/>
                  <a:pt x="5248733" y="38792"/>
                  <a:pt x="5248733" y="86645"/>
                </a:cubicBezTo>
                <a:lnTo>
                  <a:pt x="5248733" y="805401"/>
                </a:lnTo>
                <a:lnTo>
                  <a:pt x="0" y="805401"/>
                </a:lnTo>
                <a:lnTo>
                  <a:pt x="0" y="86645"/>
                </a:lnTo>
                <a:cubicBezTo>
                  <a:pt x="0" y="38792"/>
                  <a:pt x="38792" y="0"/>
                  <a:pt x="86645" y="0"/>
                </a:cubicBezTo>
                <a:close/>
              </a:path>
            </a:pathLst>
          </a:custGeom>
          <a:solidFill>
            <a:srgbClr val="7478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1F9C20-D204-4A61-83D0-C8409FA061FE}"/>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12" name="Content Placeholder 3">
            <a:extLst>
              <a:ext uri="{FF2B5EF4-FFF2-40B4-BE49-F238E27FC236}">
                <a16:creationId xmlns:a16="http://schemas.microsoft.com/office/drawing/2014/main" id="{A0A3A707-B6E4-49DF-B76F-2FF1AE941CDE}"/>
              </a:ext>
            </a:extLst>
          </p:cNvPr>
          <p:cNvSpPr>
            <a:spLocks noGrp="1"/>
          </p:cNvSpPr>
          <p:nvPr>
            <p:ph sz="quarter" idx="12" hasCustomPrompt="1"/>
          </p:nvPr>
        </p:nvSpPr>
        <p:spPr>
          <a:xfrm>
            <a:off x="959769" y="2272322"/>
            <a:ext cx="2450182" cy="3823677"/>
          </a:xfrm>
        </p:spPr>
        <p:txBody>
          <a:bodyPr vert="horz" lIns="0" tIns="0" rIns="0" bIns="0" rtlCol="0" anchor="t" anchorCtr="0">
            <a:noAutofit/>
          </a:bodyPr>
          <a:lstStyle>
            <a:lvl1pPr>
              <a:defRPr lang="en-GB" sz="1600" b="0" dirty="0"/>
            </a:lvl1pPr>
          </a:lstStyle>
          <a:p>
            <a:pPr marL="0" lvl="0" indent="0">
              <a:lnSpc>
                <a:spcPct val="100000"/>
              </a:lnSpc>
              <a:spcBef>
                <a:spcPts val="0"/>
              </a:spcBef>
              <a:spcAft>
                <a:spcPts val="800"/>
              </a:spcAft>
              <a:buNone/>
            </a:pPr>
            <a:r>
              <a:rPr lang="en-GB"/>
              <a:t>Lorem ipsum dolor sit amet, consectetuer adipiscing elit. Maecenas porttitor congue massa. Fusce posuere, magna sed pulvinar ultricies, purus lectus malesuada libero, sit amet commodo magna eros quis urna.</a:t>
            </a:r>
          </a:p>
          <a:p>
            <a:pPr marL="0" lvl="0" indent="0">
              <a:lnSpc>
                <a:spcPct val="100000"/>
              </a:lnSpc>
              <a:spcBef>
                <a:spcPts val="0"/>
              </a:spcBef>
              <a:spcAft>
                <a:spcPts val="800"/>
              </a:spcAft>
              <a:buNone/>
            </a:pPr>
            <a:r>
              <a:rPr lang="en-GB"/>
              <a:t>Nunc viverra imperdiet enim. Fusce est. Vivamus a </a:t>
            </a:r>
            <a:r>
              <a:rPr lang="en-GB" err="1"/>
              <a:t>tellus</a:t>
            </a:r>
            <a:r>
              <a:rPr lang="en-GB"/>
              <a:t>. </a:t>
            </a:r>
            <a:r>
              <a:rPr lang="en-GB" err="1"/>
              <a:t>Pellentesque</a:t>
            </a:r>
            <a:r>
              <a:rPr lang="en-GB"/>
              <a:t> habitant morbi tristique senectus et netus et malesuada fames ac turpis </a:t>
            </a:r>
            <a:r>
              <a:rPr lang="en-GB" err="1"/>
              <a:t>egestas</a:t>
            </a:r>
            <a:r>
              <a:rPr lang="en-GB"/>
              <a:t>.</a:t>
            </a:r>
          </a:p>
        </p:txBody>
      </p:sp>
      <p:sp>
        <p:nvSpPr>
          <p:cNvPr id="13" name="Text Placeholder 12">
            <a:extLst>
              <a:ext uri="{FF2B5EF4-FFF2-40B4-BE49-F238E27FC236}">
                <a16:creationId xmlns:a16="http://schemas.microsoft.com/office/drawing/2014/main" id="{AA0341ED-91C5-4B51-B2FF-21BE4819BA14}"/>
              </a:ext>
            </a:extLst>
          </p:cNvPr>
          <p:cNvSpPr>
            <a:spLocks noGrp="1"/>
          </p:cNvSpPr>
          <p:nvPr>
            <p:ph type="body" sz="quarter" idx="13" hasCustomPrompt="1"/>
          </p:nvPr>
        </p:nvSpPr>
        <p:spPr>
          <a:xfrm>
            <a:off x="946868" y="1640429"/>
            <a:ext cx="2450182" cy="366712"/>
          </a:xfrm>
        </p:spPr>
        <p:txBody>
          <a:bodyPr/>
          <a:lstStyle>
            <a:lvl1pPr marL="0" indent="0">
              <a:buNone/>
              <a:defRPr b="1">
                <a:solidFill>
                  <a:schemeClr val="bg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a:t>Section heading</a:t>
            </a:r>
            <a:endParaRPr lang="en-GB"/>
          </a:p>
        </p:txBody>
      </p:sp>
      <p:sp>
        <p:nvSpPr>
          <p:cNvPr id="23" name="Content Placeholder 2">
            <a:extLst>
              <a:ext uri="{FF2B5EF4-FFF2-40B4-BE49-F238E27FC236}">
                <a16:creationId xmlns:a16="http://schemas.microsoft.com/office/drawing/2014/main" id="{36DBA5C6-510B-41C4-9D69-2CEC6D52CA88}"/>
              </a:ext>
            </a:extLst>
          </p:cNvPr>
          <p:cNvSpPr>
            <a:spLocks noGrp="1"/>
          </p:cNvSpPr>
          <p:nvPr>
            <p:ph idx="20"/>
          </p:nvPr>
        </p:nvSpPr>
        <p:spPr>
          <a:xfrm>
            <a:off x="3969153" y="1460600"/>
            <a:ext cx="3904646" cy="489165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110206971"/>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Content Layout B2">
    <p:spTree>
      <p:nvGrpSpPr>
        <p:cNvPr id="1" name=""/>
        <p:cNvGrpSpPr/>
        <p:nvPr/>
      </p:nvGrpSpPr>
      <p:grpSpPr>
        <a:xfrm>
          <a:off x="0" y="0"/>
          <a:ext cx="0" cy="0"/>
          <a:chOff x="0" y="0"/>
          <a:chExt cx="0" cy="0"/>
        </a:xfrm>
      </p:grpSpPr>
      <p:sp>
        <p:nvSpPr>
          <p:cNvPr id="16" name="Picture Placeholder 4">
            <a:extLst>
              <a:ext uri="{FF2B5EF4-FFF2-40B4-BE49-F238E27FC236}">
                <a16:creationId xmlns:a16="http://schemas.microsoft.com/office/drawing/2014/main" id="{7348483F-FE65-416B-A8CF-7A74BCDDBC57}"/>
              </a:ext>
            </a:extLst>
          </p:cNvPr>
          <p:cNvSpPr>
            <a:spLocks noGrp="1"/>
          </p:cNvSpPr>
          <p:nvPr>
            <p:ph type="pic" sz="quarter" idx="14"/>
          </p:nvPr>
        </p:nvSpPr>
        <p:spPr>
          <a:xfrm>
            <a:off x="8153400" y="3963235"/>
            <a:ext cx="4038600" cy="2389031"/>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24" name="Freeform: Shape 23">
            <a:extLst>
              <a:ext uri="{FF2B5EF4-FFF2-40B4-BE49-F238E27FC236}">
                <a16:creationId xmlns:a16="http://schemas.microsoft.com/office/drawing/2014/main" id="{A607F021-E7ED-43C2-9764-023212A929D7}"/>
              </a:ext>
            </a:extLst>
          </p:cNvPr>
          <p:cNvSpPr/>
          <p:nvPr userDrawn="1"/>
        </p:nvSpPr>
        <p:spPr>
          <a:xfrm>
            <a:off x="667267" y="2089633"/>
            <a:ext cx="3009384" cy="4262619"/>
          </a:xfrm>
          <a:custGeom>
            <a:avLst/>
            <a:gdLst>
              <a:gd name="connsiteX0" fmla="*/ 0 w 5248733"/>
              <a:gd name="connsiteY0" fmla="*/ 0 h 3913824"/>
              <a:gd name="connsiteX1" fmla="*/ 5248733 w 5248733"/>
              <a:gd name="connsiteY1" fmla="*/ 0 h 3913824"/>
              <a:gd name="connsiteX2" fmla="*/ 5248733 w 5248733"/>
              <a:gd name="connsiteY2" fmla="*/ 3664652 h 3913824"/>
              <a:gd name="connsiteX3" fmla="*/ 5248733 w 5248733"/>
              <a:gd name="connsiteY3" fmla="*/ 3827179 h 3913824"/>
              <a:gd name="connsiteX4" fmla="*/ 5162088 w 5248733"/>
              <a:gd name="connsiteY4" fmla="*/ 3913824 h 3913824"/>
              <a:gd name="connsiteX5" fmla="*/ 86645 w 5248733"/>
              <a:gd name="connsiteY5" fmla="*/ 3913824 h 3913824"/>
              <a:gd name="connsiteX6" fmla="*/ 0 w 5248733"/>
              <a:gd name="connsiteY6" fmla="*/ 3827179 h 3913824"/>
              <a:gd name="connsiteX7" fmla="*/ 0 w 5248733"/>
              <a:gd name="connsiteY7" fmla="*/ 3664652 h 391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8733" h="3913824">
                <a:moveTo>
                  <a:pt x="0" y="0"/>
                </a:moveTo>
                <a:lnTo>
                  <a:pt x="5248733" y="0"/>
                </a:lnTo>
                <a:lnTo>
                  <a:pt x="5248733" y="3664652"/>
                </a:lnTo>
                <a:lnTo>
                  <a:pt x="5248733" y="3827179"/>
                </a:lnTo>
                <a:cubicBezTo>
                  <a:pt x="5248733" y="3875032"/>
                  <a:pt x="5209941" y="3913824"/>
                  <a:pt x="5162088" y="3913824"/>
                </a:cubicBezTo>
                <a:lnTo>
                  <a:pt x="86645" y="3913824"/>
                </a:lnTo>
                <a:cubicBezTo>
                  <a:pt x="38792" y="3913824"/>
                  <a:pt x="0" y="3875032"/>
                  <a:pt x="0" y="3827179"/>
                </a:cubicBezTo>
                <a:lnTo>
                  <a:pt x="0" y="3664652"/>
                </a:lnTo>
                <a:close/>
              </a:path>
            </a:pathLst>
          </a:custGeom>
          <a:solidFill>
            <a:srgbClr val="74787B">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5" name="Freeform: Shape 24">
            <a:extLst>
              <a:ext uri="{FF2B5EF4-FFF2-40B4-BE49-F238E27FC236}">
                <a16:creationId xmlns:a16="http://schemas.microsoft.com/office/drawing/2014/main" id="{E8A3CEF4-6639-4001-8D9F-51FE646E516C}"/>
              </a:ext>
            </a:extLst>
          </p:cNvPr>
          <p:cNvSpPr/>
          <p:nvPr userDrawn="1"/>
        </p:nvSpPr>
        <p:spPr>
          <a:xfrm>
            <a:off x="667267" y="1457740"/>
            <a:ext cx="3009384" cy="631894"/>
          </a:xfrm>
          <a:custGeom>
            <a:avLst/>
            <a:gdLst>
              <a:gd name="connsiteX0" fmla="*/ 86645 w 5248733"/>
              <a:gd name="connsiteY0" fmla="*/ 0 h 805401"/>
              <a:gd name="connsiteX1" fmla="*/ 5162088 w 5248733"/>
              <a:gd name="connsiteY1" fmla="*/ 0 h 805401"/>
              <a:gd name="connsiteX2" fmla="*/ 5248733 w 5248733"/>
              <a:gd name="connsiteY2" fmla="*/ 86645 h 805401"/>
              <a:gd name="connsiteX3" fmla="*/ 5248733 w 5248733"/>
              <a:gd name="connsiteY3" fmla="*/ 805401 h 805401"/>
              <a:gd name="connsiteX4" fmla="*/ 0 w 5248733"/>
              <a:gd name="connsiteY4" fmla="*/ 805401 h 805401"/>
              <a:gd name="connsiteX5" fmla="*/ 0 w 5248733"/>
              <a:gd name="connsiteY5" fmla="*/ 86645 h 805401"/>
              <a:gd name="connsiteX6" fmla="*/ 86645 w 5248733"/>
              <a:gd name="connsiteY6" fmla="*/ 0 h 805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48733" h="805401">
                <a:moveTo>
                  <a:pt x="86645" y="0"/>
                </a:moveTo>
                <a:lnTo>
                  <a:pt x="5162088" y="0"/>
                </a:lnTo>
                <a:cubicBezTo>
                  <a:pt x="5209941" y="0"/>
                  <a:pt x="5248733" y="38792"/>
                  <a:pt x="5248733" y="86645"/>
                </a:cubicBezTo>
                <a:lnTo>
                  <a:pt x="5248733" y="805401"/>
                </a:lnTo>
                <a:lnTo>
                  <a:pt x="0" y="805401"/>
                </a:lnTo>
                <a:lnTo>
                  <a:pt x="0" y="86645"/>
                </a:lnTo>
                <a:cubicBezTo>
                  <a:pt x="0" y="38792"/>
                  <a:pt x="38792" y="0"/>
                  <a:pt x="86645" y="0"/>
                </a:cubicBezTo>
                <a:close/>
              </a:path>
            </a:pathLst>
          </a:custGeom>
          <a:solidFill>
            <a:srgbClr val="7478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6" name="Content Placeholder 3">
            <a:extLst>
              <a:ext uri="{FF2B5EF4-FFF2-40B4-BE49-F238E27FC236}">
                <a16:creationId xmlns:a16="http://schemas.microsoft.com/office/drawing/2014/main" id="{99757197-75BF-484C-A0C1-2A8F9D6A7192}"/>
              </a:ext>
            </a:extLst>
          </p:cNvPr>
          <p:cNvSpPr>
            <a:spLocks noGrp="1"/>
          </p:cNvSpPr>
          <p:nvPr>
            <p:ph sz="quarter" idx="12" hasCustomPrompt="1"/>
          </p:nvPr>
        </p:nvSpPr>
        <p:spPr>
          <a:xfrm>
            <a:off x="959769" y="2272322"/>
            <a:ext cx="2450182" cy="3823677"/>
          </a:xfrm>
        </p:spPr>
        <p:txBody>
          <a:bodyPr vert="horz" lIns="0" tIns="0" rIns="0" bIns="0" rtlCol="0" anchor="t" anchorCtr="0">
            <a:noAutofit/>
          </a:bodyPr>
          <a:lstStyle>
            <a:lvl1pPr>
              <a:defRPr lang="en-GB" sz="1600" b="0" dirty="0"/>
            </a:lvl1pPr>
          </a:lstStyle>
          <a:p>
            <a:pPr marL="0" lvl="0" indent="0">
              <a:lnSpc>
                <a:spcPct val="100000"/>
              </a:lnSpc>
              <a:spcBef>
                <a:spcPts val="0"/>
              </a:spcBef>
              <a:spcAft>
                <a:spcPts val="800"/>
              </a:spcAft>
              <a:buNone/>
            </a:pPr>
            <a:r>
              <a:rPr lang="en-GB"/>
              <a:t>Lorem ipsum dolor sit amet, consectetuer adipiscing elit. Maecenas porttitor congue massa. Fusce posuere, magna sed pulvinar ultricies, purus lectus malesuada libero, sit amet commodo magna eros quis urna.</a:t>
            </a:r>
          </a:p>
          <a:p>
            <a:pPr marL="0" lvl="0" indent="0">
              <a:lnSpc>
                <a:spcPct val="100000"/>
              </a:lnSpc>
              <a:spcBef>
                <a:spcPts val="0"/>
              </a:spcBef>
              <a:spcAft>
                <a:spcPts val="800"/>
              </a:spcAft>
              <a:buNone/>
            </a:pPr>
            <a:r>
              <a:rPr lang="en-GB"/>
              <a:t>Nunc viverra imperdiet enim. Fusce est. Vivamus a </a:t>
            </a:r>
            <a:r>
              <a:rPr lang="en-GB" err="1"/>
              <a:t>tellus</a:t>
            </a:r>
            <a:r>
              <a:rPr lang="en-GB"/>
              <a:t>. </a:t>
            </a:r>
            <a:r>
              <a:rPr lang="en-GB" err="1"/>
              <a:t>Pellentesque</a:t>
            </a:r>
            <a:r>
              <a:rPr lang="en-GB"/>
              <a:t> habitant morbi tristique senectus et netus et malesuada fames ac turpis </a:t>
            </a:r>
            <a:r>
              <a:rPr lang="en-GB" err="1"/>
              <a:t>egestas</a:t>
            </a:r>
            <a:r>
              <a:rPr lang="en-GB"/>
              <a:t>.</a:t>
            </a:r>
          </a:p>
        </p:txBody>
      </p:sp>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1F9C20-D204-4A61-83D0-C8409FA061FE}"/>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11" name="Subtitle 2">
            <a:extLst>
              <a:ext uri="{FF2B5EF4-FFF2-40B4-BE49-F238E27FC236}">
                <a16:creationId xmlns:a16="http://schemas.microsoft.com/office/drawing/2014/main" id="{AC4FE4BA-329C-4F06-9253-435EA2737A4B}"/>
              </a:ext>
            </a:extLst>
          </p:cNvPr>
          <p:cNvSpPr>
            <a:spLocks noGrp="1"/>
          </p:cNvSpPr>
          <p:nvPr>
            <p:ph type="subTitle" idx="11"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
        <p:nvSpPr>
          <p:cNvPr id="27" name="Text Placeholder 12">
            <a:extLst>
              <a:ext uri="{FF2B5EF4-FFF2-40B4-BE49-F238E27FC236}">
                <a16:creationId xmlns:a16="http://schemas.microsoft.com/office/drawing/2014/main" id="{7B48BA96-31B9-4A50-9E4C-50F9DB078C23}"/>
              </a:ext>
            </a:extLst>
          </p:cNvPr>
          <p:cNvSpPr>
            <a:spLocks noGrp="1"/>
          </p:cNvSpPr>
          <p:nvPr>
            <p:ph type="body" sz="quarter" idx="13" hasCustomPrompt="1"/>
          </p:nvPr>
        </p:nvSpPr>
        <p:spPr>
          <a:xfrm>
            <a:off x="946868" y="1640429"/>
            <a:ext cx="2450182" cy="366712"/>
          </a:xfrm>
        </p:spPr>
        <p:txBody>
          <a:bodyPr/>
          <a:lstStyle>
            <a:lvl1pPr marL="0" indent="0">
              <a:buNone/>
              <a:defRPr b="1">
                <a:solidFill>
                  <a:schemeClr val="bg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a:t>Section heading</a:t>
            </a:r>
            <a:endParaRPr lang="en-GB"/>
          </a:p>
        </p:txBody>
      </p:sp>
      <p:sp>
        <p:nvSpPr>
          <p:cNvPr id="28" name="Content Placeholder 2">
            <a:extLst>
              <a:ext uri="{FF2B5EF4-FFF2-40B4-BE49-F238E27FC236}">
                <a16:creationId xmlns:a16="http://schemas.microsoft.com/office/drawing/2014/main" id="{576050A5-3C58-4B0B-BDB5-43C24FBD27E7}"/>
              </a:ext>
            </a:extLst>
          </p:cNvPr>
          <p:cNvSpPr>
            <a:spLocks noGrp="1"/>
          </p:cNvSpPr>
          <p:nvPr>
            <p:ph idx="20"/>
          </p:nvPr>
        </p:nvSpPr>
        <p:spPr>
          <a:xfrm>
            <a:off x="3969153" y="1460600"/>
            <a:ext cx="3904646" cy="489165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Picture Placeholder 4">
            <a:extLst>
              <a:ext uri="{FF2B5EF4-FFF2-40B4-BE49-F238E27FC236}">
                <a16:creationId xmlns:a16="http://schemas.microsoft.com/office/drawing/2014/main" id="{AD840A98-DE50-4639-843E-4BC5AA3CDB9F}"/>
              </a:ext>
            </a:extLst>
          </p:cNvPr>
          <p:cNvSpPr>
            <a:spLocks noGrp="1"/>
          </p:cNvSpPr>
          <p:nvPr>
            <p:ph type="pic" sz="quarter" idx="16"/>
          </p:nvPr>
        </p:nvSpPr>
        <p:spPr>
          <a:xfrm>
            <a:off x="8153400" y="1461731"/>
            <a:ext cx="4038600" cy="2389031"/>
          </a:xfrm>
          <a:solidFill>
            <a:srgbClr val="E3E4E5"/>
          </a:solidFill>
        </p:spPr>
        <p:txBody>
          <a:bodyPr anchor="ctr"/>
          <a:lstStyle>
            <a:lvl1pPr marL="0" indent="0" algn="ctr">
              <a:buNone/>
              <a:defRPr/>
            </a:lvl1pPr>
          </a:lstStyle>
          <a:p>
            <a:endParaRPr lang="en-GB"/>
          </a:p>
          <a:p>
            <a:endParaRPr lang="en-GB"/>
          </a:p>
          <a:p>
            <a:r>
              <a:rPr lang="en-GB"/>
              <a:t>Click to insert picture</a:t>
            </a:r>
          </a:p>
        </p:txBody>
      </p:sp>
    </p:spTree>
    <p:extLst>
      <p:ext uri="{BB962C8B-B14F-4D97-AF65-F5344CB8AC3E}">
        <p14:creationId xmlns:p14="http://schemas.microsoft.com/office/powerpoint/2010/main" val="1939054440"/>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Content Layout C1">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1F9C20-D204-4A61-83D0-C8409FA061FE}"/>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23" name="Content Placeholder 2">
            <a:extLst>
              <a:ext uri="{FF2B5EF4-FFF2-40B4-BE49-F238E27FC236}">
                <a16:creationId xmlns:a16="http://schemas.microsoft.com/office/drawing/2014/main" id="{36DBA5C6-510B-41C4-9D69-2CEC6D52CA88}"/>
              </a:ext>
            </a:extLst>
          </p:cNvPr>
          <p:cNvSpPr>
            <a:spLocks noGrp="1"/>
          </p:cNvSpPr>
          <p:nvPr>
            <p:ph idx="20"/>
          </p:nvPr>
        </p:nvSpPr>
        <p:spPr>
          <a:xfrm>
            <a:off x="3969152" y="1722923"/>
            <a:ext cx="7555582" cy="437305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Freeform: Shape 13">
            <a:extLst>
              <a:ext uri="{FF2B5EF4-FFF2-40B4-BE49-F238E27FC236}">
                <a16:creationId xmlns:a16="http://schemas.microsoft.com/office/drawing/2014/main" id="{02BCA2C9-CDEB-44BD-A8BA-6D43C9863B28}"/>
              </a:ext>
            </a:extLst>
          </p:cNvPr>
          <p:cNvSpPr/>
          <p:nvPr userDrawn="1"/>
        </p:nvSpPr>
        <p:spPr>
          <a:xfrm>
            <a:off x="667267" y="2089633"/>
            <a:ext cx="3009384" cy="4262619"/>
          </a:xfrm>
          <a:custGeom>
            <a:avLst/>
            <a:gdLst>
              <a:gd name="connsiteX0" fmla="*/ 0 w 5248733"/>
              <a:gd name="connsiteY0" fmla="*/ 0 h 3913824"/>
              <a:gd name="connsiteX1" fmla="*/ 5248733 w 5248733"/>
              <a:gd name="connsiteY1" fmla="*/ 0 h 3913824"/>
              <a:gd name="connsiteX2" fmla="*/ 5248733 w 5248733"/>
              <a:gd name="connsiteY2" fmla="*/ 3664652 h 3913824"/>
              <a:gd name="connsiteX3" fmla="*/ 5248733 w 5248733"/>
              <a:gd name="connsiteY3" fmla="*/ 3827179 h 3913824"/>
              <a:gd name="connsiteX4" fmla="*/ 5162088 w 5248733"/>
              <a:gd name="connsiteY4" fmla="*/ 3913824 h 3913824"/>
              <a:gd name="connsiteX5" fmla="*/ 86645 w 5248733"/>
              <a:gd name="connsiteY5" fmla="*/ 3913824 h 3913824"/>
              <a:gd name="connsiteX6" fmla="*/ 0 w 5248733"/>
              <a:gd name="connsiteY6" fmla="*/ 3827179 h 3913824"/>
              <a:gd name="connsiteX7" fmla="*/ 0 w 5248733"/>
              <a:gd name="connsiteY7" fmla="*/ 3664652 h 391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8733" h="3913824">
                <a:moveTo>
                  <a:pt x="0" y="0"/>
                </a:moveTo>
                <a:lnTo>
                  <a:pt x="5248733" y="0"/>
                </a:lnTo>
                <a:lnTo>
                  <a:pt x="5248733" y="3664652"/>
                </a:lnTo>
                <a:lnTo>
                  <a:pt x="5248733" y="3827179"/>
                </a:lnTo>
                <a:cubicBezTo>
                  <a:pt x="5248733" y="3875032"/>
                  <a:pt x="5209941" y="3913824"/>
                  <a:pt x="5162088" y="3913824"/>
                </a:cubicBezTo>
                <a:lnTo>
                  <a:pt x="86645" y="3913824"/>
                </a:lnTo>
                <a:cubicBezTo>
                  <a:pt x="38792" y="3913824"/>
                  <a:pt x="0" y="3875032"/>
                  <a:pt x="0" y="3827179"/>
                </a:cubicBezTo>
                <a:lnTo>
                  <a:pt x="0" y="3664652"/>
                </a:lnTo>
                <a:close/>
              </a:path>
            </a:pathLst>
          </a:custGeom>
          <a:solidFill>
            <a:srgbClr val="74787B">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6" name="Freeform: Shape 15">
            <a:extLst>
              <a:ext uri="{FF2B5EF4-FFF2-40B4-BE49-F238E27FC236}">
                <a16:creationId xmlns:a16="http://schemas.microsoft.com/office/drawing/2014/main" id="{8F904FCA-CA18-4AFD-B81C-91248819B4DF}"/>
              </a:ext>
            </a:extLst>
          </p:cNvPr>
          <p:cNvSpPr/>
          <p:nvPr userDrawn="1"/>
        </p:nvSpPr>
        <p:spPr>
          <a:xfrm>
            <a:off x="667267" y="1457740"/>
            <a:ext cx="3009384" cy="631894"/>
          </a:xfrm>
          <a:custGeom>
            <a:avLst/>
            <a:gdLst>
              <a:gd name="connsiteX0" fmla="*/ 86645 w 5248733"/>
              <a:gd name="connsiteY0" fmla="*/ 0 h 805401"/>
              <a:gd name="connsiteX1" fmla="*/ 5162088 w 5248733"/>
              <a:gd name="connsiteY1" fmla="*/ 0 h 805401"/>
              <a:gd name="connsiteX2" fmla="*/ 5248733 w 5248733"/>
              <a:gd name="connsiteY2" fmla="*/ 86645 h 805401"/>
              <a:gd name="connsiteX3" fmla="*/ 5248733 w 5248733"/>
              <a:gd name="connsiteY3" fmla="*/ 805401 h 805401"/>
              <a:gd name="connsiteX4" fmla="*/ 0 w 5248733"/>
              <a:gd name="connsiteY4" fmla="*/ 805401 h 805401"/>
              <a:gd name="connsiteX5" fmla="*/ 0 w 5248733"/>
              <a:gd name="connsiteY5" fmla="*/ 86645 h 805401"/>
              <a:gd name="connsiteX6" fmla="*/ 86645 w 5248733"/>
              <a:gd name="connsiteY6" fmla="*/ 0 h 805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48733" h="805401">
                <a:moveTo>
                  <a:pt x="86645" y="0"/>
                </a:moveTo>
                <a:lnTo>
                  <a:pt x="5162088" y="0"/>
                </a:lnTo>
                <a:cubicBezTo>
                  <a:pt x="5209941" y="0"/>
                  <a:pt x="5248733" y="38792"/>
                  <a:pt x="5248733" y="86645"/>
                </a:cubicBezTo>
                <a:lnTo>
                  <a:pt x="5248733" y="805401"/>
                </a:lnTo>
                <a:lnTo>
                  <a:pt x="0" y="805401"/>
                </a:lnTo>
                <a:lnTo>
                  <a:pt x="0" y="86645"/>
                </a:lnTo>
                <a:cubicBezTo>
                  <a:pt x="0" y="38792"/>
                  <a:pt x="38792" y="0"/>
                  <a:pt x="86645" y="0"/>
                </a:cubicBezTo>
                <a:close/>
              </a:path>
            </a:pathLst>
          </a:custGeom>
          <a:solidFill>
            <a:srgbClr val="7478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8" name="Content Placeholder 3">
            <a:extLst>
              <a:ext uri="{FF2B5EF4-FFF2-40B4-BE49-F238E27FC236}">
                <a16:creationId xmlns:a16="http://schemas.microsoft.com/office/drawing/2014/main" id="{9F42A7EA-495F-4C81-8092-7A83EB5A915C}"/>
              </a:ext>
            </a:extLst>
          </p:cNvPr>
          <p:cNvSpPr>
            <a:spLocks noGrp="1"/>
          </p:cNvSpPr>
          <p:nvPr>
            <p:ph sz="quarter" idx="12" hasCustomPrompt="1"/>
          </p:nvPr>
        </p:nvSpPr>
        <p:spPr>
          <a:xfrm>
            <a:off x="959769" y="2272322"/>
            <a:ext cx="2450182" cy="3823677"/>
          </a:xfrm>
        </p:spPr>
        <p:txBody>
          <a:bodyPr vert="horz" lIns="0" tIns="0" rIns="0" bIns="0" rtlCol="0" anchor="t" anchorCtr="0">
            <a:noAutofit/>
          </a:bodyPr>
          <a:lstStyle>
            <a:lvl1pPr>
              <a:defRPr lang="en-GB" sz="1600" b="0" dirty="0"/>
            </a:lvl1pPr>
          </a:lstStyle>
          <a:p>
            <a:pPr marL="0" lvl="0" indent="0">
              <a:lnSpc>
                <a:spcPct val="100000"/>
              </a:lnSpc>
              <a:spcBef>
                <a:spcPts val="0"/>
              </a:spcBef>
              <a:spcAft>
                <a:spcPts val="800"/>
              </a:spcAft>
              <a:buNone/>
            </a:pPr>
            <a:r>
              <a:rPr lang="en-GB"/>
              <a:t>Lorem ipsum dolor sit amet, consectetuer adipiscing elit. Maecenas porttitor congue massa. Fusce posuere, magna sed pulvinar ultricies, purus lectus malesuada libero, sit amet commodo magna eros quis urna.</a:t>
            </a:r>
          </a:p>
          <a:p>
            <a:pPr marL="0" lvl="0" indent="0">
              <a:lnSpc>
                <a:spcPct val="100000"/>
              </a:lnSpc>
              <a:spcBef>
                <a:spcPts val="0"/>
              </a:spcBef>
              <a:spcAft>
                <a:spcPts val="800"/>
              </a:spcAft>
              <a:buNone/>
            </a:pPr>
            <a:r>
              <a:rPr lang="en-GB"/>
              <a:t>Nunc viverra imperdiet enim. Fusce est. Vivamus a </a:t>
            </a:r>
            <a:r>
              <a:rPr lang="en-GB" err="1"/>
              <a:t>tellus</a:t>
            </a:r>
            <a:r>
              <a:rPr lang="en-GB"/>
              <a:t>. </a:t>
            </a:r>
            <a:r>
              <a:rPr lang="en-GB" err="1"/>
              <a:t>Pellentesque</a:t>
            </a:r>
            <a:r>
              <a:rPr lang="en-GB"/>
              <a:t> habitant morbi tristique senectus et netus et malesuada fames ac turpis </a:t>
            </a:r>
            <a:r>
              <a:rPr lang="en-GB" err="1"/>
              <a:t>egestas</a:t>
            </a:r>
            <a:r>
              <a:rPr lang="en-GB"/>
              <a:t>.</a:t>
            </a:r>
          </a:p>
        </p:txBody>
      </p:sp>
      <p:sp>
        <p:nvSpPr>
          <p:cNvPr id="19" name="Text Placeholder 12">
            <a:extLst>
              <a:ext uri="{FF2B5EF4-FFF2-40B4-BE49-F238E27FC236}">
                <a16:creationId xmlns:a16="http://schemas.microsoft.com/office/drawing/2014/main" id="{AFEF653B-1C65-494E-A517-F6B53800348A}"/>
              </a:ext>
            </a:extLst>
          </p:cNvPr>
          <p:cNvSpPr>
            <a:spLocks noGrp="1"/>
          </p:cNvSpPr>
          <p:nvPr>
            <p:ph type="body" sz="quarter" idx="13" hasCustomPrompt="1"/>
          </p:nvPr>
        </p:nvSpPr>
        <p:spPr>
          <a:xfrm>
            <a:off x="946868" y="1640429"/>
            <a:ext cx="2450182" cy="366712"/>
          </a:xfrm>
        </p:spPr>
        <p:txBody>
          <a:bodyPr/>
          <a:lstStyle>
            <a:lvl1pPr marL="0" indent="0">
              <a:buNone/>
              <a:defRPr b="1">
                <a:solidFill>
                  <a:schemeClr val="bg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a:t>Section heading</a:t>
            </a:r>
            <a:endParaRPr lang="en-GB"/>
          </a:p>
        </p:txBody>
      </p:sp>
    </p:spTree>
    <p:extLst>
      <p:ext uri="{BB962C8B-B14F-4D97-AF65-F5344CB8AC3E}">
        <p14:creationId xmlns:p14="http://schemas.microsoft.com/office/powerpoint/2010/main" val="402295840"/>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Content Layout C2">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1F9C20-D204-4A61-83D0-C8409FA061FE}"/>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11" name="Subtitle 2">
            <a:extLst>
              <a:ext uri="{FF2B5EF4-FFF2-40B4-BE49-F238E27FC236}">
                <a16:creationId xmlns:a16="http://schemas.microsoft.com/office/drawing/2014/main" id="{AC4FE4BA-329C-4F06-9253-435EA2737A4B}"/>
              </a:ext>
            </a:extLst>
          </p:cNvPr>
          <p:cNvSpPr>
            <a:spLocks noGrp="1"/>
          </p:cNvSpPr>
          <p:nvPr>
            <p:ph type="subTitle" idx="11"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
        <p:nvSpPr>
          <p:cNvPr id="23" name="Content Placeholder 2">
            <a:extLst>
              <a:ext uri="{FF2B5EF4-FFF2-40B4-BE49-F238E27FC236}">
                <a16:creationId xmlns:a16="http://schemas.microsoft.com/office/drawing/2014/main" id="{36DBA5C6-510B-41C4-9D69-2CEC6D52CA88}"/>
              </a:ext>
            </a:extLst>
          </p:cNvPr>
          <p:cNvSpPr>
            <a:spLocks noGrp="1"/>
          </p:cNvSpPr>
          <p:nvPr>
            <p:ph idx="20"/>
          </p:nvPr>
        </p:nvSpPr>
        <p:spPr>
          <a:xfrm>
            <a:off x="3969152" y="1722923"/>
            <a:ext cx="7555582" cy="437305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Freeform: Shape 13">
            <a:extLst>
              <a:ext uri="{FF2B5EF4-FFF2-40B4-BE49-F238E27FC236}">
                <a16:creationId xmlns:a16="http://schemas.microsoft.com/office/drawing/2014/main" id="{FE2885BB-9FD6-41FC-A05B-EAD7795E302E}"/>
              </a:ext>
            </a:extLst>
          </p:cNvPr>
          <p:cNvSpPr/>
          <p:nvPr userDrawn="1"/>
        </p:nvSpPr>
        <p:spPr>
          <a:xfrm>
            <a:off x="667267" y="2089633"/>
            <a:ext cx="3009384" cy="4262619"/>
          </a:xfrm>
          <a:custGeom>
            <a:avLst/>
            <a:gdLst>
              <a:gd name="connsiteX0" fmla="*/ 0 w 5248733"/>
              <a:gd name="connsiteY0" fmla="*/ 0 h 3913824"/>
              <a:gd name="connsiteX1" fmla="*/ 5248733 w 5248733"/>
              <a:gd name="connsiteY1" fmla="*/ 0 h 3913824"/>
              <a:gd name="connsiteX2" fmla="*/ 5248733 w 5248733"/>
              <a:gd name="connsiteY2" fmla="*/ 3664652 h 3913824"/>
              <a:gd name="connsiteX3" fmla="*/ 5248733 w 5248733"/>
              <a:gd name="connsiteY3" fmla="*/ 3827179 h 3913824"/>
              <a:gd name="connsiteX4" fmla="*/ 5162088 w 5248733"/>
              <a:gd name="connsiteY4" fmla="*/ 3913824 h 3913824"/>
              <a:gd name="connsiteX5" fmla="*/ 86645 w 5248733"/>
              <a:gd name="connsiteY5" fmla="*/ 3913824 h 3913824"/>
              <a:gd name="connsiteX6" fmla="*/ 0 w 5248733"/>
              <a:gd name="connsiteY6" fmla="*/ 3827179 h 3913824"/>
              <a:gd name="connsiteX7" fmla="*/ 0 w 5248733"/>
              <a:gd name="connsiteY7" fmla="*/ 3664652 h 391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8733" h="3913824">
                <a:moveTo>
                  <a:pt x="0" y="0"/>
                </a:moveTo>
                <a:lnTo>
                  <a:pt x="5248733" y="0"/>
                </a:lnTo>
                <a:lnTo>
                  <a:pt x="5248733" y="3664652"/>
                </a:lnTo>
                <a:lnTo>
                  <a:pt x="5248733" y="3827179"/>
                </a:lnTo>
                <a:cubicBezTo>
                  <a:pt x="5248733" y="3875032"/>
                  <a:pt x="5209941" y="3913824"/>
                  <a:pt x="5162088" y="3913824"/>
                </a:cubicBezTo>
                <a:lnTo>
                  <a:pt x="86645" y="3913824"/>
                </a:lnTo>
                <a:cubicBezTo>
                  <a:pt x="38792" y="3913824"/>
                  <a:pt x="0" y="3875032"/>
                  <a:pt x="0" y="3827179"/>
                </a:cubicBezTo>
                <a:lnTo>
                  <a:pt x="0" y="3664652"/>
                </a:lnTo>
                <a:close/>
              </a:path>
            </a:pathLst>
          </a:custGeom>
          <a:solidFill>
            <a:srgbClr val="74787B">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6" name="Freeform: Shape 15">
            <a:extLst>
              <a:ext uri="{FF2B5EF4-FFF2-40B4-BE49-F238E27FC236}">
                <a16:creationId xmlns:a16="http://schemas.microsoft.com/office/drawing/2014/main" id="{36F504EE-4AA1-4724-BAD2-8AB25BF11D5F}"/>
              </a:ext>
            </a:extLst>
          </p:cNvPr>
          <p:cNvSpPr/>
          <p:nvPr userDrawn="1"/>
        </p:nvSpPr>
        <p:spPr>
          <a:xfrm>
            <a:off x="667267" y="1457740"/>
            <a:ext cx="3009384" cy="631894"/>
          </a:xfrm>
          <a:custGeom>
            <a:avLst/>
            <a:gdLst>
              <a:gd name="connsiteX0" fmla="*/ 86645 w 5248733"/>
              <a:gd name="connsiteY0" fmla="*/ 0 h 805401"/>
              <a:gd name="connsiteX1" fmla="*/ 5162088 w 5248733"/>
              <a:gd name="connsiteY1" fmla="*/ 0 h 805401"/>
              <a:gd name="connsiteX2" fmla="*/ 5248733 w 5248733"/>
              <a:gd name="connsiteY2" fmla="*/ 86645 h 805401"/>
              <a:gd name="connsiteX3" fmla="*/ 5248733 w 5248733"/>
              <a:gd name="connsiteY3" fmla="*/ 805401 h 805401"/>
              <a:gd name="connsiteX4" fmla="*/ 0 w 5248733"/>
              <a:gd name="connsiteY4" fmla="*/ 805401 h 805401"/>
              <a:gd name="connsiteX5" fmla="*/ 0 w 5248733"/>
              <a:gd name="connsiteY5" fmla="*/ 86645 h 805401"/>
              <a:gd name="connsiteX6" fmla="*/ 86645 w 5248733"/>
              <a:gd name="connsiteY6" fmla="*/ 0 h 805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48733" h="805401">
                <a:moveTo>
                  <a:pt x="86645" y="0"/>
                </a:moveTo>
                <a:lnTo>
                  <a:pt x="5162088" y="0"/>
                </a:lnTo>
                <a:cubicBezTo>
                  <a:pt x="5209941" y="0"/>
                  <a:pt x="5248733" y="38792"/>
                  <a:pt x="5248733" y="86645"/>
                </a:cubicBezTo>
                <a:lnTo>
                  <a:pt x="5248733" y="805401"/>
                </a:lnTo>
                <a:lnTo>
                  <a:pt x="0" y="805401"/>
                </a:lnTo>
                <a:lnTo>
                  <a:pt x="0" y="86645"/>
                </a:lnTo>
                <a:cubicBezTo>
                  <a:pt x="0" y="38792"/>
                  <a:pt x="38792" y="0"/>
                  <a:pt x="86645" y="0"/>
                </a:cubicBezTo>
                <a:close/>
              </a:path>
            </a:pathLst>
          </a:custGeom>
          <a:solidFill>
            <a:srgbClr val="7478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8" name="Content Placeholder 3">
            <a:extLst>
              <a:ext uri="{FF2B5EF4-FFF2-40B4-BE49-F238E27FC236}">
                <a16:creationId xmlns:a16="http://schemas.microsoft.com/office/drawing/2014/main" id="{774B20B4-7486-42A5-ACF9-992825BAD7C2}"/>
              </a:ext>
            </a:extLst>
          </p:cNvPr>
          <p:cNvSpPr>
            <a:spLocks noGrp="1"/>
          </p:cNvSpPr>
          <p:nvPr>
            <p:ph sz="quarter" idx="12" hasCustomPrompt="1"/>
          </p:nvPr>
        </p:nvSpPr>
        <p:spPr>
          <a:xfrm>
            <a:off x="959769" y="2272322"/>
            <a:ext cx="2450182" cy="3823677"/>
          </a:xfrm>
        </p:spPr>
        <p:txBody>
          <a:bodyPr vert="horz" lIns="0" tIns="0" rIns="0" bIns="0" rtlCol="0" anchor="t" anchorCtr="0">
            <a:noAutofit/>
          </a:bodyPr>
          <a:lstStyle>
            <a:lvl1pPr>
              <a:defRPr lang="en-GB" sz="1600" b="0" dirty="0"/>
            </a:lvl1pPr>
          </a:lstStyle>
          <a:p>
            <a:pPr marL="0" lvl="0" indent="0">
              <a:lnSpc>
                <a:spcPct val="100000"/>
              </a:lnSpc>
              <a:spcBef>
                <a:spcPts val="0"/>
              </a:spcBef>
              <a:spcAft>
                <a:spcPts val="800"/>
              </a:spcAft>
              <a:buNone/>
            </a:pPr>
            <a:r>
              <a:rPr lang="en-GB"/>
              <a:t>Lorem ipsum dolor sit amet, consectetuer adipiscing elit. Maecenas porttitor congue massa. Fusce posuere, magna sed pulvinar ultricies, purus lectus malesuada libero, sit amet commodo magna eros quis urna.</a:t>
            </a:r>
          </a:p>
          <a:p>
            <a:pPr marL="0" lvl="0" indent="0">
              <a:lnSpc>
                <a:spcPct val="100000"/>
              </a:lnSpc>
              <a:spcBef>
                <a:spcPts val="0"/>
              </a:spcBef>
              <a:spcAft>
                <a:spcPts val="800"/>
              </a:spcAft>
              <a:buNone/>
            </a:pPr>
            <a:r>
              <a:rPr lang="en-GB"/>
              <a:t>Nunc viverra imperdiet enim. Fusce est. Vivamus a </a:t>
            </a:r>
            <a:r>
              <a:rPr lang="en-GB" err="1"/>
              <a:t>tellus</a:t>
            </a:r>
            <a:r>
              <a:rPr lang="en-GB"/>
              <a:t>. </a:t>
            </a:r>
            <a:r>
              <a:rPr lang="en-GB" err="1"/>
              <a:t>Pellentesque</a:t>
            </a:r>
            <a:r>
              <a:rPr lang="en-GB"/>
              <a:t> habitant morbi tristique senectus et netus et malesuada fames ac turpis </a:t>
            </a:r>
            <a:r>
              <a:rPr lang="en-GB" err="1"/>
              <a:t>egestas</a:t>
            </a:r>
            <a:r>
              <a:rPr lang="en-GB"/>
              <a:t>.</a:t>
            </a:r>
          </a:p>
        </p:txBody>
      </p:sp>
      <p:sp>
        <p:nvSpPr>
          <p:cNvPr id="19" name="Text Placeholder 12">
            <a:extLst>
              <a:ext uri="{FF2B5EF4-FFF2-40B4-BE49-F238E27FC236}">
                <a16:creationId xmlns:a16="http://schemas.microsoft.com/office/drawing/2014/main" id="{2A1E9371-707E-4F59-A70D-53C364F27F35}"/>
              </a:ext>
            </a:extLst>
          </p:cNvPr>
          <p:cNvSpPr>
            <a:spLocks noGrp="1"/>
          </p:cNvSpPr>
          <p:nvPr>
            <p:ph type="body" sz="quarter" idx="13" hasCustomPrompt="1"/>
          </p:nvPr>
        </p:nvSpPr>
        <p:spPr>
          <a:xfrm>
            <a:off x="946868" y="1640429"/>
            <a:ext cx="2450182" cy="366712"/>
          </a:xfrm>
        </p:spPr>
        <p:txBody>
          <a:bodyPr/>
          <a:lstStyle>
            <a:lvl1pPr marL="0" indent="0">
              <a:buNone/>
              <a:defRPr b="1">
                <a:solidFill>
                  <a:schemeClr val="bg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a:t>Section heading</a:t>
            </a:r>
            <a:endParaRPr lang="en-GB"/>
          </a:p>
        </p:txBody>
      </p:sp>
    </p:spTree>
    <p:extLst>
      <p:ext uri="{BB962C8B-B14F-4D97-AF65-F5344CB8AC3E}">
        <p14:creationId xmlns:p14="http://schemas.microsoft.com/office/powerpoint/2010/main" val="2038130286"/>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Content Layout E1">
    <p:spTree>
      <p:nvGrpSpPr>
        <p:cNvPr id="1" name=""/>
        <p:cNvGrpSpPr/>
        <p:nvPr/>
      </p:nvGrpSpPr>
      <p:grpSpPr>
        <a:xfrm>
          <a:off x="0" y="0"/>
          <a:ext cx="0" cy="0"/>
          <a:chOff x="0" y="0"/>
          <a:chExt cx="0" cy="0"/>
        </a:xfrm>
      </p:grpSpPr>
      <p:sp>
        <p:nvSpPr>
          <p:cNvPr id="27" name="Freeform: Shape 26">
            <a:extLst>
              <a:ext uri="{FF2B5EF4-FFF2-40B4-BE49-F238E27FC236}">
                <a16:creationId xmlns:a16="http://schemas.microsoft.com/office/drawing/2014/main" id="{98B023A2-8349-4DCF-AB11-249B569E176E}"/>
              </a:ext>
            </a:extLst>
          </p:cNvPr>
          <p:cNvSpPr/>
          <p:nvPr userDrawn="1"/>
        </p:nvSpPr>
        <p:spPr>
          <a:xfrm>
            <a:off x="667266" y="2263140"/>
            <a:ext cx="5248733" cy="3913824"/>
          </a:xfrm>
          <a:custGeom>
            <a:avLst/>
            <a:gdLst>
              <a:gd name="connsiteX0" fmla="*/ 0 w 5248733"/>
              <a:gd name="connsiteY0" fmla="*/ 0 h 3913824"/>
              <a:gd name="connsiteX1" fmla="*/ 5248733 w 5248733"/>
              <a:gd name="connsiteY1" fmla="*/ 0 h 3913824"/>
              <a:gd name="connsiteX2" fmla="*/ 5248733 w 5248733"/>
              <a:gd name="connsiteY2" fmla="*/ 3664652 h 3913824"/>
              <a:gd name="connsiteX3" fmla="*/ 5248733 w 5248733"/>
              <a:gd name="connsiteY3" fmla="*/ 3827179 h 3913824"/>
              <a:gd name="connsiteX4" fmla="*/ 5162088 w 5248733"/>
              <a:gd name="connsiteY4" fmla="*/ 3913824 h 3913824"/>
              <a:gd name="connsiteX5" fmla="*/ 86645 w 5248733"/>
              <a:gd name="connsiteY5" fmla="*/ 3913824 h 3913824"/>
              <a:gd name="connsiteX6" fmla="*/ 0 w 5248733"/>
              <a:gd name="connsiteY6" fmla="*/ 3827179 h 3913824"/>
              <a:gd name="connsiteX7" fmla="*/ 0 w 5248733"/>
              <a:gd name="connsiteY7" fmla="*/ 3664652 h 391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8733" h="3913824">
                <a:moveTo>
                  <a:pt x="0" y="0"/>
                </a:moveTo>
                <a:lnTo>
                  <a:pt x="5248733" y="0"/>
                </a:lnTo>
                <a:lnTo>
                  <a:pt x="5248733" y="3664652"/>
                </a:lnTo>
                <a:lnTo>
                  <a:pt x="5248733" y="3827179"/>
                </a:lnTo>
                <a:cubicBezTo>
                  <a:pt x="5248733" y="3875032"/>
                  <a:pt x="5209941" y="3913824"/>
                  <a:pt x="5162088" y="3913824"/>
                </a:cubicBezTo>
                <a:lnTo>
                  <a:pt x="86645" y="3913824"/>
                </a:lnTo>
                <a:cubicBezTo>
                  <a:pt x="38792" y="3913824"/>
                  <a:pt x="0" y="3875032"/>
                  <a:pt x="0" y="3827179"/>
                </a:cubicBezTo>
                <a:lnTo>
                  <a:pt x="0" y="3664652"/>
                </a:lnTo>
                <a:close/>
              </a:path>
            </a:pathLst>
          </a:custGeom>
          <a:solidFill>
            <a:srgbClr val="E3E4E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5" name="Freeform: Shape 24">
            <a:extLst>
              <a:ext uri="{FF2B5EF4-FFF2-40B4-BE49-F238E27FC236}">
                <a16:creationId xmlns:a16="http://schemas.microsoft.com/office/drawing/2014/main" id="{97772112-E0E2-4992-AF10-ACA8363C350B}"/>
              </a:ext>
            </a:extLst>
          </p:cNvPr>
          <p:cNvSpPr/>
          <p:nvPr userDrawn="1"/>
        </p:nvSpPr>
        <p:spPr>
          <a:xfrm>
            <a:off x="667266" y="1457739"/>
            <a:ext cx="5248733" cy="805401"/>
          </a:xfrm>
          <a:custGeom>
            <a:avLst/>
            <a:gdLst>
              <a:gd name="connsiteX0" fmla="*/ 86645 w 5248733"/>
              <a:gd name="connsiteY0" fmla="*/ 0 h 805401"/>
              <a:gd name="connsiteX1" fmla="*/ 5162088 w 5248733"/>
              <a:gd name="connsiteY1" fmla="*/ 0 h 805401"/>
              <a:gd name="connsiteX2" fmla="*/ 5248733 w 5248733"/>
              <a:gd name="connsiteY2" fmla="*/ 86645 h 805401"/>
              <a:gd name="connsiteX3" fmla="*/ 5248733 w 5248733"/>
              <a:gd name="connsiteY3" fmla="*/ 805401 h 805401"/>
              <a:gd name="connsiteX4" fmla="*/ 0 w 5248733"/>
              <a:gd name="connsiteY4" fmla="*/ 805401 h 805401"/>
              <a:gd name="connsiteX5" fmla="*/ 0 w 5248733"/>
              <a:gd name="connsiteY5" fmla="*/ 86645 h 805401"/>
              <a:gd name="connsiteX6" fmla="*/ 86645 w 5248733"/>
              <a:gd name="connsiteY6" fmla="*/ 0 h 805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48733" h="805401">
                <a:moveTo>
                  <a:pt x="86645" y="0"/>
                </a:moveTo>
                <a:lnTo>
                  <a:pt x="5162088" y="0"/>
                </a:lnTo>
                <a:cubicBezTo>
                  <a:pt x="5209941" y="0"/>
                  <a:pt x="5248733" y="38792"/>
                  <a:pt x="5248733" y="86645"/>
                </a:cubicBezTo>
                <a:lnTo>
                  <a:pt x="5248733" y="805401"/>
                </a:lnTo>
                <a:lnTo>
                  <a:pt x="0" y="805401"/>
                </a:lnTo>
                <a:lnTo>
                  <a:pt x="0" y="86645"/>
                </a:lnTo>
                <a:cubicBezTo>
                  <a:pt x="0" y="38792"/>
                  <a:pt x="38792" y="0"/>
                  <a:pt x="86645" y="0"/>
                </a:cubicBezTo>
                <a:close/>
              </a:path>
            </a:pathLst>
          </a:custGeom>
          <a:solidFill>
            <a:srgbClr val="7478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1F9C20-D204-4A61-83D0-C8409FA061FE}"/>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12" name="Content Placeholder 3">
            <a:extLst>
              <a:ext uri="{FF2B5EF4-FFF2-40B4-BE49-F238E27FC236}">
                <a16:creationId xmlns:a16="http://schemas.microsoft.com/office/drawing/2014/main" id="{A0A3A707-B6E4-49DF-B76F-2FF1AE941CDE}"/>
              </a:ext>
            </a:extLst>
          </p:cNvPr>
          <p:cNvSpPr>
            <a:spLocks noGrp="1"/>
          </p:cNvSpPr>
          <p:nvPr>
            <p:ph sz="quarter" idx="12" hasCustomPrompt="1"/>
          </p:nvPr>
        </p:nvSpPr>
        <p:spPr>
          <a:xfrm>
            <a:off x="959768" y="2528322"/>
            <a:ext cx="4642135" cy="3399485"/>
          </a:xfrm>
        </p:spPr>
        <p:txBody>
          <a:bodyPr>
            <a:noAutofit/>
          </a:bodyPr>
          <a:lstStyle>
            <a:lvl1pPr marL="0" indent="0">
              <a:lnSpc>
                <a:spcPct val="100000"/>
              </a:lnSpc>
              <a:spcBef>
                <a:spcPts val="0"/>
              </a:spcBef>
              <a:buNone/>
              <a:defRPr sz="1600" b="1">
                <a:solidFill>
                  <a:srgbClr val="74787B"/>
                </a:solidFill>
              </a:defRPr>
            </a:lvl1pPr>
          </a:lstStyle>
          <a:p>
            <a:pPr lvl="0"/>
            <a:r>
              <a:rPr lang="en-GB"/>
              <a:t>Customer Name: </a:t>
            </a:r>
          </a:p>
          <a:p>
            <a:pPr lvl="0"/>
            <a:r>
              <a:rPr lang="en-GB"/>
              <a:t>Project:</a:t>
            </a:r>
          </a:p>
          <a:p>
            <a:pPr lvl="0"/>
            <a:r>
              <a:rPr lang="en-GB"/>
              <a:t>Description of Project:</a:t>
            </a:r>
          </a:p>
          <a:p>
            <a:pPr lvl="0"/>
            <a:r>
              <a:rPr lang="en-GB"/>
              <a:t>Country:</a:t>
            </a:r>
          </a:p>
          <a:p>
            <a:pPr lvl="0"/>
            <a:r>
              <a:rPr lang="en-GB"/>
              <a:t>Duration of project:</a:t>
            </a:r>
          </a:p>
          <a:p>
            <a:pPr lvl="0"/>
            <a:endParaRPr lang="en-GB"/>
          </a:p>
        </p:txBody>
      </p:sp>
      <p:sp>
        <p:nvSpPr>
          <p:cNvPr id="13" name="Text Placeholder 12">
            <a:extLst>
              <a:ext uri="{FF2B5EF4-FFF2-40B4-BE49-F238E27FC236}">
                <a16:creationId xmlns:a16="http://schemas.microsoft.com/office/drawing/2014/main" id="{AA0341ED-91C5-4B51-B2FF-21BE4819BA14}"/>
              </a:ext>
            </a:extLst>
          </p:cNvPr>
          <p:cNvSpPr>
            <a:spLocks noGrp="1"/>
          </p:cNvSpPr>
          <p:nvPr>
            <p:ph type="body" sz="quarter" idx="13" hasCustomPrompt="1"/>
          </p:nvPr>
        </p:nvSpPr>
        <p:spPr>
          <a:xfrm>
            <a:off x="959768" y="1722922"/>
            <a:ext cx="4734595" cy="366712"/>
          </a:xfrm>
        </p:spPr>
        <p:txBody>
          <a:bodyPr/>
          <a:lstStyle>
            <a:lvl1pPr marL="0" indent="0">
              <a:buNone/>
              <a:defRPr b="1">
                <a:solidFill>
                  <a:schemeClr val="bg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a:t>Project Details</a:t>
            </a:r>
            <a:endParaRPr lang="en-GB"/>
          </a:p>
        </p:txBody>
      </p:sp>
      <p:sp>
        <p:nvSpPr>
          <p:cNvPr id="14" name="Picture Placeholder 13">
            <a:extLst>
              <a:ext uri="{FF2B5EF4-FFF2-40B4-BE49-F238E27FC236}">
                <a16:creationId xmlns:a16="http://schemas.microsoft.com/office/drawing/2014/main" id="{7DF48CA2-1FBA-4160-A7FC-0537763C0D17}"/>
              </a:ext>
            </a:extLst>
          </p:cNvPr>
          <p:cNvSpPr>
            <a:spLocks noGrp="1"/>
          </p:cNvSpPr>
          <p:nvPr>
            <p:ph type="pic" sz="quarter" idx="14"/>
          </p:nvPr>
        </p:nvSpPr>
        <p:spPr bwMode="gray">
          <a:xfrm>
            <a:off x="6276000" y="1457740"/>
            <a:ext cx="5248733" cy="4719225"/>
          </a:xfrm>
          <a:custGeom>
            <a:avLst/>
            <a:gdLst>
              <a:gd name="connsiteX0" fmla="*/ 86645 w 5248733"/>
              <a:gd name="connsiteY0" fmla="*/ 0 h 4719225"/>
              <a:gd name="connsiteX1" fmla="*/ 5162088 w 5248733"/>
              <a:gd name="connsiteY1" fmla="*/ 0 h 4719225"/>
              <a:gd name="connsiteX2" fmla="*/ 5248733 w 5248733"/>
              <a:gd name="connsiteY2" fmla="*/ 86645 h 4719225"/>
              <a:gd name="connsiteX3" fmla="*/ 5248733 w 5248733"/>
              <a:gd name="connsiteY3" fmla="*/ 4632580 h 4719225"/>
              <a:gd name="connsiteX4" fmla="*/ 5162088 w 5248733"/>
              <a:gd name="connsiteY4" fmla="*/ 4719225 h 4719225"/>
              <a:gd name="connsiteX5" fmla="*/ 86645 w 5248733"/>
              <a:gd name="connsiteY5" fmla="*/ 4719225 h 4719225"/>
              <a:gd name="connsiteX6" fmla="*/ 0 w 5248733"/>
              <a:gd name="connsiteY6" fmla="*/ 4632580 h 4719225"/>
              <a:gd name="connsiteX7" fmla="*/ 0 w 5248733"/>
              <a:gd name="connsiteY7" fmla="*/ 86645 h 4719225"/>
              <a:gd name="connsiteX8" fmla="*/ 86645 w 5248733"/>
              <a:gd name="connsiteY8" fmla="*/ 0 h 4719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48733" h="4719225">
                <a:moveTo>
                  <a:pt x="86645" y="0"/>
                </a:moveTo>
                <a:lnTo>
                  <a:pt x="5162088" y="0"/>
                </a:lnTo>
                <a:cubicBezTo>
                  <a:pt x="5209941" y="0"/>
                  <a:pt x="5248733" y="38792"/>
                  <a:pt x="5248733" y="86645"/>
                </a:cubicBezTo>
                <a:lnTo>
                  <a:pt x="5248733" y="4632580"/>
                </a:lnTo>
                <a:cubicBezTo>
                  <a:pt x="5248733" y="4680433"/>
                  <a:pt x="5209941" y="4719225"/>
                  <a:pt x="5162088" y="4719225"/>
                </a:cubicBezTo>
                <a:lnTo>
                  <a:pt x="86645" y="4719225"/>
                </a:lnTo>
                <a:cubicBezTo>
                  <a:pt x="38792" y="4719225"/>
                  <a:pt x="0" y="4680433"/>
                  <a:pt x="0" y="4632580"/>
                </a:cubicBezTo>
                <a:lnTo>
                  <a:pt x="0" y="86645"/>
                </a:lnTo>
                <a:cubicBezTo>
                  <a:pt x="0" y="38792"/>
                  <a:pt x="38792" y="0"/>
                  <a:pt x="86645" y="0"/>
                </a:cubicBezTo>
                <a:close/>
              </a:path>
            </a:pathLst>
          </a:custGeom>
          <a:solidFill>
            <a:srgbClr val="E3E4E5"/>
          </a:solidFill>
        </p:spPr>
        <p:txBody>
          <a:bodyPr wrap="square" anchor="ctr">
            <a:noAutofit/>
          </a:bodyPr>
          <a:lstStyle>
            <a:lvl1pPr marL="0" indent="0" algn="ctr">
              <a:buNone/>
              <a:defRPr/>
            </a:lvl1pPr>
          </a:lstStyle>
          <a:p>
            <a:endParaRPr lang="en-GB"/>
          </a:p>
          <a:p>
            <a:endParaRPr lang="en-GB"/>
          </a:p>
          <a:p>
            <a:r>
              <a:rPr lang="en-GB"/>
              <a:t>Click to insert picture</a:t>
            </a:r>
          </a:p>
        </p:txBody>
      </p:sp>
    </p:spTree>
    <p:extLst>
      <p:ext uri="{BB962C8B-B14F-4D97-AF65-F5344CB8AC3E}">
        <p14:creationId xmlns:p14="http://schemas.microsoft.com/office/powerpoint/2010/main" val="3710967430"/>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Content Layout E2">
    <p:spTree>
      <p:nvGrpSpPr>
        <p:cNvPr id="1" name=""/>
        <p:cNvGrpSpPr/>
        <p:nvPr/>
      </p:nvGrpSpPr>
      <p:grpSpPr>
        <a:xfrm>
          <a:off x="0" y="0"/>
          <a:ext cx="0" cy="0"/>
          <a:chOff x="0" y="0"/>
          <a:chExt cx="0" cy="0"/>
        </a:xfrm>
      </p:grpSpPr>
      <p:sp>
        <p:nvSpPr>
          <p:cNvPr id="27" name="Freeform: Shape 26">
            <a:extLst>
              <a:ext uri="{FF2B5EF4-FFF2-40B4-BE49-F238E27FC236}">
                <a16:creationId xmlns:a16="http://schemas.microsoft.com/office/drawing/2014/main" id="{98B023A2-8349-4DCF-AB11-249B569E176E}"/>
              </a:ext>
            </a:extLst>
          </p:cNvPr>
          <p:cNvSpPr/>
          <p:nvPr userDrawn="1"/>
        </p:nvSpPr>
        <p:spPr>
          <a:xfrm>
            <a:off x="667266" y="2263140"/>
            <a:ext cx="5248733" cy="3913824"/>
          </a:xfrm>
          <a:custGeom>
            <a:avLst/>
            <a:gdLst>
              <a:gd name="connsiteX0" fmla="*/ 0 w 5248733"/>
              <a:gd name="connsiteY0" fmla="*/ 0 h 3913824"/>
              <a:gd name="connsiteX1" fmla="*/ 5248733 w 5248733"/>
              <a:gd name="connsiteY1" fmla="*/ 0 h 3913824"/>
              <a:gd name="connsiteX2" fmla="*/ 5248733 w 5248733"/>
              <a:gd name="connsiteY2" fmla="*/ 3664652 h 3913824"/>
              <a:gd name="connsiteX3" fmla="*/ 5248733 w 5248733"/>
              <a:gd name="connsiteY3" fmla="*/ 3827179 h 3913824"/>
              <a:gd name="connsiteX4" fmla="*/ 5162088 w 5248733"/>
              <a:gd name="connsiteY4" fmla="*/ 3913824 h 3913824"/>
              <a:gd name="connsiteX5" fmla="*/ 86645 w 5248733"/>
              <a:gd name="connsiteY5" fmla="*/ 3913824 h 3913824"/>
              <a:gd name="connsiteX6" fmla="*/ 0 w 5248733"/>
              <a:gd name="connsiteY6" fmla="*/ 3827179 h 3913824"/>
              <a:gd name="connsiteX7" fmla="*/ 0 w 5248733"/>
              <a:gd name="connsiteY7" fmla="*/ 3664652 h 391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8733" h="3913824">
                <a:moveTo>
                  <a:pt x="0" y="0"/>
                </a:moveTo>
                <a:lnTo>
                  <a:pt x="5248733" y="0"/>
                </a:lnTo>
                <a:lnTo>
                  <a:pt x="5248733" y="3664652"/>
                </a:lnTo>
                <a:lnTo>
                  <a:pt x="5248733" y="3827179"/>
                </a:lnTo>
                <a:cubicBezTo>
                  <a:pt x="5248733" y="3875032"/>
                  <a:pt x="5209941" y="3913824"/>
                  <a:pt x="5162088" y="3913824"/>
                </a:cubicBezTo>
                <a:lnTo>
                  <a:pt x="86645" y="3913824"/>
                </a:lnTo>
                <a:cubicBezTo>
                  <a:pt x="38792" y="3913824"/>
                  <a:pt x="0" y="3875032"/>
                  <a:pt x="0" y="3827179"/>
                </a:cubicBezTo>
                <a:lnTo>
                  <a:pt x="0" y="3664652"/>
                </a:lnTo>
                <a:close/>
              </a:path>
            </a:pathLst>
          </a:custGeom>
          <a:solidFill>
            <a:srgbClr val="74787B">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5" name="Freeform: Shape 24">
            <a:extLst>
              <a:ext uri="{FF2B5EF4-FFF2-40B4-BE49-F238E27FC236}">
                <a16:creationId xmlns:a16="http://schemas.microsoft.com/office/drawing/2014/main" id="{97772112-E0E2-4992-AF10-ACA8363C350B}"/>
              </a:ext>
            </a:extLst>
          </p:cNvPr>
          <p:cNvSpPr/>
          <p:nvPr userDrawn="1"/>
        </p:nvSpPr>
        <p:spPr>
          <a:xfrm>
            <a:off x="667266" y="1457739"/>
            <a:ext cx="5248733" cy="805401"/>
          </a:xfrm>
          <a:custGeom>
            <a:avLst/>
            <a:gdLst>
              <a:gd name="connsiteX0" fmla="*/ 86645 w 5248733"/>
              <a:gd name="connsiteY0" fmla="*/ 0 h 805401"/>
              <a:gd name="connsiteX1" fmla="*/ 5162088 w 5248733"/>
              <a:gd name="connsiteY1" fmla="*/ 0 h 805401"/>
              <a:gd name="connsiteX2" fmla="*/ 5248733 w 5248733"/>
              <a:gd name="connsiteY2" fmla="*/ 86645 h 805401"/>
              <a:gd name="connsiteX3" fmla="*/ 5248733 w 5248733"/>
              <a:gd name="connsiteY3" fmla="*/ 805401 h 805401"/>
              <a:gd name="connsiteX4" fmla="*/ 0 w 5248733"/>
              <a:gd name="connsiteY4" fmla="*/ 805401 h 805401"/>
              <a:gd name="connsiteX5" fmla="*/ 0 w 5248733"/>
              <a:gd name="connsiteY5" fmla="*/ 86645 h 805401"/>
              <a:gd name="connsiteX6" fmla="*/ 86645 w 5248733"/>
              <a:gd name="connsiteY6" fmla="*/ 0 h 805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48733" h="805401">
                <a:moveTo>
                  <a:pt x="86645" y="0"/>
                </a:moveTo>
                <a:lnTo>
                  <a:pt x="5162088" y="0"/>
                </a:lnTo>
                <a:cubicBezTo>
                  <a:pt x="5209941" y="0"/>
                  <a:pt x="5248733" y="38792"/>
                  <a:pt x="5248733" y="86645"/>
                </a:cubicBezTo>
                <a:lnTo>
                  <a:pt x="5248733" y="805401"/>
                </a:lnTo>
                <a:lnTo>
                  <a:pt x="0" y="805401"/>
                </a:lnTo>
                <a:lnTo>
                  <a:pt x="0" y="86645"/>
                </a:lnTo>
                <a:cubicBezTo>
                  <a:pt x="0" y="38792"/>
                  <a:pt x="38792" y="0"/>
                  <a:pt x="86645" y="0"/>
                </a:cubicBezTo>
                <a:close/>
              </a:path>
            </a:pathLst>
          </a:custGeom>
          <a:solidFill>
            <a:srgbClr val="7478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1F9C20-D204-4A61-83D0-C8409FA061FE}"/>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12" name="Content Placeholder 3">
            <a:extLst>
              <a:ext uri="{FF2B5EF4-FFF2-40B4-BE49-F238E27FC236}">
                <a16:creationId xmlns:a16="http://schemas.microsoft.com/office/drawing/2014/main" id="{A0A3A707-B6E4-49DF-B76F-2FF1AE941CDE}"/>
              </a:ext>
            </a:extLst>
          </p:cNvPr>
          <p:cNvSpPr>
            <a:spLocks noGrp="1"/>
          </p:cNvSpPr>
          <p:nvPr>
            <p:ph sz="quarter" idx="12" hasCustomPrompt="1"/>
          </p:nvPr>
        </p:nvSpPr>
        <p:spPr>
          <a:xfrm>
            <a:off x="959768" y="2528322"/>
            <a:ext cx="4642135" cy="3399485"/>
          </a:xfrm>
          <a:noFill/>
        </p:spPr>
        <p:txBody>
          <a:bodyPr>
            <a:noAutofit/>
          </a:bodyPr>
          <a:lstStyle>
            <a:lvl1pPr marL="0" indent="0">
              <a:lnSpc>
                <a:spcPct val="100000"/>
              </a:lnSpc>
              <a:spcBef>
                <a:spcPts val="0"/>
              </a:spcBef>
              <a:buNone/>
              <a:defRPr sz="1600" b="1">
                <a:solidFill>
                  <a:srgbClr val="74787B"/>
                </a:solidFill>
              </a:defRPr>
            </a:lvl1pPr>
          </a:lstStyle>
          <a:p>
            <a:pPr lvl="0"/>
            <a:r>
              <a:rPr lang="en-GB"/>
              <a:t>Customer Name:</a:t>
            </a:r>
          </a:p>
          <a:p>
            <a:pPr lvl="0"/>
            <a:r>
              <a:rPr lang="en-GB"/>
              <a:t>Project:</a:t>
            </a:r>
          </a:p>
          <a:p>
            <a:pPr lvl="0"/>
            <a:r>
              <a:rPr lang="en-GB"/>
              <a:t>Description of Project:</a:t>
            </a:r>
          </a:p>
          <a:p>
            <a:pPr lvl="0"/>
            <a:r>
              <a:rPr lang="en-GB"/>
              <a:t>Country:</a:t>
            </a:r>
          </a:p>
          <a:p>
            <a:pPr lvl="0"/>
            <a:r>
              <a:rPr lang="en-GB"/>
              <a:t>Duration of project:</a:t>
            </a:r>
          </a:p>
          <a:p>
            <a:pPr lvl="0"/>
            <a:endParaRPr lang="en-GB"/>
          </a:p>
        </p:txBody>
      </p:sp>
      <p:sp>
        <p:nvSpPr>
          <p:cNvPr id="13" name="Text Placeholder 12">
            <a:extLst>
              <a:ext uri="{FF2B5EF4-FFF2-40B4-BE49-F238E27FC236}">
                <a16:creationId xmlns:a16="http://schemas.microsoft.com/office/drawing/2014/main" id="{AA0341ED-91C5-4B51-B2FF-21BE4819BA14}"/>
              </a:ext>
            </a:extLst>
          </p:cNvPr>
          <p:cNvSpPr>
            <a:spLocks noGrp="1"/>
          </p:cNvSpPr>
          <p:nvPr>
            <p:ph type="body" sz="quarter" idx="13" hasCustomPrompt="1"/>
          </p:nvPr>
        </p:nvSpPr>
        <p:spPr>
          <a:xfrm>
            <a:off x="959768" y="1722922"/>
            <a:ext cx="4734595" cy="366712"/>
          </a:xfrm>
        </p:spPr>
        <p:txBody>
          <a:bodyPr/>
          <a:lstStyle>
            <a:lvl1pPr marL="0" indent="0">
              <a:buNone/>
              <a:defRPr b="1">
                <a:solidFill>
                  <a:schemeClr val="bg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a:t>Project Details</a:t>
            </a:r>
            <a:endParaRPr lang="en-GB"/>
          </a:p>
        </p:txBody>
      </p:sp>
      <p:sp>
        <p:nvSpPr>
          <p:cNvPr id="14" name="Picture Placeholder 13">
            <a:extLst>
              <a:ext uri="{FF2B5EF4-FFF2-40B4-BE49-F238E27FC236}">
                <a16:creationId xmlns:a16="http://schemas.microsoft.com/office/drawing/2014/main" id="{7DF48CA2-1FBA-4160-A7FC-0537763C0D17}"/>
              </a:ext>
            </a:extLst>
          </p:cNvPr>
          <p:cNvSpPr>
            <a:spLocks noGrp="1"/>
          </p:cNvSpPr>
          <p:nvPr>
            <p:ph type="pic" sz="quarter" idx="14"/>
          </p:nvPr>
        </p:nvSpPr>
        <p:spPr bwMode="gray">
          <a:xfrm>
            <a:off x="6276000" y="1457740"/>
            <a:ext cx="5248733" cy="4719225"/>
          </a:xfrm>
          <a:custGeom>
            <a:avLst/>
            <a:gdLst>
              <a:gd name="connsiteX0" fmla="*/ 86645 w 5248733"/>
              <a:gd name="connsiteY0" fmla="*/ 0 h 4719225"/>
              <a:gd name="connsiteX1" fmla="*/ 5162088 w 5248733"/>
              <a:gd name="connsiteY1" fmla="*/ 0 h 4719225"/>
              <a:gd name="connsiteX2" fmla="*/ 5248733 w 5248733"/>
              <a:gd name="connsiteY2" fmla="*/ 86645 h 4719225"/>
              <a:gd name="connsiteX3" fmla="*/ 5248733 w 5248733"/>
              <a:gd name="connsiteY3" fmla="*/ 4632580 h 4719225"/>
              <a:gd name="connsiteX4" fmla="*/ 5162088 w 5248733"/>
              <a:gd name="connsiteY4" fmla="*/ 4719225 h 4719225"/>
              <a:gd name="connsiteX5" fmla="*/ 86645 w 5248733"/>
              <a:gd name="connsiteY5" fmla="*/ 4719225 h 4719225"/>
              <a:gd name="connsiteX6" fmla="*/ 0 w 5248733"/>
              <a:gd name="connsiteY6" fmla="*/ 4632580 h 4719225"/>
              <a:gd name="connsiteX7" fmla="*/ 0 w 5248733"/>
              <a:gd name="connsiteY7" fmla="*/ 86645 h 4719225"/>
              <a:gd name="connsiteX8" fmla="*/ 86645 w 5248733"/>
              <a:gd name="connsiteY8" fmla="*/ 0 h 4719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48733" h="4719225">
                <a:moveTo>
                  <a:pt x="86645" y="0"/>
                </a:moveTo>
                <a:lnTo>
                  <a:pt x="5162088" y="0"/>
                </a:lnTo>
                <a:cubicBezTo>
                  <a:pt x="5209941" y="0"/>
                  <a:pt x="5248733" y="38792"/>
                  <a:pt x="5248733" y="86645"/>
                </a:cubicBezTo>
                <a:lnTo>
                  <a:pt x="5248733" y="4632580"/>
                </a:lnTo>
                <a:cubicBezTo>
                  <a:pt x="5248733" y="4680433"/>
                  <a:pt x="5209941" y="4719225"/>
                  <a:pt x="5162088" y="4719225"/>
                </a:cubicBezTo>
                <a:lnTo>
                  <a:pt x="86645" y="4719225"/>
                </a:lnTo>
                <a:cubicBezTo>
                  <a:pt x="38792" y="4719225"/>
                  <a:pt x="0" y="4680433"/>
                  <a:pt x="0" y="4632580"/>
                </a:cubicBezTo>
                <a:lnTo>
                  <a:pt x="0" y="86645"/>
                </a:lnTo>
                <a:cubicBezTo>
                  <a:pt x="0" y="38792"/>
                  <a:pt x="38792" y="0"/>
                  <a:pt x="86645" y="0"/>
                </a:cubicBezTo>
                <a:close/>
              </a:path>
            </a:pathLst>
          </a:custGeom>
          <a:solidFill>
            <a:srgbClr val="E3E4E5"/>
          </a:solidFill>
        </p:spPr>
        <p:txBody>
          <a:bodyPr wrap="square" anchor="ctr">
            <a:noAutofit/>
          </a:bodyPr>
          <a:lstStyle>
            <a:lvl1pPr marL="0" indent="0" algn="ctr">
              <a:buNone/>
              <a:defRPr/>
            </a:lvl1pPr>
          </a:lstStyle>
          <a:p>
            <a:endParaRPr lang="en-GB"/>
          </a:p>
          <a:p>
            <a:endParaRPr lang="en-GB"/>
          </a:p>
          <a:p>
            <a:r>
              <a:rPr lang="en-GB"/>
              <a:t>Click to insert picture</a:t>
            </a:r>
          </a:p>
        </p:txBody>
      </p:sp>
      <p:sp>
        <p:nvSpPr>
          <p:cNvPr id="11" name="Subtitle 2">
            <a:extLst>
              <a:ext uri="{FF2B5EF4-FFF2-40B4-BE49-F238E27FC236}">
                <a16:creationId xmlns:a16="http://schemas.microsoft.com/office/drawing/2014/main" id="{D3438840-3AB2-44DB-99A8-3BB7E1710E02}"/>
              </a:ext>
            </a:extLst>
          </p:cNvPr>
          <p:cNvSpPr>
            <a:spLocks noGrp="1"/>
          </p:cNvSpPr>
          <p:nvPr>
            <p:ph type="subTitle" idx="11"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Tree>
    <p:extLst>
      <p:ext uri="{BB962C8B-B14F-4D97-AF65-F5344CB8AC3E}">
        <p14:creationId xmlns:p14="http://schemas.microsoft.com/office/powerpoint/2010/main" val="3657851459"/>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Content Layout F1">
    <p:spTree>
      <p:nvGrpSpPr>
        <p:cNvPr id="1" name=""/>
        <p:cNvGrpSpPr/>
        <p:nvPr/>
      </p:nvGrpSpPr>
      <p:grpSpPr>
        <a:xfrm>
          <a:off x="0" y="0"/>
          <a:ext cx="0" cy="0"/>
          <a:chOff x="0" y="0"/>
          <a:chExt cx="0" cy="0"/>
        </a:xfrm>
      </p:grpSpPr>
      <p:sp>
        <p:nvSpPr>
          <p:cNvPr id="27" name="Freeform: Shape 26">
            <a:extLst>
              <a:ext uri="{FF2B5EF4-FFF2-40B4-BE49-F238E27FC236}">
                <a16:creationId xmlns:a16="http://schemas.microsoft.com/office/drawing/2014/main" id="{98B023A2-8349-4DCF-AB11-249B569E176E}"/>
              </a:ext>
            </a:extLst>
          </p:cNvPr>
          <p:cNvSpPr/>
          <p:nvPr userDrawn="1"/>
        </p:nvSpPr>
        <p:spPr>
          <a:xfrm>
            <a:off x="667266" y="2263140"/>
            <a:ext cx="5248733" cy="3913824"/>
          </a:xfrm>
          <a:custGeom>
            <a:avLst/>
            <a:gdLst>
              <a:gd name="connsiteX0" fmla="*/ 0 w 5248733"/>
              <a:gd name="connsiteY0" fmla="*/ 0 h 3913824"/>
              <a:gd name="connsiteX1" fmla="*/ 5248733 w 5248733"/>
              <a:gd name="connsiteY1" fmla="*/ 0 h 3913824"/>
              <a:gd name="connsiteX2" fmla="*/ 5248733 w 5248733"/>
              <a:gd name="connsiteY2" fmla="*/ 3664652 h 3913824"/>
              <a:gd name="connsiteX3" fmla="*/ 5248733 w 5248733"/>
              <a:gd name="connsiteY3" fmla="*/ 3827179 h 3913824"/>
              <a:gd name="connsiteX4" fmla="*/ 5162088 w 5248733"/>
              <a:gd name="connsiteY4" fmla="*/ 3913824 h 3913824"/>
              <a:gd name="connsiteX5" fmla="*/ 86645 w 5248733"/>
              <a:gd name="connsiteY5" fmla="*/ 3913824 h 3913824"/>
              <a:gd name="connsiteX6" fmla="*/ 0 w 5248733"/>
              <a:gd name="connsiteY6" fmla="*/ 3827179 h 3913824"/>
              <a:gd name="connsiteX7" fmla="*/ 0 w 5248733"/>
              <a:gd name="connsiteY7" fmla="*/ 3664652 h 391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8733" h="3913824">
                <a:moveTo>
                  <a:pt x="0" y="0"/>
                </a:moveTo>
                <a:lnTo>
                  <a:pt x="5248733" y="0"/>
                </a:lnTo>
                <a:lnTo>
                  <a:pt x="5248733" y="3664652"/>
                </a:lnTo>
                <a:lnTo>
                  <a:pt x="5248733" y="3827179"/>
                </a:lnTo>
                <a:cubicBezTo>
                  <a:pt x="5248733" y="3875032"/>
                  <a:pt x="5209941" y="3913824"/>
                  <a:pt x="5162088" y="3913824"/>
                </a:cubicBezTo>
                <a:lnTo>
                  <a:pt x="86645" y="3913824"/>
                </a:lnTo>
                <a:cubicBezTo>
                  <a:pt x="38792" y="3913824"/>
                  <a:pt x="0" y="3875032"/>
                  <a:pt x="0" y="3827179"/>
                </a:cubicBezTo>
                <a:lnTo>
                  <a:pt x="0" y="3664652"/>
                </a:lnTo>
                <a:close/>
              </a:path>
            </a:pathLst>
          </a:custGeom>
          <a:solidFill>
            <a:srgbClr val="74787B">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5" name="Freeform: Shape 24">
            <a:extLst>
              <a:ext uri="{FF2B5EF4-FFF2-40B4-BE49-F238E27FC236}">
                <a16:creationId xmlns:a16="http://schemas.microsoft.com/office/drawing/2014/main" id="{97772112-E0E2-4992-AF10-ACA8363C350B}"/>
              </a:ext>
            </a:extLst>
          </p:cNvPr>
          <p:cNvSpPr/>
          <p:nvPr userDrawn="1"/>
        </p:nvSpPr>
        <p:spPr>
          <a:xfrm>
            <a:off x="667266" y="1457739"/>
            <a:ext cx="5248733" cy="805401"/>
          </a:xfrm>
          <a:custGeom>
            <a:avLst/>
            <a:gdLst>
              <a:gd name="connsiteX0" fmla="*/ 86645 w 5248733"/>
              <a:gd name="connsiteY0" fmla="*/ 0 h 805401"/>
              <a:gd name="connsiteX1" fmla="*/ 5162088 w 5248733"/>
              <a:gd name="connsiteY1" fmla="*/ 0 h 805401"/>
              <a:gd name="connsiteX2" fmla="*/ 5248733 w 5248733"/>
              <a:gd name="connsiteY2" fmla="*/ 86645 h 805401"/>
              <a:gd name="connsiteX3" fmla="*/ 5248733 w 5248733"/>
              <a:gd name="connsiteY3" fmla="*/ 805401 h 805401"/>
              <a:gd name="connsiteX4" fmla="*/ 0 w 5248733"/>
              <a:gd name="connsiteY4" fmla="*/ 805401 h 805401"/>
              <a:gd name="connsiteX5" fmla="*/ 0 w 5248733"/>
              <a:gd name="connsiteY5" fmla="*/ 86645 h 805401"/>
              <a:gd name="connsiteX6" fmla="*/ 86645 w 5248733"/>
              <a:gd name="connsiteY6" fmla="*/ 0 h 805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48733" h="805401">
                <a:moveTo>
                  <a:pt x="86645" y="0"/>
                </a:moveTo>
                <a:lnTo>
                  <a:pt x="5162088" y="0"/>
                </a:lnTo>
                <a:cubicBezTo>
                  <a:pt x="5209941" y="0"/>
                  <a:pt x="5248733" y="38792"/>
                  <a:pt x="5248733" y="86645"/>
                </a:cubicBezTo>
                <a:lnTo>
                  <a:pt x="5248733" y="805401"/>
                </a:lnTo>
                <a:lnTo>
                  <a:pt x="0" y="805401"/>
                </a:lnTo>
                <a:lnTo>
                  <a:pt x="0" y="86645"/>
                </a:lnTo>
                <a:cubicBezTo>
                  <a:pt x="0" y="38792"/>
                  <a:pt x="38792" y="0"/>
                  <a:pt x="86645" y="0"/>
                </a:cubicBezTo>
                <a:close/>
              </a:path>
            </a:pathLst>
          </a:custGeom>
          <a:solidFill>
            <a:srgbClr val="7478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1F9C20-D204-4A61-83D0-C8409FA061FE}"/>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3200"/>
            </a:lvl1pPr>
          </a:lstStyle>
          <a:p>
            <a:r>
              <a:rPr lang="en-US"/>
              <a:t>Click to edit Heading</a:t>
            </a:r>
            <a:endParaRPr lang="en-GB"/>
          </a:p>
        </p:txBody>
      </p:sp>
      <p:sp>
        <p:nvSpPr>
          <p:cNvPr id="13" name="Text Placeholder 12">
            <a:extLst>
              <a:ext uri="{FF2B5EF4-FFF2-40B4-BE49-F238E27FC236}">
                <a16:creationId xmlns:a16="http://schemas.microsoft.com/office/drawing/2014/main" id="{AA0341ED-91C5-4B51-B2FF-21BE4819BA14}"/>
              </a:ext>
            </a:extLst>
          </p:cNvPr>
          <p:cNvSpPr>
            <a:spLocks noGrp="1"/>
          </p:cNvSpPr>
          <p:nvPr>
            <p:ph type="body" sz="quarter" idx="13" hasCustomPrompt="1"/>
          </p:nvPr>
        </p:nvSpPr>
        <p:spPr>
          <a:xfrm>
            <a:off x="959768" y="1722922"/>
            <a:ext cx="4734595" cy="366712"/>
          </a:xfrm>
        </p:spPr>
        <p:txBody>
          <a:bodyPr/>
          <a:lstStyle>
            <a:lvl1pPr marL="0" indent="0">
              <a:buNone/>
              <a:defRPr b="1">
                <a:solidFill>
                  <a:schemeClr val="bg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a:t>Pros / Strengths / Internal</a:t>
            </a:r>
            <a:endParaRPr lang="en-GB"/>
          </a:p>
        </p:txBody>
      </p:sp>
      <p:sp>
        <p:nvSpPr>
          <p:cNvPr id="4" name="Text Placeholder 3">
            <a:extLst>
              <a:ext uri="{FF2B5EF4-FFF2-40B4-BE49-F238E27FC236}">
                <a16:creationId xmlns:a16="http://schemas.microsoft.com/office/drawing/2014/main" id="{24F82DDE-FD1F-49DF-A028-1C502C9D490E}"/>
              </a:ext>
            </a:extLst>
          </p:cNvPr>
          <p:cNvSpPr>
            <a:spLocks noGrp="1"/>
          </p:cNvSpPr>
          <p:nvPr>
            <p:ph type="body" sz="quarter" idx="15"/>
          </p:nvPr>
        </p:nvSpPr>
        <p:spPr>
          <a:xfrm>
            <a:off x="924334" y="2528323"/>
            <a:ext cx="4734595" cy="3432525"/>
          </a:xfrm>
        </p:spPr>
        <p:txBody>
          <a:bodyPr/>
          <a:lstStyle>
            <a:lvl1pPr>
              <a:defRPr>
                <a:solidFill>
                  <a:srgbClr val="74787B"/>
                </a:solidFill>
              </a:defRPr>
            </a:lvl1pPr>
            <a:lvl2pPr>
              <a:defRPr>
                <a:solidFill>
                  <a:srgbClr val="74787B"/>
                </a:solidFill>
              </a:defRPr>
            </a:lvl2pPr>
            <a:lvl3pPr>
              <a:defRPr>
                <a:solidFill>
                  <a:srgbClr val="74787B"/>
                </a:solidFill>
              </a:defRPr>
            </a:lvl3pPr>
            <a:lvl4pPr>
              <a:defRPr>
                <a:solidFill>
                  <a:srgbClr val="74787B"/>
                </a:solidFill>
              </a:defRPr>
            </a:lvl4pPr>
            <a:lvl5pPr>
              <a:defRPr>
                <a:solidFill>
                  <a:srgbClr val="74787B"/>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6" name="Freeform: Shape 15">
            <a:extLst>
              <a:ext uri="{FF2B5EF4-FFF2-40B4-BE49-F238E27FC236}">
                <a16:creationId xmlns:a16="http://schemas.microsoft.com/office/drawing/2014/main" id="{72A07CF3-6BC3-4247-B9B7-137FCC4B228B}"/>
              </a:ext>
            </a:extLst>
          </p:cNvPr>
          <p:cNvSpPr/>
          <p:nvPr userDrawn="1"/>
        </p:nvSpPr>
        <p:spPr>
          <a:xfrm>
            <a:off x="6276003" y="2263140"/>
            <a:ext cx="5248733" cy="3913824"/>
          </a:xfrm>
          <a:custGeom>
            <a:avLst/>
            <a:gdLst>
              <a:gd name="connsiteX0" fmla="*/ 0 w 5248733"/>
              <a:gd name="connsiteY0" fmla="*/ 0 h 3913824"/>
              <a:gd name="connsiteX1" fmla="*/ 5248733 w 5248733"/>
              <a:gd name="connsiteY1" fmla="*/ 0 h 3913824"/>
              <a:gd name="connsiteX2" fmla="*/ 5248733 w 5248733"/>
              <a:gd name="connsiteY2" fmla="*/ 3664652 h 3913824"/>
              <a:gd name="connsiteX3" fmla="*/ 5248733 w 5248733"/>
              <a:gd name="connsiteY3" fmla="*/ 3827179 h 3913824"/>
              <a:gd name="connsiteX4" fmla="*/ 5162088 w 5248733"/>
              <a:gd name="connsiteY4" fmla="*/ 3913824 h 3913824"/>
              <a:gd name="connsiteX5" fmla="*/ 86645 w 5248733"/>
              <a:gd name="connsiteY5" fmla="*/ 3913824 h 3913824"/>
              <a:gd name="connsiteX6" fmla="*/ 0 w 5248733"/>
              <a:gd name="connsiteY6" fmla="*/ 3827179 h 3913824"/>
              <a:gd name="connsiteX7" fmla="*/ 0 w 5248733"/>
              <a:gd name="connsiteY7" fmla="*/ 3664652 h 391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8733" h="3913824">
                <a:moveTo>
                  <a:pt x="0" y="0"/>
                </a:moveTo>
                <a:lnTo>
                  <a:pt x="5248733" y="0"/>
                </a:lnTo>
                <a:lnTo>
                  <a:pt x="5248733" y="3664652"/>
                </a:lnTo>
                <a:lnTo>
                  <a:pt x="5248733" y="3827179"/>
                </a:lnTo>
                <a:cubicBezTo>
                  <a:pt x="5248733" y="3875032"/>
                  <a:pt x="5209941" y="3913824"/>
                  <a:pt x="5162088" y="3913824"/>
                </a:cubicBezTo>
                <a:lnTo>
                  <a:pt x="86645" y="3913824"/>
                </a:lnTo>
                <a:cubicBezTo>
                  <a:pt x="38792" y="3913824"/>
                  <a:pt x="0" y="3875032"/>
                  <a:pt x="0" y="3827179"/>
                </a:cubicBezTo>
                <a:lnTo>
                  <a:pt x="0" y="3664652"/>
                </a:lnTo>
                <a:close/>
              </a:path>
            </a:pathLst>
          </a:custGeom>
          <a:solidFill>
            <a:srgbClr val="74787B">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7" name="Freeform: Shape 16">
            <a:extLst>
              <a:ext uri="{FF2B5EF4-FFF2-40B4-BE49-F238E27FC236}">
                <a16:creationId xmlns:a16="http://schemas.microsoft.com/office/drawing/2014/main" id="{F7F412CB-57D2-47C3-95BE-25F9E537DE45}"/>
              </a:ext>
            </a:extLst>
          </p:cNvPr>
          <p:cNvSpPr/>
          <p:nvPr userDrawn="1"/>
        </p:nvSpPr>
        <p:spPr>
          <a:xfrm>
            <a:off x="6276003" y="1457739"/>
            <a:ext cx="5248733" cy="805401"/>
          </a:xfrm>
          <a:custGeom>
            <a:avLst/>
            <a:gdLst>
              <a:gd name="connsiteX0" fmla="*/ 86645 w 5248733"/>
              <a:gd name="connsiteY0" fmla="*/ 0 h 805401"/>
              <a:gd name="connsiteX1" fmla="*/ 5162088 w 5248733"/>
              <a:gd name="connsiteY1" fmla="*/ 0 h 805401"/>
              <a:gd name="connsiteX2" fmla="*/ 5248733 w 5248733"/>
              <a:gd name="connsiteY2" fmla="*/ 86645 h 805401"/>
              <a:gd name="connsiteX3" fmla="*/ 5248733 w 5248733"/>
              <a:gd name="connsiteY3" fmla="*/ 805401 h 805401"/>
              <a:gd name="connsiteX4" fmla="*/ 0 w 5248733"/>
              <a:gd name="connsiteY4" fmla="*/ 805401 h 805401"/>
              <a:gd name="connsiteX5" fmla="*/ 0 w 5248733"/>
              <a:gd name="connsiteY5" fmla="*/ 86645 h 805401"/>
              <a:gd name="connsiteX6" fmla="*/ 86645 w 5248733"/>
              <a:gd name="connsiteY6" fmla="*/ 0 h 805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48733" h="805401">
                <a:moveTo>
                  <a:pt x="86645" y="0"/>
                </a:moveTo>
                <a:lnTo>
                  <a:pt x="5162088" y="0"/>
                </a:lnTo>
                <a:cubicBezTo>
                  <a:pt x="5209941" y="0"/>
                  <a:pt x="5248733" y="38792"/>
                  <a:pt x="5248733" y="86645"/>
                </a:cubicBezTo>
                <a:lnTo>
                  <a:pt x="5248733" y="805401"/>
                </a:lnTo>
                <a:lnTo>
                  <a:pt x="0" y="805401"/>
                </a:lnTo>
                <a:lnTo>
                  <a:pt x="0" y="86645"/>
                </a:lnTo>
                <a:cubicBezTo>
                  <a:pt x="0" y="38792"/>
                  <a:pt x="38792" y="0"/>
                  <a:pt x="86645" y="0"/>
                </a:cubicBezTo>
                <a:close/>
              </a:path>
            </a:pathLst>
          </a:custGeom>
          <a:solidFill>
            <a:srgbClr val="7478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8" name="Text Placeholder 12">
            <a:extLst>
              <a:ext uri="{FF2B5EF4-FFF2-40B4-BE49-F238E27FC236}">
                <a16:creationId xmlns:a16="http://schemas.microsoft.com/office/drawing/2014/main" id="{C51214C1-FC5A-4947-BFAB-EA433A7FF742}"/>
              </a:ext>
            </a:extLst>
          </p:cNvPr>
          <p:cNvSpPr>
            <a:spLocks noGrp="1"/>
          </p:cNvSpPr>
          <p:nvPr>
            <p:ph type="body" sz="quarter" idx="16" hasCustomPrompt="1"/>
          </p:nvPr>
        </p:nvSpPr>
        <p:spPr>
          <a:xfrm>
            <a:off x="6568505" y="1722922"/>
            <a:ext cx="4734595" cy="366712"/>
          </a:xfrm>
        </p:spPr>
        <p:txBody>
          <a:bodyPr/>
          <a:lstStyle>
            <a:lvl1pPr marL="0" indent="0">
              <a:buNone/>
              <a:defRPr b="1">
                <a:solidFill>
                  <a:schemeClr val="bg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a:t>Cons / Weaknesses / External</a:t>
            </a:r>
            <a:endParaRPr lang="en-GB"/>
          </a:p>
        </p:txBody>
      </p:sp>
      <p:sp>
        <p:nvSpPr>
          <p:cNvPr id="19" name="Text Placeholder 3">
            <a:extLst>
              <a:ext uri="{FF2B5EF4-FFF2-40B4-BE49-F238E27FC236}">
                <a16:creationId xmlns:a16="http://schemas.microsoft.com/office/drawing/2014/main" id="{028FB2EA-577D-4D85-BD10-24828949996D}"/>
              </a:ext>
            </a:extLst>
          </p:cNvPr>
          <p:cNvSpPr>
            <a:spLocks noGrp="1"/>
          </p:cNvSpPr>
          <p:nvPr>
            <p:ph type="body" sz="quarter" idx="17"/>
          </p:nvPr>
        </p:nvSpPr>
        <p:spPr>
          <a:xfrm>
            <a:off x="6533071" y="2528323"/>
            <a:ext cx="4734595" cy="3432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806007118"/>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Content Layout F2">
    <p:spTree>
      <p:nvGrpSpPr>
        <p:cNvPr id="1" name=""/>
        <p:cNvGrpSpPr/>
        <p:nvPr/>
      </p:nvGrpSpPr>
      <p:grpSpPr>
        <a:xfrm>
          <a:off x="0" y="0"/>
          <a:ext cx="0" cy="0"/>
          <a:chOff x="0" y="0"/>
          <a:chExt cx="0" cy="0"/>
        </a:xfrm>
      </p:grpSpPr>
      <p:sp>
        <p:nvSpPr>
          <p:cNvPr id="27" name="Freeform: Shape 26">
            <a:extLst>
              <a:ext uri="{FF2B5EF4-FFF2-40B4-BE49-F238E27FC236}">
                <a16:creationId xmlns:a16="http://schemas.microsoft.com/office/drawing/2014/main" id="{98B023A2-8349-4DCF-AB11-249B569E176E}"/>
              </a:ext>
            </a:extLst>
          </p:cNvPr>
          <p:cNvSpPr/>
          <p:nvPr userDrawn="1"/>
        </p:nvSpPr>
        <p:spPr>
          <a:xfrm>
            <a:off x="667266" y="2263140"/>
            <a:ext cx="5248733" cy="3913824"/>
          </a:xfrm>
          <a:custGeom>
            <a:avLst/>
            <a:gdLst>
              <a:gd name="connsiteX0" fmla="*/ 0 w 5248733"/>
              <a:gd name="connsiteY0" fmla="*/ 0 h 3913824"/>
              <a:gd name="connsiteX1" fmla="*/ 5248733 w 5248733"/>
              <a:gd name="connsiteY1" fmla="*/ 0 h 3913824"/>
              <a:gd name="connsiteX2" fmla="*/ 5248733 w 5248733"/>
              <a:gd name="connsiteY2" fmla="*/ 3664652 h 3913824"/>
              <a:gd name="connsiteX3" fmla="*/ 5248733 w 5248733"/>
              <a:gd name="connsiteY3" fmla="*/ 3827179 h 3913824"/>
              <a:gd name="connsiteX4" fmla="*/ 5162088 w 5248733"/>
              <a:gd name="connsiteY4" fmla="*/ 3913824 h 3913824"/>
              <a:gd name="connsiteX5" fmla="*/ 86645 w 5248733"/>
              <a:gd name="connsiteY5" fmla="*/ 3913824 h 3913824"/>
              <a:gd name="connsiteX6" fmla="*/ 0 w 5248733"/>
              <a:gd name="connsiteY6" fmla="*/ 3827179 h 3913824"/>
              <a:gd name="connsiteX7" fmla="*/ 0 w 5248733"/>
              <a:gd name="connsiteY7" fmla="*/ 3664652 h 391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8733" h="3913824">
                <a:moveTo>
                  <a:pt x="0" y="0"/>
                </a:moveTo>
                <a:lnTo>
                  <a:pt x="5248733" y="0"/>
                </a:lnTo>
                <a:lnTo>
                  <a:pt x="5248733" y="3664652"/>
                </a:lnTo>
                <a:lnTo>
                  <a:pt x="5248733" y="3827179"/>
                </a:lnTo>
                <a:cubicBezTo>
                  <a:pt x="5248733" y="3875032"/>
                  <a:pt x="5209941" y="3913824"/>
                  <a:pt x="5162088" y="3913824"/>
                </a:cubicBezTo>
                <a:lnTo>
                  <a:pt x="86645" y="3913824"/>
                </a:lnTo>
                <a:cubicBezTo>
                  <a:pt x="38792" y="3913824"/>
                  <a:pt x="0" y="3875032"/>
                  <a:pt x="0" y="3827179"/>
                </a:cubicBezTo>
                <a:lnTo>
                  <a:pt x="0" y="3664652"/>
                </a:lnTo>
                <a:close/>
              </a:path>
            </a:pathLst>
          </a:custGeom>
          <a:solidFill>
            <a:srgbClr val="74787B">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5" name="Freeform: Shape 24">
            <a:extLst>
              <a:ext uri="{FF2B5EF4-FFF2-40B4-BE49-F238E27FC236}">
                <a16:creationId xmlns:a16="http://schemas.microsoft.com/office/drawing/2014/main" id="{97772112-E0E2-4992-AF10-ACA8363C350B}"/>
              </a:ext>
            </a:extLst>
          </p:cNvPr>
          <p:cNvSpPr/>
          <p:nvPr userDrawn="1"/>
        </p:nvSpPr>
        <p:spPr>
          <a:xfrm>
            <a:off x="667266" y="1457739"/>
            <a:ext cx="5248733" cy="805401"/>
          </a:xfrm>
          <a:custGeom>
            <a:avLst/>
            <a:gdLst>
              <a:gd name="connsiteX0" fmla="*/ 86645 w 5248733"/>
              <a:gd name="connsiteY0" fmla="*/ 0 h 805401"/>
              <a:gd name="connsiteX1" fmla="*/ 5162088 w 5248733"/>
              <a:gd name="connsiteY1" fmla="*/ 0 h 805401"/>
              <a:gd name="connsiteX2" fmla="*/ 5248733 w 5248733"/>
              <a:gd name="connsiteY2" fmla="*/ 86645 h 805401"/>
              <a:gd name="connsiteX3" fmla="*/ 5248733 w 5248733"/>
              <a:gd name="connsiteY3" fmla="*/ 805401 h 805401"/>
              <a:gd name="connsiteX4" fmla="*/ 0 w 5248733"/>
              <a:gd name="connsiteY4" fmla="*/ 805401 h 805401"/>
              <a:gd name="connsiteX5" fmla="*/ 0 w 5248733"/>
              <a:gd name="connsiteY5" fmla="*/ 86645 h 805401"/>
              <a:gd name="connsiteX6" fmla="*/ 86645 w 5248733"/>
              <a:gd name="connsiteY6" fmla="*/ 0 h 805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48733" h="805401">
                <a:moveTo>
                  <a:pt x="86645" y="0"/>
                </a:moveTo>
                <a:lnTo>
                  <a:pt x="5162088" y="0"/>
                </a:lnTo>
                <a:cubicBezTo>
                  <a:pt x="5209941" y="0"/>
                  <a:pt x="5248733" y="38792"/>
                  <a:pt x="5248733" y="86645"/>
                </a:cubicBezTo>
                <a:lnTo>
                  <a:pt x="5248733" y="805401"/>
                </a:lnTo>
                <a:lnTo>
                  <a:pt x="0" y="805401"/>
                </a:lnTo>
                <a:lnTo>
                  <a:pt x="0" y="86645"/>
                </a:lnTo>
                <a:cubicBezTo>
                  <a:pt x="0" y="38792"/>
                  <a:pt x="38792" y="0"/>
                  <a:pt x="86645" y="0"/>
                </a:cubicBezTo>
                <a:close/>
              </a:path>
            </a:pathLst>
          </a:custGeom>
          <a:solidFill>
            <a:srgbClr val="7478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1F9C20-D204-4A61-83D0-C8409FA061FE}"/>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13" name="Text Placeholder 12">
            <a:extLst>
              <a:ext uri="{FF2B5EF4-FFF2-40B4-BE49-F238E27FC236}">
                <a16:creationId xmlns:a16="http://schemas.microsoft.com/office/drawing/2014/main" id="{AA0341ED-91C5-4B51-B2FF-21BE4819BA14}"/>
              </a:ext>
            </a:extLst>
          </p:cNvPr>
          <p:cNvSpPr>
            <a:spLocks noGrp="1"/>
          </p:cNvSpPr>
          <p:nvPr>
            <p:ph type="body" sz="quarter" idx="13" hasCustomPrompt="1"/>
          </p:nvPr>
        </p:nvSpPr>
        <p:spPr>
          <a:xfrm>
            <a:off x="959768" y="1722922"/>
            <a:ext cx="4734595" cy="366712"/>
          </a:xfrm>
        </p:spPr>
        <p:txBody>
          <a:bodyPr/>
          <a:lstStyle>
            <a:lvl1pPr marL="0" indent="0">
              <a:buNone/>
              <a:defRPr b="1">
                <a:solidFill>
                  <a:schemeClr val="bg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a:t>Pros / Strengths / Internal</a:t>
            </a:r>
            <a:endParaRPr lang="en-GB"/>
          </a:p>
        </p:txBody>
      </p:sp>
      <p:sp>
        <p:nvSpPr>
          <p:cNvPr id="4" name="Text Placeholder 3">
            <a:extLst>
              <a:ext uri="{FF2B5EF4-FFF2-40B4-BE49-F238E27FC236}">
                <a16:creationId xmlns:a16="http://schemas.microsoft.com/office/drawing/2014/main" id="{24F82DDE-FD1F-49DF-A028-1C502C9D490E}"/>
              </a:ext>
            </a:extLst>
          </p:cNvPr>
          <p:cNvSpPr>
            <a:spLocks noGrp="1"/>
          </p:cNvSpPr>
          <p:nvPr>
            <p:ph type="body" sz="quarter" idx="15"/>
          </p:nvPr>
        </p:nvSpPr>
        <p:spPr>
          <a:xfrm>
            <a:off x="924334" y="2528323"/>
            <a:ext cx="4734595" cy="3432525"/>
          </a:xfrm>
        </p:spPr>
        <p:txBody>
          <a:bodyPr/>
          <a:lstStyle>
            <a:lvl1pPr>
              <a:defRPr>
                <a:solidFill>
                  <a:srgbClr val="74787B"/>
                </a:solidFill>
              </a:defRPr>
            </a:lvl1pPr>
            <a:lvl2pPr>
              <a:defRPr>
                <a:solidFill>
                  <a:srgbClr val="74787B"/>
                </a:solidFill>
              </a:defRPr>
            </a:lvl2pPr>
            <a:lvl3pPr>
              <a:defRPr>
                <a:solidFill>
                  <a:srgbClr val="74787B"/>
                </a:solidFill>
              </a:defRPr>
            </a:lvl3pPr>
            <a:lvl4pPr>
              <a:defRPr>
                <a:solidFill>
                  <a:srgbClr val="74787B"/>
                </a:solidFill>
              </a:defRPr>
            </a:lvl4pPr>
            <a:lvl5pPr>
              <a:defRPr>
                <a:solidFill>
                  <a:srgbClr val="74787B"/>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6" name="Freeform: Shape 15">
            <a:extLst>
              <a:ext uri="{FF2B5EF4-FFF2-40B4-BE49-F238E27FC236}">
                <a16:creationId xmlns:a16="http://schemas.microsoft.com/office/drawing/2014/main" id="{72A07CF3-6BC3-4247-B9B7-137FCC4B228B}"/>
              </a:ext>
            </a:extLst>
          </p:cNvPr>
          <p:cNvSpPr/>
          <p:nvPr userDrawn="1"/>
        </p:nvSpPr>
        <p:spPr>
          <a:xfrm>
            <a:off x="6276003" y="2263140"/>
            <a:ext cx="5248733" cy="3913824"/>
          </a:xfrm>
          <a:custGeom>
            <a:avLst/>
            <a:gdLst>
              <a:gd name="connsiteX0" fmla="*/ 0 w 5248733"/>
              <a:gd name="connsiteY0" fmla="*/ 0 h 3913824"/>
              <a:gd name="connsiteX1" fmla="*/ 5248733 w 5248733"/>
              <a:gd name="connsiteY1" fmla="*/ 0 h 3913824"/>
              <a:gd name="connsiteX2" fmla="*/ 5248733 w 5248733"/>
              <a:gd name="connsiteY2" fmla="*/ 3664652 h 3913824"/>
              <a:gd name="connsiteX3" fmla="*/ 5248733 w 5248733"/>
              <a:gd name="connsiteY3" fmla="*/ 3827179 h 3913824"/>
              <a:gd name="connsiteX4" fmla="*/ 5162088 w 5248733"/>
              <a:gd name="connsiteY4" fmla="*/ 3913824 h 3913824"/>
              <a:gd name="connsiteX5" fmla="*/ 86645 w 5248733"/>
              <a:gd name="connsiteY5" fmla="*/ 3913824 h 3913824"/>
              <a:gd name="connsiteX6" fmla="*/ 0 w 5248733"/>
              <a:gd name="connsiteY6" fmla="*/ 3827179 h 3913824"/>
              <a:gd name="connsiteX7" fmla="*/ 0 w 5248733"/>
              <a:gd name="connsiteY7" fmla="*/ 3664652 h 391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8733" h="3913824">
                <a:moveTo>
                  <a:pt x="0" y="0"/>
                </a:moveTo>
                <a:lnTo>
                  <a:pt x="5248733" y="0"/>
                </a:lnTo>
                <a:lnTo>
                  <a:pt x="5248733" y="3664652"/>
                </a:lnTo>
                <a:lnTo>
                  <a:pt x="5248733" y="3827179"/>
                </a:lnTo>
                <a:cubicBezTo>
                  <a:pt x="5248733" y="3875032"/>
                  <a:pt x="5209941" y="3913824"/>
                  <a:pt x="5162088" y="3913824"/>
                </a:cubicBezTo>
                <a:lnTo>
                  <a:pt x="86645" y="3913824"/>
                </a:lnTo>
                <a:cubicBezTo>
                  <a:pt x="38792" y="3913824"/>
                  <a:pt x="0" y="3875032"/>
                  <a:pt x="0" y="3827179"/>
                </a:cubicBezTo>
                <a:lnTo>
                  <a:pt x="0" y="3664652"/>
                </a:lnTo>
                <a:close/>
              </a:path>
            </a:pathLst>
          </a:custGeom>
          <a:solidFill>
            <a:srgbClr val="74787B">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7" name="Freeform: Shape 16">
            <a:extLst>
              <a:ext uri="{FF2B5EF4-FFF2-40B4-BE49-F238E27FC236}">
                <a16:creationId xmlns:a16="http://schemas.microsoft.com/office/drawing/2014/main" id="{F7F412CB-57D2-47C3-95BE-25F9E537DE45}"/>
              </a:ext>
            </a:extLst>
          </p:cNvPr>
          <p:cNvSpPr/>
          <p:nvPr userDrawn="1"/>
        </p:nvSpPr>
        <p:spPr>
          <a:xfrm>
            <a:off x="6276003" y="1457739"/>
            <a:ext cx="5248733" cy="805401"/>
          </a:xfrm>
          <a:custGeom>
            <a:avLst/>
            <a:gdLst>
              <a:gd name="connsiteX0" fmla="*/ 86645 w 5248733"/>
              <a:gd name="connsiteY0" fmla="*/ 0 h 805401"/>
              <a:gd name="connsiteX1" fmla="*/ 5162088 w 5248733"/>
              <a:gd name="connsiteY1" fmla="*/ 0 h 805401"/>
              <a:gd name="connsiteX2" fmla="*/ 5248733 w 5248733"/>
              <a:gd name="connsiteY2" fmla="*/ 86645 h 805401"/>
              <a:gd name="connsiteX3" fmla="*/ 5248733 w 5248733"/>
              <a:gd name="connsiteY3" fmla="*/ 805401 h 805401"/>
              <a:gd name="connsiteX4" fmla="*/ 0 w 5248733"/>
              <a:gd name="connsiteY4" fmla="*/ 805401 h 805401"/>
              <a:gd name="connsiteX5" fmla="*/ 0 w 5248733"/>
              <a:gd name="connsiteY5" fmla="*/ 86645 h 805401"/>
              <a:gd name="connsiteX6" fmla="*/ 86645 w 5248733"/>
              <a:gd name="connsiteY6" fmla="*/ 0 h 805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48733" h="805401">
                <a:moveTo>
                  <a:pt x="86645" y="0"/>
                </a:moveTo>
                <a:lnTo>
                  <a:pt x="5162088" y="0"/>
                </a:lnTo>
                <a:cubicBezTo>
                  <a:pt x="5209941" y="0"/>
                  <a:pt x="5248733" y="38792"/>
                  <a:pt x="5248733" y="86645"/>
                </a:cubicBezTo>
                <a:lnTo>
                  <a:pt x="5248733" y="805401"/>
                </a:lnTo>
                <a:lnTo>
                  <a:pt x="0" y="805401"/>
                </a:lnTo>
                <a:lnTo>
                  <a:pt x="0" y="86645"/>
                </a:lnTo>
                <a:cubicBezTo>
                  <a:pt x="0" y="38792"/>
                  <a:pt x="38792" y="0"/>
                  <a:pt x="86645" y="0"/>
                </a:cubicBezTo>
                <a:close/>
              </a:path>
            </a:pathLst>
          </a:custGeom>
          <a:solidFill>
            <a:srgbClr val="7478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8" name="Text Placeholder 12">
            <a:extLst>
              <a:ext uri="{FF2B5EF4-FFF2-40B4-BE49-F238E27FC236}">
                <a16:creationId xmlns:a16="http://schemas.microsoft.com/office/drawing/2014/main" id="{C51214C1-FC5A-4947-BFAB-EA433A7FF742}"/>
              </a:ext>
            </a:extLst>
          </p:cNvPr>
          <p:cNvSpPr>
            <a:spLocks noGrp="1"/>
          </p:cNvSpPr>
          <p:nvPr>
            <p:ph type="body" sz="quarter" idx="16" hasCustomPrompt="1"/>
          </p:nvPr>
        </p:nvSpPr>
        <p:spPr>
          <a:xfrm>
            <a:off x="6568505" y="1722922"/>
            <a:ext cx="4734595" cy="366712"/>
          </a:xfrm>
        </p:spPr>
        <p:txBody>
          <a:bodyPr/>
          <a:lstStyle>
            <a:lvl1pPr marL="0" indent="0">
              <a:buNone/>
              <a:defRPr b="1">
                <a:solidFill>
                  <a:schemeClr val="bg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a:t>Cons / Weaknesses / External</a:t>
            </a:r>
            <a:endParaRPr lang="en-GB"/>
          </a:p>
        </p:txBody>
      </p:sp>
      <p:sp>
        <p:nvSpPr>
          <p:cNvPr id="19" name="Text Placeholder 3">
            <a:extLst>
              <a:ext uri="{FF2B5EF4-FFF2-40B4-BE49-F238E27FC236}">
                <a16:creationId xmlns:a16="http://schemas.microsoft.com/office/drawing/2014/main" id="{028FB2EA-577D-4D85-BD10-24828949996D}"/>
              </a:ext>
            </a:extLst>
          </p:cNvPr>
          <p:cNvSpPr>
            <a:spLocks noGrp="1"/>
          </p:cNvSpPr>
          <p:nvPr>
            <p:ph type="body" sz="quarter" idx="17"/>
          </p:nvPr>
        </p:nvSpPr>
        <p:spPr>
          <a:xfrm>
            <a:off x="6533071" y="2528323"/>
            <a:ext cx="4734595" cy="3432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1" name="Subtitle 2">
            <a:extLst>
              <a:ext uri="{FF2B5EF4-FFF2-40B4-BE49-F238E27FC236}">
                <a16:creationId xmlns:a16="http://schemas.microsoft.com/office/drawing/2014/main" id="{9B0855DF-E694-41B9-A5D4-5C65699A9732}"/>
              </a:ext>
            </a:extLst>
          </p:cNvPr>
          <p:cNvSpPr>
            <a:spLocks noGrp="1"/>
          </p:cNvSpPr>
          <p:nvPr>
            <p:ph type="subTitle" idx="11"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Tree>
    <p:extLst>
      <p:ext uri="{BB962C8B-B14F-4D97-AF65-F5344CB8AC3E}">
        <p14:creationId xmlns:p14="http://schemas.microsoft.com/office/powerpoint/2010/main" val="2292283250"/>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Content Layout G1">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1F9C20-D204-4A61-83D0-C8409FA061FE}"/>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21" name="Subtitle 2">
            <a:extLst>
              <a:ext uri="{FF2B5EF4-FFF2-40B4-BE49-F238E27FC236}">
                <a16:creationId xmlns:a16="http://schemas.microsoft.com/office/drawing/2014/main" id="{9B0855DF-E694-41B9-A5D4-5C65699A9732}"/>
              </a:ext>
            </a:extLst>
          </p:cNvPr>
          <p:cNvSpPr>
            <a:spLocks noGrp="1"/>
          </p:cNvSpPr>
          <p:nvPr>
            <p:ph type="subTitle" idx="11"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
        <p:nvSpPr>
          <p:cNvPr id="2" name="Oval 1">
            <a:extLst>
              <a:ext uri="{FF2B5EF4-FFF2-40B4-BE49-F238E27FC236}">
                <a16:creationId xmlns:a16="http://schemas.microsoft.com/office/drawing/2014/main" id="{87905A31-6F13-487C-93F5-374E6F710A39}"/>
              </a:ext>
            </a:extLst>
          </p:cNvPr>
          <p:cNvSpPr/>
          <p:nvPr userDrawn="1"/>
        </p:nvSpPr>
        <p:spPr>
          <a:xfrm>
            <a:off x="790241" y="2118492"/>
            <a:ext cx="3040732" cy="3040732"/>
          </a:xfrm>
          <a:prstGeom prst="ellipse">
            <a:avLst/>
          </a:prstGeom>
          <a:solidFill>
            <a:srgbClr val="CB33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Oval 19">
            <a:extLst>
              <a:ext uri="{FF2B5EF4-FFF2-40B4-BE49-F238E27FC236}">
                <a16:creationId xmlns:a16="http://schemas.microsoft.com/office/drawing/2014/main" id="{87F230A8-11AD-44CF-86AB-B285709282BC}"/>
              </a:ext>
            </a:extLst>
          </p:cNvPr>
          <p:cNvSpPr/>
          <p:nvPr userDrawn="1"/>
        </p:nvSpPr>
        <p:spPr>
          <a:xfrm>
            <a:off x="8530555" y="2118492"/>
            <a:ext cx="3040732" cy="3040732"/>
          </a:xfrm>
          <a:prstGeom prst="ellipse">
            <a:avLst/>
          </a:prstGeom>
          <a:solidFill>
            <a:srgbClr val="7478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Oval 21">
            <a:extLst>
              <a:ext uri="{FF2B5EF4-FFF2-40B4-BE49-F238E27FC236}">
                <a16:creationId xmlns:a16="http://schemas.microsoft.com/office/drawing/2014/main" id="{C0AE51C6-E68D-4580-A6D9-5E2B30DA7413}"/>
              </a:ext>
            </a:extLst>
          </p:cNvPr>
          <p:cNvSpPr/>
          <p:nvPr userDrawn="1"/>
        </p:nvSpPr>
        <p:spPr>
          <a:xfrm>
            <a:off x="4660398" y="2118492"/>
            <a:ext cx="3040732" cy="3040732"/>
          </a:xfrm>
          <a:prstGeom prst="ellipse">
            <a:avLst/>
          </a:prstGeom>
          <a:solidFill>
            <a:srgbClr val="3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7">
            <a:extLst>
              <a:ext uri="{FF2B5EF4-FFF2-40B4-BE49-F238E27FC236}">
                <a16:creationId xmlns:a16="http://schemas.microsoft.com/office/drawing/2014/main" id="{2E5C83BC-E2F2-48C7-B9E1-5C07E6A746EB}"/>
              </a:ext>
            </a:extLst>
          </p:cNvPr>
          <p:cNvSpPr>
            <a:spLocks noGrp="1"/>
          </p:cNvSpPr>
          <p:nvPr>
            <p:ph type="body" sz="quarter" idx="12"/>
          </p:nvPr>
        </p:nvSpPr>
        <p:spPr>
          <a:xfrm>
            <a:off x="1239044" y="2567295"/>
            <a:ext cx="2143125" cy="2143125"/>
          </a:xfrm>
        </p:spPr>
        <p:txBody>
          <a:bodyPr anchor="ctr">
            <a:normAutofit/>
          </a:bodyPr>
          <a:lstStyle>
            <a:lvl1pPr marL="0" indent="0" algn="ctr">
              <a:buNone/>
              <a:defRPr sz="20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a:t>
            </a:r>
            <a:endParaRPr lang="en-GB"/>
          </a:p>
        </p:txBody>
      </p:sp>
      <p:sp>
        <p:nvSpPr>
          <p:cNvPr id="23" name="Text Placeholder 7">
            <a:extLst>
              <a:ext uri="{FF2B5EF4-FFF2-40B4-BE49-F238E27FC236}">
                <a16:creationId xmlns:a16="http://schemas.microsoft.com/office/drawing/2014/main" id="{163A6657-099C-4167-939E-CB2CA839C70A}"/>
              </a:ext>
            </a:extLst>
          </p:cNvPr>
          <p:cNvSpPr>
            <a:spLocks noGrp="1"/>
          </p:cNvSpPr>
          <p:nvPr>
            <p:ph type="body" sz="quarter" idx="13"/>
          </p:nvPr>
        </p:nvSpPr>
        <p:spPr>
          <a:xfrm>
            <a:off x="5109201" y="2567295"/>
            <a:ext cx="2143125" cy="2143125"/>
          </a:xfrm>
        </p:spPr>
        <p:txBody>
          <a:bodyPr anchor="ctr">
            <a:normAutofit/>
          </a:bodyPr>
          <a:lstStyle>
            <a:lvl1pPr marL="0" indent="0" algn="ctr">
              <a:buNone/>
              <a:defRPr sz="20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a:t>
            </a:r>
            <a:endParaRPr lang="en-GB"/>
          </a:p>
        </p:txBody>
      </p:sp>
      <p:sp>
        <p:nvSpPr>
          <p:cNvPr id="24" name="Text Placeholder 7">
            <a:extLst>
              <a:ext uri="{FF2B5EF4-FFF2-40B4-BE49-F238E27FC236}">
                <a16:creationId xmlns:a16="http://schemas.microsoft.com/office/drawing/2014/main" id="{AFEF55FD-2696-4617-B47F-B0641384E2EC}"/>
              </a:ext>
            </a:extLst>
          </p:cNvPr>
          <p:cNvSpPr>
            <a:spLocks noGrp="1"/>
          </p:cNvSpPr>
          <p:nvPr>
            <p:ph type="body" sz="quarter" idx="14"/>
          </p:nvPr>
        </p:nvSpPr>
        <p:spPr>
          <a:xfrm>
            <a:off x="8979358" y="2567294"/>
            <a:ext cx="2143125" cy="2143125"/>
          </a:xfrm>
        </p:spPr>
        <p:txBody>
          <a:bodyPr anchor="ctr">
            <a:normAutofit/>
          </a:bodyPr>
          <a:lstStyle>
            <a:lvl1pPr marL="0" indent="0" algn="ctr">
              <a:buNone/>
              <a:defRPr sz="20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a:t>
            </a:r>
            <a:endParaRPr lang="en-GB"/>
          </a:p>
        </p:txBody>
      </p:sp>
      <p:cxnSp>
        <p:nvCxnSpPr>
          <p:cNvPr id="14" name="Straight Connector 13">
            <a:extLst>
              <a:ext uri="{FF2B5EF4-FFF2-40B4-BE49-F238E27FC236}">
                <a16:creationId xmlns:a16="http://schemas.microsoft.com/office/drawing/2014/main" id="{063475AF-D2F8-43A0-8ACF-E051E1587A00}"/>
              </a:ext>
            </a:extLst>
          </p:cNvPr>
          <p:cNvCxnSpPr>
            <a:cxnSpLocks/>
          </p:cNvCxnSpPr>
          <p:nvPr userDrawn="1"/>
        </p:nvCxnSpPr>
        <p:spPr>
          <a:xfrm>
            <a:off x="3888123" y="3657600"/>
            <a:ext cx="695325" cy="0"/>
          </a:xfrm>
          <a:prstGeom prst="line">
            <a:avLst/>
          </a:prstGeom>
          <a:ln w="19050">
            <a:solidFill>
              <a:srgbClr val="97999B"/>
            </a:solidFill>
            <a:prstDash val="dash"/>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7C6C2C1-283F-477B-8562-9B58C474CAD6}"/>
              </a:ext>
            </a:extLst>
          </p:cNvPr>
          <p:cNvCxnSpPr>
            <a:cxnSpLocks/>
          </p:cNvCxnSpPr>
          <p:nvPr userDrawn="1"/>
        </p:nvCxnSpPr>
        <p:spPr>
          <a:xfrm>
            <a:off x="7768555" y="3657600"/>
            <a:ext cx="695325" cy="0"/>
          </a:xfrm>
          <a:prstGeom prst="line">
            <a:avLst/>
          </a:prstGeom>
          <a:ln w="19050">
            <a:solidFill>
              <a:srgbClr val="97999B"/>
            </a:solidFill>
            <a:prstDash val="dash"/>
          </a:ln>
        </p:spPr>
        <p:style>
          <a:lnRef idx="1">
            <a:schemeClr val="accent1"/>
          </a:lnRef>
          <a:fillRef idx="0">
            <a:schemeClr val="accent1"/>
          </a:fillRef>
          <a:effectRef idx="0">
            <a:schemeClr val="accent1"/>
          </a:effectRef>
          <a:fontRef idx="minor">
            <a:schemeClr val="tx1"/>
          </a:fontRef>
        </p:style>
      </p:cxnSp>
      <p:sp>
        <p:nvSpPr>
          <p:cNvPr id="16" name="Text Placeholder 33">
            <a:extLst>
              <a:ext uri="{FF2B5EF4-FFF2-40B4-BE49-F238E27FC236}">
                <a16:creationId xmlns:a16="http://schemas.microsoft.com/office/drawing/2014/main" id="{8DDE272A-12B1-4738-A42F-55248413B46A}"/>
              </a:ext>
            </a:extLst>
          </p:cNvPr>
          <p:cNvSpPr>
            <a:spLocks noGrp="1"/>
          </p:cNvSpPr>
          <p:nvPr>
            <p:ph type="body" sz="quarter" idx="18" hasCustomPrompt="1"/>
          </p:nvPr>
        </p:nvSpPr>
        <p:spPr>
          <a:xfrm>
            <a:off x="667266" y="1473157"/>
            <a:ext cx="5429250" cy="298207"/>
          </a:xfrm>
        </p:spPr>
        <p:txBody>
          <a:bodyPr/>
          <a:lstStyle>
            <a:lvl1pPr marL="0" indent="0">
              <a:buNone/>
              <a:defRPr b="1">
                <a:solidFill>
                  <a:srgbClr val="334EA2"/>
                </a:solidFill>
              </a:defRPr>
            </a:lvl1pPr>
          </a:lstStyle>
          <a:p>
            <a:pPr lvl="0"/>
            <a:r>
              <a:rPr lang="en-US"/>
              <a:t>Chart Title</a:t>
            </a:r>
            <a:endParaRPr lang="en-GB"/>
          </a:p>
        </p:txBody>
      </p:sp>
    </p:spTree>
    <p:extLst>
      <p:ext uri="{BB962C8B-B14F-4D97-AF65-F5344CB8AC3E}">
        <p14:creationId xmlns:p14="http://schemas.microsoft.com/office/powerpoint/2010/main" val="1954523448"/>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Content Layout H1">
    <p:spTree>
      <p:nvGrpSpPr>
        <p:cNvPr id="1" name=""/>
        <p:cNvGrpSpPr/>
        <p:nvPr/>
      </p:nvGrpSpPr>
      <p:grpSpPr>
        <a:xfrm>
          <a:off x="0" y="0"/>
          <a:ext cx="0" cy="0"/>
          <a:chOff x="0" y="0"/>
          <a:chExt cx="0" cy="0"/>
        </a:xfrm>
      </p:grpSpPr>
      <p:cxnSp>
        <p:nvCxnSpPr>
          <p:cNvPr id="36" name="Straight Connector 35">
            <a:extLst>
              <a:ext uri="{FF2B5EF4-FFF2-40B4-BE49-F238E27FC236}">
                <a16:creationId xmlns:a16="http://schemas.microsoft.com/office/drawing/2014/main" id="{C5A850D7-C4BC-4FE7-9A07-924D2F1B5F08}"/>
              </a:ext>
            </a:extLst>
          </p:cNvPr>
          <p:cNvCxnSpPr/>
          <p:nvPr userDrawn="1"/>
        </p:nvCxnSpPr>
        <p:spPr>
          <a:xfrm>
            <a:off x="6004559" y="3620110"/>
            <a:ext cx="504000" cy="0"/>
          </a:xfrm>
          <a:prstGeom prst="line">
            <a:avLst/>
          </a:prstGeom>
          <a:ln w="15875">
            <a:solidFill>
              <a:srgbClr val="74787B"/>
            </a:solidFill>
            <a:prstDash val="dash"/>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524187C4-A75E-410F-A420-C487ED5F46E1}"/>
              </a:ext>
            </a:extLst>
          </p:cNvPr>
          <p:cNvCxnSpPr/>
          <p:nvPr userDrawn="1"/>
        </p:nvCxnSpPr>
        <p:spPr>
          <a:xfrm>
            <a:off x="8808126" y="3620110"/>
            <a:ext cx="504000" cy="0"/>
          </a:xfrm>
          <a:prstGeom prst="line">
            <a:avLst/>
          </a:prstGeom>
          <a:ln w="15875">
            <a:solidFill>
              <a:srgbClr val="74787B"/>
            </a:solidFill>
            <a:prstDash val="dash"/>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92045E4-F98C-4480-9B42-7A6C18C64863}"/>
              </a:ext>
            </a:extLst>
          </p:cNvPr>
          <p:cNvCxnSpPr/>
          <p:nvPr userDrawn="1"/>
        </p:nvCxnSpPr>
        <p:spPr>
          <a:xfrm>
            <a:off x="3168650" y="3638855"/>
            <a:ext cx="504000" cy="0"/>
          </a:xfrm>
          <a:prstGeom prst="line">
            <a:avLst/>
          </a:prstGeom>
          <a:ln w="15875">
            <a:solidFill>
              <a:srgbClr val="74787B"/>
            </a:solidFill>
            <a:prstDash val="dash"/>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1F9C20-D204-4A61-83D0-C8409FA061FE}"/>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21" name="Subtitle 2">
            <a:extLst>
              <a:ext uri="{FF2B5EF4-FFF2-40B4-BE49-F238E27FC236}">
                <a16:creationId xmlns:a16="http://schemas.microsoft.com/office/drawing/2014/main" id="{9B0855DF-E694-41B9-A5D4-5C65699A9732}"/>
              </a:ext>
            </a:extLst>
          </p:cNvPr>
          <p:cNvSpPr>
            <a:spLocks noGrp="1"/>
          </p:cNvSpPr>
          <p:nvPr>
            <p:ph type="subTitle" idx="11"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
        <p:nvSpPr>
          <p:cNvPr id="2" name="Oval 1">
            <a:extLst>
              <a:ext uri="{FF2B5EF4-FFF2-40B4-BE49-F238E27FC236}">
                <a16:creationId xmlns:a16="http://schemas.microsoft.com/office/drawing/2014/main" id="{87905A31-6F13-487C-93F5-374E6F710A39}"/>
              </a:ext>
            </a:extLst>
          </p:cNvPr>
          <p:cNvSpPr/>
          <p:nvPr userDrawn="1"/>
        </p:nvSpPr>
        <p:spPr>
          <a:xfrm>
            <a:off x="790241" y="2411794"/>
            <a:ext cx="2454123" cy="2454123"/>
          </a:xfrm>
          <a:prstGeom prst="ellipse">
            <a:avLst/>
          </a:prstGeom>
          <a:solidFill>
            <a:srgbClr val="E3E4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7">
            <a:extLst>
              <a:ext uri="{FF2B5EF4-FFF2-40B4-BE49-F238E27FC236}">
                <a16:creationId xmlns:a16="http://schemas.microsoft.com/office/drawing/2014/main" id="{2E5C83BC-E2F2-48C7-B9E1-5C07E6A746EB}"/>
              </a:ext>
            </a:extLst>
          </p:cNvPr>
          <p:cNvSpPr>
            <a:spLocks noGrp="1"/>
          </p:cNvSpPr>
          <p:nvPr>
            <p:ph type="body" sz="quarter" idx="12"/>
          </p:nvPr>
        </p:nvSpPr>
        <p:spPr>
          <a:xfrm>
            <a:off x="1152462" y="2774015"/>
            <a:ext cx="1729680" cy="1729680"/>
          </a:xfrm>
        </p:spPr>
        <p:txBody>
          <a:bodyPr anchor="ctr">
            <a:normAutofit/>
          </a:bodyPr>
          <a:lstStyle>
            <a:lvl1pPr marL="0" indent="0" algn="ctr">
              <a:buNone/>
              <a:defRPr sz="2000">
                <a:solidFill>
                  <a:srgbClr val="74787B"/>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a:t>
            </a:r>
            <a:endParaRPr lang="en-GB"/>
          </a:p>
        </p:txBody>
      </p:sp>
      <p:sp>
        <p:nvSpPr>
          <p:cNvPr id="26" name="Oval 25">
            <a:extLst>
              <a:ext uri="{FF2B5EF4-FFF2-40B4-BE49-F238E27FC236}">
                <a16:creationId xmlns:a16="http://schemas.microsoft.com/office/drawing/2014/main" id="{C4F2ED8E-5FAD-4A60-99DC-9C6AF3E5E3E6}"/>
              </a:ext>
            </a:extLst>
          </p:cNvPr>
          <p:cNvSpPr/>
          <p:nvPr userDrawn="1"/>
        </p:nvSpPr>
        <p:spPr>
          <a:xfrm>
            <a:off x="3613936" y="2411793"/>
            <a:ext cx="2454123" cy="2454123"/>
          </a:xfrm>
          <a:prstGeom prst="ellipse">
            <a:avLst/>
          </a:prstGeom>
          <a:solidFill>
            <a:srgbClr val="E3E4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Text Placeholder 7">
            <a:extLst>
              <a:ext uri="{FF2B5EF4-FFF2-40B4-BE49-F238E27FC236}">
                <a16:creationId xmlns:a16="http://schemas.microsoft.com/office/drawing/2014/main" id="{636F485A-9F66-4673-8BA9-5D5D450960CF}"/>
              </a:ext>
            </a:extLst>
          </p:cNvPr>
          <p:cNvSpPr>
            <a:spLocks noGrp="1"/>
          </p:cNvSpPr>
          <p:nvPr>
            <p:ph type="body" sz="quarter" idx="13"/>
          </p:nvPr>
        </p:nvSpPr>
        <p:spPr>
          <a:xfrm>
            <a:off x="3976157" y="2774014"/>
            <a:ext cx="1729680" cy="1729680"/>
          </a:xfrm>
        </p:spPr>
        <p:txBody>
          <a:bodyPr anchor="ctr">
            <a:normAutofit/>
          </a:bodyPr>
          <a:lstStyle>
            <a:lvl1pPr marL="0" indent="0" algn="ctr">
              <a:buNone/>
              <a:defRPr sz="2000">
                <a:solidFill>
                  <a:srgbClr val="74787B"/>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a:t>
            </a:r>
            <a:endParaRPr lang="en-GB"/>
          </a:p>
        </p:txBody>
      </p:sp>
      <p:sp>
        <p:nvSpPr>
          <p:cNvPr id="30" name="Oval 29">
            <a:extLst>
              <a:ext uri="{FF2B5EF4-FFF2-40B4-BE49-F238E27FC236}">
                <a16:creationId xmlns:a16="http://schemas.microsoft.com/office/drawing/2014/main" id="{6D595F1A-A5C7-4FB9-920C-A40F6A085AAA}"/>
              </a:ext>
            </a:extLst>
          </p:cNvPr>
          <p:cNvSpPr/>
          <p:nvPr userDrawn="1"/>
        </p:nvSpPr>
        <p:spPr>
          <a:xfrm>
            <a:off x="6437631" y="2411793"/>
            <a:ext cx="2454123" cy="2454123"/>
          </a:xfrm>
          <a:prstGeom prst="ellipse">
            <a:avLst/>
          </a:prstGeom>
          <a:solidFill>
            <a:srgbClr val="E3E4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Text Placeholder 7">
            <a:extLst>
              <a:ext uri="{FF2B5EF4-FFF2-40B4-BE49-F238E27FC236}">
                <a16:creationId xmlns:a16="http://schemas.microsoft.com/office/drawing/2014/main" id="{F725F02B-E884-4554-935D-5EFDAB6DF5E8}"/>
              </a:ext>
            </a:extLst>
          </p:cNvPr>
          <p:cNvSpPr>
            <a:spLocks noGrp="1"/>
          </p:cNvSpPr>
          <p:nvPr>
            <p:ph type="body" sz="quarter" idx="14"/>
          </p:nvPr>
        </p:nvSpPr>
        <p:spPr>
          <a:xfrm>
            <a:off x="6799852" y="2774014"/>
            <a:ext cx="1729680" cy="1729680"/>
          </a:xfrm>
        </p:spPr>
        <p:txBody>
          <a:bodyPr anchor="ctr">
            <a:normAutofit/>
          </a:bodyPr>
          <a:lstStyle>
            <a:lvl1pPr marL="0" indent="0" algn="ctr">
              <a:buNone/>
              <a:defRPr sz="2000">
                <a:solidFill>
                  <a:srgbClr val="74787B"/>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a:t>
            </a:r>
            <a:endParaRPr lang="en-GB"/>
          </a:p>
        </p:txBody>
      </p:sp>
      <p:sp>
        <p:nvSpPr>
          <p:cNvPr id="33" name="Oval 32">
            <a:extLst>
              <a:ext uri="{FF2B5EF4-FFF2-40B4-BE49-F238E27FC236}">
                <a16:creationId xmlns:a16="http://schemas.microsoft.com/office/drawing/2014/main" id="{0443A7AF-D79B-4712-BB1B-4040B3FFBA50}"/>
              </a:ext>
            </a:extLst>
          </p:cNvPr>
          <p:cNvSpPr/>
          <p:nvPr userDrawn="1"/>
        </p:nvSpPr>
        <p:spPr>
          <a:xfrm>
            <a:off x="9261326" y="2411793"/>
            <a:ext cx="2454123" cy="2454123"/>
          </a:xfrm>
          <a:prstGeom prst="ellipse">
            <a:avLst/>
          </a:prstGeom>
          <a:solidFill>
            <a:srgbClr val="E3E4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Text Placeholder 7">
            <a:extLst>
              <a:ext uri="{FF2B5EF4-FFF2-40B4-BE49-F238E27FC236}">
                <a16:creationId xmlns:a16="http://schemas.microsoft.com/office/drawing/2014/main" id="{A9B4AD9E-F446-40BC-B715-52F22515349D}"/>
              </a:ext>
            </a:extLst>
          </p:cNvPr>
          <p:cNvSpPr>
            <a:spLocks noGrp="1"/>
          </p:cNvSpPr>
          <p:nvPr>
            <p:ph type="body" sz="quarter" idx="15"/>
          </p:nvPr>
        </p:nvSpPr>
        <p:spPr>
          <a:xfrm>
            <a:off x="9623547" y="2774014"/>
            <a:ext cx="1729680" cy="1729680"/>
          </a:xfrm>
        </p:spPr>
        <p:txBody>
          <a:bodyPr anchor="ctr">
            <a:normAutofit/>
          </a:bodyPr>
          <a:lstStyle>
            <a:lvl1pPr marL="0" indent="0" algn="ctr">
              <a:buNone/>
              <a:defRPr sz="2000">
                <a:solidFill>
                  <a:srgbClr val="74787B"/>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a:t>
            </a:r>
            <a:endParaRPr lang="en-GB"/>
          </a:p>
        </p:txBody>
      </p:sp>
      <p:sp>
        <p:nvSpPr>
          <p:cNvPr id="17" name="Text Placeholder 33">
            <a:extLst>
              <a:ext uri="{FF2B5EF4-FFF2-40B4-BE49-F238E27FC236}">
                <a16:creationId xmlns:a16="http://schemas.microsoft.com/office/drawing/2014/main" id="{5A1F9C0F-918B-413B-B862-CA9479FA5F2B}"/>
              </a:ext>
            </a:extLst>
          </p:cNvPr>
          <p:cNvSpPr>
            <a:spLocks noGrp="1"/>
          </p:cNvSpPr>
          <p:nvPr>
            <p:ph type="body" sz="quarter" idx="18" hasCustomPrompt="1"/>
          </p:nvPr>
        </p:nvSpPr>
        <p:spPr>
          <a:xfrm>
            <a:off x="667266" y="1473157"/>
            <a:ext cx="5429250" cy="298207"/>
          </a:xfrm>
        </p:spPr>
        <p:txBody>
          <a:bodyPr/>
          <a:lstStyle>
            <a:lvl1pPr marL="0" indent="0">
              <a:buNone/>
              <a:defRPr b="1">
                <a:solidFill>
                  <a:srgbClr val="334EA2"/>
                </a:solidFill>
              </a:defRPr>
            </a:lvl1pPr>
          </a:lstStyle>
          <a:p>
            <a:pPr lvl="0"/>
            <a:r>
              <a:rPr lang="en-US"/>
              <a:t>Chart Title</a:t>
            </a:r>
            <a:endParaRPr lang="en-GB"/>
          </a:p>
        </p:txBody>
      </p:sp>
    </p:spTree>
    <p:extLst>
      <p:ext uri="{BB962C8B-B14F-4D97-AF65-F5344CB8AC3E}">
        <p14:creationId xmlns:p14="http://schemas.microsoft.com/office/powerpoint/2010/main" val="1370252432"/>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Process Flow 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349761C-2C0C-4AEA-94EE-37E00DCAD1BC}"/>
              </a:ext>
            </a:extLst>
          </p:cNvPr>
          <p:cNvSpPr>
            <a:spLocks noGrp="1"/>
          </p:cNvSpPr>
          <p:nvPr>
            <p:ph type="sldNum" sz="quarter" idx="10"/>
          </p:nvPr>
        </p:nvSpPr>
        <p:spPr/>
        <p:txBody>
          <a:bodyPr/>
          <a:lstStyle/>
          <a:p>
            <a:fld id="{F9C72FE7-3E28-4995-B4B7-F4CABFB817F3}" type="slidenum">
              <a:rPr lang="en-GB" smtClean="0"/>
              <a:pPr/>
              <a:t>‹#›</a:t>
            </a:fld>
            <a:endParaRPr lang="en-GB"/>
          </a:p>
        </p:txBody>
      </p:sp>
      <p:sp>
        <p:nvSpPr>
          <p:cNvPr id="6" name="Freeform: Shape 5">
            <a:extLst>
              <a:ext uri="{FF2B5EF4-FFF2-40B4-BE49-F238E27FC236}">
                <a16:creationId xmlns:a16="http://schemas.microsoft.com/office/drawing/2014/main" id="{7789F24A-743F-429B-8D4E-86645D122C8B}"/>
              </a:ext>
            </a:extLst>
          </p:cNvPr>
          <p:cNvSpPr/>
          <p:nvPr/>
        </p:nvSpPr>
        <p:spPr>
          <a:xfrm>
            <a:off x="669577" y="2099829"/>
            <a:ext cx="3704380" cy="1027267"/>
          </a:xfrm>
          <a:custGeom>
            <a:avLst/>
            <a:gdLst>
              <a:gd name="connsiteX0" fmla="*/ 166258 w 3597137"/>
              <a:gd name="connsiteY0" fmla="*/ 0 h 997527"/>
              <a:gd name="connsiteX1" fmla="*/ 3169626 w 3597137"/>
              <a:gd name="connsiteY1" fmla="*/ 0 h 997527"/>
              <a:gd name="connsiteX2" fmla="*/ 3597137 w 3597137"/>
              <a:gd name="connsiteY2" fmla="*/ 498763 h 997527"/>
              <a:gd name="connsiteX3" fmla="*/ 3169625 w 3597137"/>
              <a:gd name="connsiteY3" fmla="*/ 997527 h 997527"/>
              <a:gd name="connsiteX4" fmla="*/ 166258 w 3597137"/>
              <a:gd name="connsiteY4" fmla="*/ 997527 h 997527"/>
              <a:gd name="connsiteX5" fmla="*/ 0 w 3597137"/>
              <a:gd name="connsiteY5" fmla="*/ 831269 h 997527"/>
              <a:gd name="connsiteX6" fmla="*/ 0 w 3597137"/>
              <a:gd name="connsiteY6" fmla="*/ 166258 h 997527"/>
              <a:gd name="connsiteX7" fmla="*/ 166258 w 3597137"/>
              <a:gd name="connsiteY7" fmla="*/ 0 h 99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97137" h="997527">
                <a:moveTo>
                  <a:pt x="166258" y="0"/>
                </a:moveTo>
                <a:lnTo>
                  <a:pt x="3169626" y="0"/>
                </a:lnTo>
                <a:lnTo>
                  <a:pt x="3597137" y="498763"/>
                </a:lnTo>
                <a:lnTo>
                  <a:pt x="3169625" y="997527"/>
                </a:lnTo>
                <a:lnTo>
                  <a:pt x="166258" y="997527"/>
                </a:lnTo>
                <a:cubicBezTo>
                  <a:pt x="74436" y="997527"/>
                  <a:pt x="0" y="923091"/>
                  <a:pt x="0" y="831269"/>
                </a:cubicBezTo>
                <a:lnTo>
                  <a:pt x="0" y="166258"/>
                </a:lnTo>
                <a:cubicBezTo>
                  <a:pt x="0" y="74436"/>
                  <a:pt x="74436" y="0"/>
                  <a:pt x="166258" y="0"/>
                </a:cubicBezTo>
                <a:close/>
              </a:path>
            </a:pathLst>
          </a:custGeom>
          <a:solidFill>
            <a:srgbClr val="CB333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solidFill>
                <a:schemeClr val="tx1"/>
              </a:solidFill>
            </a:endParaRPr>
          </a:p>
        </p:txBody>
      </p:sp>
      <p:sp>
        <p:nvSpPr>
          <p:cNvPr id="7" name="Freeform: Shape 6">
            <a:extLst>
              <a:ext uri="{FF2B5EF4-FFF2-40B4-BE49-F238E27FC236}">
                <a16:creationId xmlns:a16="http://schemas.microsoft.com/office/drawing/2014/main" id="{A09ED201-65B1-4331-9B92-0D6B98C803DA}"/>
              </a:ext>
            </a:extLst>
          </p:cNvPr>
          <p:cNvSpPr/>
          <p:nvPr/>
        </p:nvSpPr>
        <p:spPr>
          <a:xfrm>
            <a:off x="4376268" y="2099831"/>
            <a:ext cx="3707351" cy="1027267"/>
          </a:xfrm>
          <a:custGeom>
            <a:avLst/>
            <a:gdLst>
              <a:gd name="connsiteX0" fmla="*/ 1 w 3600022"/>
              <a:gd name="connsiteY0" fmla="*/ 0 h 997527"/>
              <a:gd name="connsiteX1" fmla="*/ 3172511 w 3600022"/>
              <a:gd name="connsiteY1" fmla="*/ 0 h 997527"/>
              <a:gd name="connsiteX2" fmla="*/ 3600022 w 3600022"/>
              <a:gd name="connsiteY2" fmla="*/ 498763 h 997527"/>
              <a:gd name="connsiteX3" fmla="*/ 3172510 w 3600022"/>
              <a:gd name="connsiteY3" fmla="*/ 997527 h 997527"/>
              <a:gd name="connsiteX4" fmla="*/ 0 w 3600022"/>
              <a:gd name="connsiteY4" fmla="*/ 997527 h 997527"/>
              <a:gd name="connsiteX5" fmla="*/ 427512 w 3600022"/>
              <a:gd name="connsiteY5" fmla="*/ 498763 h 997527"/>
              <a:gd name="connsiteX6" fmla="*/ 1 w 3600022"/>
              <a:gd name="connsiteY6" fmla="*/ 0 h 99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0022" h="997527">
                <a:moveTo>
                  <a:pt x="1" y="0"/>
                </a:moveTo>
                <a:lnTo>
                  <a:pt x="3172511" y="0"/>
                </a:lnTo>
                <a:lnTo>
                  <a:pt x="3600022" y="498763"/>
                </a:lnTo>
                <a:lnTo>
                  <a:pt x="3172510" y="997527"/>
                </a:lnTo>
                <a:lnTo>
                  <a:pt x="0" y="997527"/>
                </a:lnTo>
                <a:lnTo>
                  <a:pt x="427512" y="498763"/>
                </a:lnTo>
                <a:lnTo>
                  <a:pt x="1" y="0"/>
                </a:lnTo>
                <a:close/>
              </a:path>
            </a:pathLst>
          </a:custGeom>
          <a:solidFill>
            <a:srgbClr val="334EA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solidFill>
                <a:schemeClr val="tx1"/>
              </a:solidFill>
            </a:endParaRPr>
          </a:p>
        </p:txBody>
      </p:sp>
      <p:sp>
        <p:nvSpPr>
          <p:cNvPr id="8" name="Freeform: Shape 7">
            <a:extLst>
              <a:ext uri="{FF2B5EF4-FFF2-40B4-BE49-F238E27FC236}">
                <a16:creationId xmlns:a16="http://schemas.microsoft.com/office/drawing/2014/main" id="{D63FEA47-58CA-4EA5-A613-FA39AC9D8AD8}"/>
              </a:ext>
            </a:extLst>
          </p:cNvPr>
          <p:cNvSpPr/>
          <p:nvPr userDrawn="1"/>
        </p:nvSpPr>
        <p:spPr>
          <a:xfrm>
            <a:off x="8083619" y="2099827"/>
            <a:ext cx="3702706" cy="1027267"/>
          </a:xfrm>
          <a:custGeom>
            <a:avLst/>
            <a:gdLst>
              <a:gd name="connsiteX0" fmla="*/ 1 w 3595512"/>
              <a:gd name="connsiteY0" fmla="*/ 0 h 997527"/>
              <a:gd name="connsiteX1" fmla="*/ 3429254 w 3595512"/>
              <a:gd name="connsiteY1" fmla="*/ 0 h 997527"/>
              <a:gd name="connsiteX2" fmla="*/ 3595512 w 3595512"/>
              <a:gd name="connsiteY2" fmla="*/ 166258 h 997527"/>
              <a:gd name="connsiteX3" fmla="*/ 3595512 w 3595512"/>
              <a:gd name="connsiteY3" fmla="*/ 831269 h 997527"/>
              <a:gd name="connsiteX4" fmla="*/ 3429254 w 3595512"/>
              <a:gd name="connsiteY4" fmla="*/ 997527 h 997527"/>
              <a:gd name="connsiteX5" fmla="*/ 0 w 3595512"/>
              <a:gd name="connsiteY5" fmla="*/ 997527 h 997527"/>
              <a:gd name="connsiteX6" fmla="*/ 427512 w 3595512"/>
              <a:gd name="connsiteY6" fmla="*/ 498763 h 997527"/>
              <a:gd name="connsiteX7" fmla="*/ 1 w 3595512"/>
              <a:gd name="connsiteY7" fmla="*/ 0 h 997527"/>
              <a:gd name="connsiteX0" fmla="*/ 1 w 3595512"/>
              <a:gd name="connsiteY0" fmla="*/ 0 h 997527"/>
              <a:gd name="connsiteX1" fmla="*/ 3429254 w 3595512"/>
              <a:gd name="connsiteY1" fmla="*/ 0 h 997527"/>
              <a:gd name="connsiteX2" fmla="*/ 3595512 w 3595512"/>
              <a:gd name="connsiteY2" fmla="*/ 166258 h 997527"/>
              <a:gd name="connsiteX3" fmla="*/ 3595512 w 3595512"/>
              <a:gd name="connsiteY3" fmla="*/ 831269 h 997527"/>
              <a:gd name="connsiteX4" fmla="*/ 3429254 w 3595512"/>
              <a:gd name="connsiteY4" fmla="*/ 997527 h 997527"/>
              <a:gd name="connsiteX5" fmla="*/ 0 w 3595512"/>
              <a:gd name="connsiteY5" fmla="*/ 997527 h 997527"/>
              <a:gd name="connsiteX6" fmla="*/ 427512 w 3595512"/>
              <a:gd name="connsiteY6" fmla="*/ 498763 h 997527"/>
              <a:gd name="connsiteX7" fmla="*/ 1 w 3595512"/>
              <a:gd name="connsiteY7" fmla="*/ 0 h 99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95512" h="997527">
                <a:moveTo>
                  <a:pt x="1" y="0"/>
                </a:moveTo>
                <a:lnTo>
                  <a:pt x="3429254" y="0"/>
                </a:lnTo>
                <a:cubicBezTo>
                  <a:pt x="3521076" y="0"/>
                  <a:pt x="3595512" y="74436"/>
                  <a:pt x="3595512" y="166258"/>
                </a:cubicBezTo>
                <a:lnTo>
                  <a:pt x="3595512" y="831269"/>
                </a:lnTo>
                <a:cubicBezTo>
                  <a:pt x="3595512" y="923091"/>
                  <a:pt x="3521076" y="997527"/>
                  <a:pt x="3429254" y="997527"/>
                </a:cubicBezTo>
                <a:lnTo>
                  <a:pt x="0" y="997527"/>
                </a:lnTo>
                <a:lnTo>
                  <a:pt x="427512" y="498763"/>
                </a:lnTo>
                <a:lnTo>
                  <a:pt x="1" y="0"/>
                </a:lnTo>
                <a:close/>
              </a:path>
            </a:pathLst>
          </a:custGeom>
          <a:solidFill>
            <a:srgbClr val="7478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solidFill>
                <a:schemeClr val="tx1"/>
              </a:solidFill>
            </a:endParaRPr>
          </a:p>
        </p:txBody>
      </p:sp>
      <p:cxnSp>
        <p:nvCxnSpPr>
          <p:cNvPr id="12" name="Straight Connector 11">
            <a:extLst>
              <a:ext uri="{FF2B5EF4-FFF2-40B4-BE49-F238E27FC236}">
                <a16:creationId xmlns:a16="http://schemas.microsoft.com/office/drawing/2014/main" id="{C1D3021E-7C9B-4DF3-BE3D-EF0B415ACF4D}"/>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13" name="Title 1">
            <a:extLst>
              <a:ext uri="{FF2B5EF4-FFF2-40B4-BE49-F238E27FC236}">
                <a16:creationId xmlns:a16="http://schemas.microsoft.com/office/drawing/2014/main" id="{DB1F61BD-C52C-4F50-A6F9-F0970CF211B2}"/>
              </a:ext>
            </a:extLst>
          </p:cNvPr>
          <p:cNvSpPr>
            <a:spLocks noGrp="1"/>
          </p:cNvSpPr>
          <p:nvPr userDrawn="1">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14" name="Subtitle 2">
            <a:extLst>
              <a:ext uri="{FF2B5EF4-FFF2-40B4-BE49-F238E27FC236}">
                <a16:creationId xmlns:a16="http://schemas.microsoft.com/office/drawing/2014/main" id="{6D2CE97D-73C3-44D4-91E5-CF02B6103AC7}"/>
              </a:ext>
            </a:extLst>
          </p:cNvPr>
          <p:cNvSpPr>
            <a:spLocks noGrp="1"/>
          </p:cNvSpPr>
          <p:nvPr userDrawn="1">
            <p:ph type="subTitle" idx="11"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
        <p:nvSpPr>
          <p:cNvPr id="21" name="Text Placeholder 20">
            <a:extLst>
              <a:ext uri="{FF2B5EF4-FFF2-40B4-BE49-F238E27FC236}">
                <a16:creationId xmlns:a16="http://schemas.microsoft.com/office/drawing/2014/main" id="{F3A60C56-A0DF-4010-B245-9A4B4AD261B1}"/>
              </a:ext>
            </a:extLst>
          </p:cNvPr>
          <p:cNvSpPr>
            <a:spLocks noGrp="1"/>
          </p:cNvSpPr>
          <p:nvPr>
            <p:ph type="body" sz="quarter" idx="12" hasCustomPrompt="1"/>
          </p:nvPr>
        </p:nvSpPr>
        <p:spPr>
          <a:xfrm>
            <a:off x="1028700" y="2380099"/>
            <a:ext cx="2819400" cy="466725"/>
          </a:xfrm>
        </p:spPr>
        <p:txBody>
          <a:bodyPr anchor="ctr">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Stage 1</a:t>
            </a:r>
          </a:p>
        </p:txBody>
      </p:sp>
      <p:sp>
        <p:nvSpPr>
          <p:cNvPr id="22" name="Text Placeholder 20">
            <a:extLst>
              <a:ext uri="{FF2B5EF4-FFF2-40B4-BE49-F238E27FC236}">
                <a16:creationId xmlns:a16="http://schemas.microsoft.com/office/drawing/2014/main" id="{98147716-B155-44CF-885A-8F8FAC6462A1}"/>
              </a:ext>
            </a:extLst>
          </p:cNvPr>
          <p:cNvSpPr>
            <a:spLocks noGrp="1"/>
          </p:cNvSpPr>
          <p:nvPr>
            <p:ph type="body" sz="quarter" idx="13" hasCustomPrompt="1"/>
          </p:nvPr>
        </p:nvSpPr>
        <p:spPr>
          <a:xfrm>
            <a:off x="4843122" y="2380101"/>
            <a:ext cx="2819400" cy="466725"/>
          </a:xfrm>
        </p:spPr>
        <p:txBody>
          <a:bodyPr anchor="ctr">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Stage 2</a:t>
            </a:r>
          </a:p>
        </p:txBody>
      </p:sp>
      <p:sp>
        <p:nvSpPr>
          <p:cNvPr id="23" name="Text Placeholder 20">
            <a:extLst>
              <a:ext uri="{FF2B5EF4-FFF2-40B4-BE49-F238E27FC236}">
                <a16:creationId xmlns:a16="http://schemas.microsoft.com/office/drawing/2014/main" id="{3A03DCDE-357E-4001-B144-25A5397A8282}"/>
              </a:ext>
            </a:extLst>
          </p:cNvPr>
          <p:cNvSpPr>
            <a:spLocks noGrp="1"/>
          </p:cNvSpPr>
          <p:nvPr>
            <p:ph type="body" sz="quarter" idx="14" hasCustomPrompt="1"/>
          </p:nvPr>
        </p:nvSpPr>
        <p:spPr>
          <a:xfrm>
            <a:off x="8582360" y="2380101"/>
            <a:ext cx="2819400" cy="466725"/>
          </a:xfrm>
        </p:spPr>
        <p:txBody>
          <a:bodyPr anchor="ctr">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Stage 3</a:t>
            </a:r>
          </a:p>
        </p:txBody>
      </p:sp>
      <p:sp>
        <p:nvSpPr>
          <p:cNvPr id="25" name="Text Placeholder 24">
            <a:extLst>
              <a:ext uri="{FF2B5EF4-FFF2-40B4-BE49-F238E27FC236}">
                <a16:creationId xmlns:a16="http://schemas.microsoft.com/office/drawing/2014/main" id="{C5D438C4-8D3A-4986-836B-1C48C86C4626}"/>
              </a:ext>
            </a:extLst>
          </p:cNvPr>
          <p:cNvSpPr>
            <a:spLocks noGrp="1"/>
          </p:cNvSpPr>
          <p:nvPr>
            <p:ph type="body" sz="quarter" idx="15"/>
          </p:nvPr>
        </p:nvSpPr>
        <p:spPr>
          <a:xfrm>
            <a:off x="667266" y="3438524"/>
            <a:ext cx="3514725" cy="26669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1" name="Text Placeholder 24">
            <a:extLst>
              <a:ext uri="{FF2B5EF4-FFF2-40B4-BE49-F238E27FC236}">
                <a16:creationId xmlns:a16="http://schemas.microsoft.com/office/drawing/2014/main" id="{E2777A43-294F-443F-B96D-4DA88EE4BF97}"/>
              </a:ext>
            </a:extLst>
          </p:cNvPr>
          <p:cNvSpPr>
            <a:spLocks noGrp="1"/>
          </p:cNvSpPr>
          <p:nvPr>
            <p:ph type="body" sz="quarter" idx="16"/>
          </p:nvPr>
        </p:nvSpPr>
        <p:spPr>
          <a:xfrm>
            <a:off x="8271600" y="3438524"/>
            <a:ext cx="3514725" cy="26669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2" name="Text Placeholder 24">
            <a:extLst>
              <a:ext uri="{FF2B5EF4-FFF2-40B4-BE49-F238E27FC236}">
                <a16:creationId xmlns:a16="http://schemas.microsoft.com/office/drawing/2014/main" id="{9BB85AFA-B231-49A6-A191-5D3D7B787E21}"/>
              </a:ext>
            </a:extLst>
          </p:cNvPr>
          <p:cNvSpPr>
            <a:spLocks noGrp="1"/>
          </p:cNvSpPr>
          <p:nvPr>
            <p:ph type="body" sz="quarter" idx="17"/>
          </p:nvPr>
        </p:nvSpPr>
        <p:spPr>
          <a:xfrm>
            <a:off x="4472580" y="3438524"/>
            <a:ext cx="3514725" cy="26669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4" name="Text Placeholder 33">
            <a:extLst>
              <a:ext uri="{FF2B5EF4-FFF2-40B4-BE49-F238E27FC236}">
                <a16:creationId xmlns:a16="http://schemas.microsoft.com/office/drawing/2014/main" id="{6A6A61CF-B116-4428-9A1F-631B02C5D71F}"/>
              </a:ext>
            </a:extLst>
          </p:cNvPr>
          <p:cNvSpPr>
            <a:spLocks noGrp="1"/>
          </p:cNvSpPr>
          <p:nvPr>
            <p:ph type="body" sz="quarter" idx="18" hasCustomPrompt="1"/>
          </p:nvPr>
        </p:nvSpPr>
        <p:spPr>
          <a:xfrm>
            <a:off x="667266" y="1473157"/>
            <a:ext cx="5429250" cy="298207"/>
          </a:xfrm>
        </p:spPr>
        <p:txBody>
          <a:bodyPr/>
          <a:lstStyle>
            <a:lvl1pPr marL="0" indent="0">
              <a:buNone/>
              <a:defRPr b="1">
                <a:solidFill>
                  <a:srgbClr val="334EA2"/>
                </a:solidFill>
              </a:defRPr>
            </a:lvl1pPr>
          </a:lstStyle>
          <a:p>
            <a:pPr lvl="0"/>
            <a:r>
              <a:rPr lang="en-US"/>
              <a:t>Process Flow / Timeline stages</a:t>
            </a:r>
            <a:endParaRPr lang="en-GB"/>
          </a:p>
        </p:txBody>
      </p:sp>
    </p:spTree>
    <p:extLst>
      <p:ext uri="{BB962C8B-B14F-4D97-AF65-F5344CB8AC3E}">
        <p14:creationId xmlns:p14="http://schemas.microsoft.com/office/powerpoint/2010/main" val="1516431000"/>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Process Flow B">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349761C-2C0C-4AEA-94EE-37E00DCAD1BC}"/>
              </a:ext>
            </a:extLst>
          </p:cNvPr>
          <p:cNvSpPr>
            <a:spLocks noGrp="1"/>
          </p:cNvSpPr>
          <p:nvPr>
            <p:ph type="sldNum" sz="quarter" idx="10"/>
          </p:nvPr>
        </p:nvSpPr>
        <p:spPr/>
        <p:txBody>
          <a:bodyPr/>
          <a:lstStyle/>
          <a:p>
            <a:fld id="{F9C72FE7-3E28-4995-B4B7-F4CABFB817F3}" type="slidenum">
              <a:rPr lang="en-GB" smtClean="0"/>
              <a:pPr/>
              <a:t>‹#›</a:t>
            </a:fld>
            <a:endParaRPr lang="en-GB"/>
          </a:p>
        </p:txBody>
      </p:sp>
      <p:cxnSp>
        <p:nvCxnSpPr>
          <p:cNvPr id="12" name="Straight Connector 11">
            <a:extLst>
              <a:ext uri="{FF2B5EF4-FFF2-40B4-BE49-F238E27FC236}">
                <a16:creationId xmlns:a16="http://schemas.microsoft.com/office/drawing/2014/main" id="{C1D3021E-7C9B-4DF3-BE3D-EF0B415ACF4D}"/>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13" name="Title 1">
            <a:extLst>
              <a:ext uri="{FF2B5EF4-FFF2-40B4-BE49-F238E27FC236}">
                <a16:creationId xmlns:a16="http://schemas.microsoft.com/office/drawing/2014/main" id="{DB1F61BD-C52C-4F50-A6F9-F0970CF211B2}"/>
              </a:ext>
            </a:extLst>
          </p:cNvPr>
          <p:cNvSpPr>
            <a:spLocks noGrp="1"/>
          </p:cNvSpPr>
          <p:nvPr userDrawn="1">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14" name="Subtitle 2">
            <a:extLst>
              <a:ext uri="{FF2B5EF4-FFF2-40B4-BE49-F238E27FC236}">
                <a16:creationId xmlns:a16="http://schemas.microsoft.com/office/drawing/2014/main" id="{6D2CE97D-73C3-44D4-91E5-CF02B6103AC7}"/>
              </a:ext>
            </a:extLst>
          </p:cNvPr>
          <p:cNvSpPr>
            <a:spLocks noGrp="1"/>
          </p:cNvSpPr>
          <p:nvPr userDrawn="1">
            <p:ph type="subTitle" idx="11"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
        <p:nvSpPr>
          <p:cNvPr id="19" name="Freeform: Shape 18">
            <a:extLst>
              <a:ext uri="{FF2B5EF4-FFF2-40B4-BE49-F238E27FC236}">
                <a16:creationId xmlns:a16="http://schemas.microsoft.com/office/drawing/2014/main" id="{E452952C-96A0-4404-A5AD-165C2339097D}"/>
              </a:ext>
            </a:extLst>
          </p:cNvPr>
          <p:cNvSpPr/>
          <p:nvPr/>
        </p:nvSpPr>
        <p:spPr>
          <a:xfrm>
            <a:off x="719603" y="2146597"/>
            <a:ext cx="2745739" cy="761425"/>
          </a:xfrm>
          <a:custGeom>
            <a:avLst/>
            <a:gdLst>
              <a:gd name="connsiteX0" fmla="*/ 166258 w 3597137"/>
              <a:gd name="connsiteY0" fmla="*/ 0 h 997527"/>
              <a:gd name="connsiteX1" fmla="*/ 3169626 w 3597137"/>
              <a:gd name="connsiteY1" fmla="*/ 0 h 997527"/>
              <a:gd name="connsiteX2" fmla="*/ 3597137 w 3597137"/>
              <a:gd name="connsiteY2" fmla="*/ 498763 h 997527"/>
              <a:gd name="connsiteX3" fmla="*/ 3169625 w 3597137"/>
              <a:gd name="connsiteY3" fmla="*/ 997527 h 997527"/>
              <a:gd name="connsiteX4" fmla="*/ 166258 w 3597137"/>
              <a:gd name="connsiteY4" fmla="*/ 997527 h 997527"/>
              <a:gd name="connsiteX5" fmla="*/ 0 w 3597137"/>
              <a:gd name="connsiteY5" fmla="*/ 831269 h 997527"/>
              <a:gd name="connsiteX6" fmla="*/ 0 w 3597137"/>
              <a:gd name="connsiteY6" fmla="*/ 166258 h 997527"/>
              <a:gd name="connsiteX7" fmla="*/ 166258 w 3597137"/>
              <a:gd name="connsiteY7" fmla="*/ 0 h 99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97137" h="997527">
                <a:moveTo>
                  <a:pt x="166258" y="0"/>
                </a:moveTo>
                <a:lnTo>
                  <a:pt x="3169626" y="0"/>
                </a:lnTo>
                <a:lnTo>
                  <a:pt x="3597137" y="498763"/>
                </a:lnTo>
                <a:lnTo>
                  <a:pt x="3169625" y="997527"/>
                </a:lnTo>
                <a:lnTo>
                  <a:pt x="166258" y="997527"/>
                </a:lnTo>
                <a:cubicBezTo>
                  <a:pt x="74436" y="997527"/>
                  <a:pt x="0" y="923091"/>
                  <a:pt x="0" y="831269"/>
                </a:cubicBezTo>
                <a:lnTo>
                  <a:pt x="0" y="166258"/>
                </a:lnTo>
                <a:cubicBezTo>
                  <a:pt x="0" y="74436"/>
                  <a:pt x="74436" y="0"/>
                  <a:pt x="166258" y="0"/>
                </a:cubicBezTo>
                <a:close/>
              </a:path>
            </a:pathLst>
          </a:custGeom>
          <a:solidFill>
            <a:srgbClr val="CB333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solidFill>
                <a:schemeClr val="tx1"/>
              </a:solidFill>
            </a:endParaRPr>
          </a:p>
        </p:txBody>
      </p:sp>
      <p:sp>
        <p:nvSpPr>
          <p:cNvPr id="20" name="Freeform: Shape 19">
            <a:extLst>
              <a:ext uri="{FF2B5EF4-FFF2-40B4-BE49-F238E27FC236}">
                <a16:creationId xmlns:a16="http://schemas.microsoft.com/office/drawing/2014/main" id="{8A0DC33C-1444-4FFC-B988-0BCB27B644A4}"/>
              </a:ext>
            </a:extLst>
          </p:cNvPr>
          <p:cNvSpPr/>
          <p:nvPr/>
        </p:nvSpPr>
        <p:spPr>
          <a:xfrm>
            <a:off x="3468768" y="2146597"/>
            <a:ext cx="2747942" cy="761425"/>
          </a:xfrm>
          <a:custGeom>
            <a:avLst/>
            <a:gdLst>
              <a:gd name="connsiteX0" fmla="*/ 1 w 3600022"/>
              <a:gd name="connsiteY0" fmla="*/ 0 h 997527"/>
              <a:gd name="connsiteX1" fmla="*/ 3172511 w 3600022"/>
              <a:gd name="connsiteY1" fmla="*/ 0 h 997527"/>
              <a:gd name="connsiteX2" fmla="*/ 3600022 w 3600022"/>
              <a:gd name="connsiteY2" fmla="*/ 498763 h 997527"/>
              <a:gd name="connsiteX3" fmla="*/ 3172510 w 3600022"/>
              <a:gd name="connsiteY3" fmla="*/ 997527 h 997527"/>
              <a:gd name="connsiteX4" fmla="*/ 0 w 3600022"/>
              <a:gd name="connsiteY4" fmla="*/ 997527 h 997527"/>
              <a:gd name="connsiteX5" fmla="*/ 427512 w 3600022"/>
              <a:gd name="connsiteY5" fmla="*/ 498763 h 997527"/>
              <a:gd name="connsiteX6" fmla="*/ 1 w 3600022"/>
              <a:gd name="connsiteY6" fmla="*/ 0 h 99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0022" h="997527">
                <a:moveTo>
                  <a:pt x="1" y="0"/>
                </a:moveTo>
                <a:lnTo>
                  <a:pt x="3172511" y="0"/>
                </a:lnTo>
                <a:lnTo>
                  <a:pt x="3600022" y="498763"/>
                </a:lnTo>
                <a:lnTo>
                  <a:pt x="3172510" y="997527"/>
                </a:lnTo>
                <a:lnTo>
                  <a:pt x="0" y="997527"/>
                </a:lnTo>
                <a:lnTo>
                  <a:pt x="427512" y="498763"/>
                </a:lnTo>
                <a:lnTo>
                  <a:pt x="1" y="0"/>
                </a:lnTo>
                <a:close/>
              </a:path>
            </a:pathLst>
          </a:custGeom>
          <a:solidFill>
            <a:srgbClr val="334EA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solidFill>
                <a:schemeClr val="tx1"/>
              </a:solidFill>
            </a:endParaRPr>
          </a:p>
        </p:txBody>
      </p:sp>
      <p:sp>
        <p:nvSpPr>
          <p:cNvPr id="21" name="Freeform: Shape 20">
            <a:extLst>
              <a:ext uri="{FF2B5EF4-FFF2-40B4-BE49-F238E27FC236}">
                <a16:creationId xmlns:a16="http://schemas.microsoft.com/office/drawing/2014/main" id="{4871856A-4299-408F-B73F-39EB8579A945}"/>
              </a:ext>
            </a:extLst>
          </p:cNvPr>
          <p:cNvSpPr/>
          <p:nvPr/>
        </p:nvSpPr>
        <p:spPr>
          <a:xfrm>
            <a:off x="6216710" y="2146565"/>
            <a:ext cx="2747942" cy="761425"/>
          </a:xfrm>
          <a:custGeom>
            <a:avLst/>
            <a:gdLst>
              <a:gd name="connsiteX0" fmla="*/ 1 w 3600022"/>
              <a:gd name="connsiteY0" fmla="*/ 0 h 997527"/>
              <a:gd name="connsiteX1" fmla="*/ 3172511 w 3600022"/>
              <a:gd name="connsiteY1" fmla="*/ 0 h 997527"/>
              <a:gd name="connsiteX2" fmla="*/ 3600022 w 3600022"/>
              <a:gd name="connsiteY2" fmla="*/ 498763 h 997527"/>
              <a:gd name="connsiteX3" fmla="*/ 3172510 w 3600022"/>
              <a:gd name="connsiteY3" fmla="*/ 997527 h 997527"/>
              <a:gd name="connsiteX4" fmla="*/ 0 w 3600022"/>
              <a:gd name="connsiteY4" fmla="*/ 997527 h 997527"/>
              <a:gd name="connsiteX5" fmla="*/ 427512 w 3600022"/>
              <a:gd name="connsiteY5" fmla="*/ 498763 h 997527"/>
              <a:gd name="connsiteX6" fmla="*/ 1 w 3600022"/>
              <a:gd name="connsiteY6" fmla="*/ 0 h 99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0022" h="997527">
                <a:moveTo>
                  <a:pt x="1" y="0"/>
                </a:moveTo>
                <a:lnTo>
                  <a:pt x="3172511" y="0"/>
                </a:lnTo>
                <a:lnTo>
                  <a:pt x="3600022" y="498763"/>
                </a:lnTo>
                <a:lnTo>
                  <a:pt x="3172510" y="997527"/>
                </a:lnTo>
                <a:lnTo>
                  <a:pt x="0" y="997527"/>
                </a:lnTo>
                <a:lnTo>
                  <a:pt x="427512" y="498763"/>
                </a:lnTo>
                <a:lnTo>
                  <a:pt x="1" y="0"/>
                </a:lnTo>
                <a:close/>
              </a:path>
            </a:pathLst>
          </a:custGeom>
          <a:solidFill>
            <a:srgbClr val="7478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baseline="0">
              <a:solidFill>
                <a:schemeClr val="tx1"/>
              </a:solidFill>
            </a:endParaRPr>
          </a:p>
        </p:txBody>
      </p:sp>
      <p:sp>
        <p:nvSpPr>
          <p:cNvPr id="22" name="Freeform: Shape 21">
            <a:extLst>
              <a:ext uri="{FF2B5EF4-FFF2-40B4-BE49-F238E27FC236}">
                <a16:creationId xmlns:a16="http://schemas.microsoft.com/office/drawing/2014/main" id="{416CA1C6-C843-4E21-A71D-0B39FC7AAF4F}"/>
              </a:ext>
            </a:extLst>
          </p:cNvPr>
          <p:cNvSpPr/>
          <p:nvPr/>
        </p:nvSpPr>
        <p:spPr>
          <a:xfrm>
            <a:off x="8968077" y="2146565"/>
            <a:ext cx="2744499" cy="761425"/>
          </a:xfrm>
          <a:custGeom>
            <a:avLst/>
            <a:gdLst>
              <a:gd name="connsiteX0" fmla="*/ 1 w 3595512"/>
              <a:gd name="connsiteY0" fmla="*/ 0 h 997527"/>
              <a:gd name="connsiteX1" fmla="*/ 3429254 w 3595512"/>
              <a:gd name="connsiteY1" fmla="*/ 0 h 997527"/>
              <a:gd name="connsiteX2" fmla="*/ 3595512 w 3595512"/>
              <a:gd name="connsiteY2" fmla="*/ 166258 h 997527"/>
              <a:gd name="connsiteX3" fmla="*/ 3595512 w 3595512"/>
              <a:gd name="connsiteY3" fmla="*/ 831269 h 997527"/>
              <a:gd name="connsiteX4" fmla="*/ 3429254 w 3595512"/>
              <a:gd name="connsiteY4" fmla="*/ 997527 h 997527"/>
              <a:gd name="connsiteX5" fmla="*/ 0 w 3595512"/>
              <a:gd name="connsiteY5" fmla="*/ 997527 h 997527"/>
              <a:gd name="connsiteX6" fmla="*/ 427512 w 3595512"/>
              <a:gd name="connsiteY6" fmla="*/ 498763 h 997527"/>
              <a:gd name="connsiteX7" fmla="*/ 1 w 3595512"/>
              <a:gd name="connsiteY7" fmla="*/ 0 h 99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95512" h="997527">
                <a:moveTo>
                  <a:pt x="1" y="0"/>
                </a:moveTo>
                <a:lnTo>
                  <a:pt x="3429254" y="0"/>
                </a:lnTo>
                <a:cubicBezTo>
                  <a:pt x="3521076" y="0"/>
                  <a:pt x="3595512" y="74436"/>
                  <a:pt x="3595512" y="166258"/>
                </a:cubicBezTo>
                <a:lnTo>
                  <a:pt x="3595512" y="831269"/>
                </a:lnTo>
                <a:cubicBezTo>
                  <a:pt x="3595512" y="923091"/>
                  <a:pt x="3521076" y="997527"/>
                  <a:pt x="3429254" y="997527"/>
                </a:cubicBezTo>
                <a:lnTo>
                  <a:pt x="0" y="997527"/>
                </a:lnTo>
                <a:lnTo>
                  <a:pt x="427512" y="498763"/>
                </a:lnTo>
                <a:lnTo>
                  <a:pt x="1" y="0"/>
                </a:lnTo>
                <a:close/>
              </a:path>
            </a:pathLst>
          </a:custGeom>
          <a:solidFill>
            <a:srgbClr val="74787B">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baseline="0">
              <a:solidFill>
                <a:schemeClr val="tx1"/>
              </a:solidFill>
            </a:endParaRPr>
          </a:p>
        </p:txBody>
      </p:sp>
      <p:sp>
        <p:nvSpPr>
          <p:cNvPr id="23" name="Text Placeholder 24">
            <a:extLst>
              <a:ext uri="{FF2B5EF4-FFF2-40B4-BE49-F238E27FC236}">
                <a16:creationId xmlns:a16="http://schemas.microsoft.com/office/drawing/2014/main" id="{3A6354F7-380F-44D5-A7C4-3FD01727FAC9}"/>
              </a:ext>
            </a:extLst>
          </p:cNvPr>
          <p:cNvSpPr>
            <a:spLocks noGrp="1"/>
          </p:cNvSpPr>
          <p:nvPr>
            <p:ph type="body" sz="quarter" idx="15"/>
          </p:nvPr>
        </p:nvSpPr>
        <p:spPr>
          <a:xfrm>
            <a:off x="719603" y="3433762"/>
            <a:ext cx="2666483" cy="2838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6" name="Text Placeholder 24">
            <a:extLst>
              <a:ext uri="{FF2B5EF4-FFF2-40B4-BE49-F238E27FC236}">
                <a16:creationId xmlns:a16="http://schemas.microsoft.com/office/drawing/2014/main" id="{4A62C3F4-2974-429B-9BF3-C57A944A274F}"/>
              </a:ext>
            </a:extLst>
          </p:cNvPr>
          <p:cNvSpPr>
            <a:spLocks noGrp="1"/>
          </p:cNvSpPr>
          <p:nvPr>
            <p:ph type="body" sz="quarter" idx="16"/>
          </p:nvPr>
        </p:nvSpPr>
        <p:spPr>
          <a:xfrm>
            <a:off x="9046093" y="3433762"/>
            <a:ext cx="2666483" cy="2838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7" name="Text Placeholder 24">
            <a:extLst>
              <a:ext uri="{FF2B5EF4-FFF2-40B4-BE49-F238E27FC236}">
                <a16:creationId xmlns:a16="http://schemas.microsoft.com/office/drawing/2014/main" id="{E816FB1C-57CB-43CB-8220-3EB05215AC8A}"/>
              </a:ext>
            </a:extLst>
          </p:cNvPr>
          <p:cNvSpPr>
            <a:spLocks noGrp="1"/>
          </p:cNvSpPr>
          <p:nvPr>
            <p:ph type="body" sz="quarter" idx="17"/>
          </p:nvPr>
        </p:nvSpPr>
        <p:spPr>
          <a:xfrm>
            <a:off x="3495100" y="3433762"/>
            <a:ext cx="2666483" cy="2838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8" name="Text Placeholder 24">
            <a:extLst>
              <a:ext uri="{FF2B5EF4-FFF2-40B4-BE49-F238E27FC236}">
                <a16:creationId xmlns:a16="http://schemas.microsoft.com/office/drawing/2014/main" id="{FA94A680-88B7-4626-91F5-157C7207414D}"/>
              </a:ext>
            </a:extLst>
          </p:cNvPr>
          <p:cNvSpPr>
            <a:spLocks noGrp="1"/>
          </p:cNvSpPr>
          <p:nvPr>
            <p:ph type="body" sz="quarter" idx="18"/>
          </p:nvPr>
        </p:nvSpPr>
        <p:spPr>
          <a:xfrm>
            <a:off x="6270597" y="3433762"/>
            <a:ext cx="2666483" cy="2838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9" name="Text Placeholder 33">
            <a:extLst>
              <a:ext uri="{FF2B5EF4-FFF2-40B4-BE49-F238E27FC236}">
                <a16:creationId xmlns:a16="http://schemas.microsoft.com/office/drawing/2014/main" id="{0FB407E0-F616-45FD-8CED-DB153B1A590A}"/>
              </a:ext>
            </a:extLst>
          </p:cNvPr>
          <p:cNvSpPr>
            <a:spLocks noGrp="1"/>
          </p:cNvSpPr>
          <p:nvPr>
            <p:ph type="body" sz="quarter" idx="19" hasCustomPrompt="1"/>
          </p:nvPr>
        </p:nvSpPr>
        <p:spPr>
          <a:xfrm>
            <a:off x="667266" y="1473157"/>
            <a:ext cx="5429250" cy="298207"/>
          </a:xfrm>
        </p:spPr>
        <p:txBody>
          <a:bodyPr/>
          <a:lstStyle>
            <a:lvl1pPr marL="0" indent="0">
              <a:buNone/>
              <a:defRPr b="1">
                <a:solidFill>
                  <a:srgbClr val="334EA2"/>
                </a:solidFill>
              </a:defRPr>
            </a:lvl1pPr>
          </a:lstStyle>
          <a:p>
            <a:pPr lvl="0"/>
            <a:r>
              <a:rPr lang="en-US"/>
              <a:t>Process Flow / Timeline stages</a:t>
            </a:r>
            <a:endParaRPr lang="en-GB"/>
          </a:p>
        </p:txBody>
      </p:sp>
    </p:spTree>
    <p:extLst>
      <p:ext uri="{BB962C8B-B14F-4D97-AF65-F5344CB8AC3E}">
        <p14:creationId xmlns:p14="http://schemas.microsoft.com/office/powerpoint/2010/main" val="2708267671"/>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Process Flow-Customer">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349761C-2C0C-4AEA-94EE-37E00DCAD1BC}"/>
              </a:ext>
            </a:extLst>
          </p:cNvPr>
          <p:cNvSpPr>
            <a:spLocks noGrp="1"/>
          </p:cNvSpPr>
          <p:nvPr>
            <p:ph type="sldNum" sz="quarter" idx="10"/>
          </p:nvPr>
        </p:nvSpPr>
        <p:spPr/>
        <p:txBody>
          <a:bodyPr/>
          <a:lstStyle/>
          <a:p>
            <a:fld id="{F9C72FE7-3E28-4995-B4B7-F4CABFB817F3}" type="slidenum">
              <a:rPr lang="en-GB" smtClean="0"/>
              <a:pPr/>
              <a:t>‹#›</a:t>
            </a:fld>
            <a:endParaRPr lang="en-GB"/>
          </a:p>
        </p:txBody>
      </p:sp>
      <p:cxnSp>
        <p:nvCxnSpPr>
          <p:cNvPr id="12" name="Straight Connector 11">
            <a:extLst>
              <a:ext uri="{FF2B5EF4-FFF2-40B4-BE49-F238E27FC236}">
                <a16:creationId xmlns:a16="http://schemas.microsoft.com/office/drawing/2014/main" id="{C1D3021E-7C9B-4DF3-BE3D-EF0B415ACF4D}"/>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13" name="Title 1">
            <a:extLst>
              <a:ext uri="{FF2B5EF4-FFF2-40B4-BE49-F238E27FC236}">
                <a16:creationId xmlns:a16="http://schemas.microsoft.com/office/drawing/2014/main" id="{DB1F61BD-C52C-4F50-A6F9-F0970CF211B2}"/>
              </a:ext>
            </a:extLst>
          </p:cNvPr>
          <p:cNvSpPr>
            <a:spLocks noGrp="1"/>
          </p:cNvSpPr>
          <p:nvPr userDrawn="1">
            <p:ph type="title" hasCustomPrompt="1"/>
          </p:nvPr>
        </p:nvSpPr>
        <p:spPr>
          <a:xfrm>
            <a:off x="667266" y="271131"/>
            <a:ext cx="5857359" cy="539009"/>
          </a:xfrm>
          <a:prstGeom prst="rect">
            <a:avLst/>
          </a:prstGeom>
        </p:spPr>
        <p:txBody>
          <a:bodyPr anchor="ctr">
            <a:noAutofit/>
          </a:bodyPr>
          <a:lstStyle>
            <a:lvl1pPr>
              <a:defRPr sz="2800"/>
            </a:lvl1pPr>
          </a:lstStyle>
          <a:p>
            <a:r>
              <a:rPr lang="en-US"/>
              <a:t>Click to edit Heading</a:t>
            </a:r>
            <a:endParaRPr lang="en-GB"/>
          </a:p>
        </p:txBody>
      </p:sp>
      <p:sp>
        <p:nvSpPr>
          <p:cNvPr id="14" name="Subtitle 2">
            <a:extLst>
              <a:ext uri="{FF2B5EF4-FFF2-40B4-BE49-F238E27FC236}">
                <a16:creationId xmlns:a16="http://schemas.microsoft.com/office/drawing/2014/main" id="{6D2CE97D-73C3-44D4-91E5-CF02B6103AC7}"/>
              </a:ext>
            </a:extLst>
          </p:cNvPr>
          <p:cNvSpPr>
            <a:spLocks noGrp="1"/>
          </p:cNvSpPr>
          <p:nvPr userDrawn="1">
            <p:ph type="subTitle" idx="11" hasCustomPrompt="1"/>
          </p:nvPr>
        </p:nvSpPr>
        <p:spPr>
          <a:xfrm>
            <a:off x="667266" y="832308"/>
            <a:ext cx="5857359"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
        <p:nvSpPr>
          <p:cNvPr id="19" name="Freeform: Shape 18">
            <a:extLst>
              <a:ext uri="{FF2B5EF4-FFF2-40B4-BE49-F238E27FC236}">
                <a16:creationId xmlns:a16="http://schemas.microsoft.com/office/drawing/2014/main" id="{E452952C-96A0-4404-A5AD-165C2339097D}"/>
              </a:ext>
            </a:extLst>
          </p:cNvPr>
          <p:cNvSpPr/>
          <p:nvPr/>
        </p:nvSpPr>
        <p:spPr>
          <a:xfrm>
            <a:off x="719603" y="2146597"/>
            <a:ext cx="2745739" cy="761425"/>
          </a:xfrm>
          <a:custGeom>
            <a:avLst/>
            <a:gdLst>
              <a:gd name="connsiteX0" fmla="*/ 166258 w 3597137"/>
              <a:gd name="connsiteY0" fmla="*/ 0 h 997527"/>
              <a:gd name="connsiteX1" fmla="*/ 3169626 w 3597137"/>
              <a:gd name="connsiteY1" fmla="*/ 0 h 997527"/>
              <a:gd name="connsiteX2" fmla="*/ 3597137 w 3597137"/>
              <a:gd name="connsiteY2" fmla="*/ 498763 h 997527"/>
              <a:gd name="connsiteX3" fmla="*/ 3169625 w 3597137"/>
              <a:gd name="connsiteY3" fmla="*/ 997527 h 997527"/>
              <a:gd name="connsiteX4" fmla="*/ 166258 w 3597137"/>
              <a:gd name="connsiteY4" fmla="*/ 997527 h 997527"/>
              <a:gd name="connsiteX5" fmla="*/ 0 w 3597137"/>
              <a:gd name="connsiteY5" fmla="*/ 831269 h 997527"/>
              <a:gd name="connsiteX6" fmla="*/ 0 w 3597137"/>
              <a:gd name="connsiteY6" fmla="*/ 166258 h 997527"/>
              <a:gd name="connsiteX7" fmla="*/ 166258 w 3597137"/>
              <a:gd name="connsiteY7" fmla="*/ 0 h 99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97137" h="997527">
                <a:moveTo>
                  <a:pt x="166258" y="0"/>
                </a:moveTo>
                <a:lnTo>
                  <a:pt x="3169626" y="0"/>
                </a:lnTo>
                <a:lnTo>
                  <a:pt x="3597137" y="498763"/>
                </a:lnTo>
                <a:lnTo>
                  <a:pt x="3169625" y="997527"/>
                </a:lnTo>
                <a:lnTo>
                  <a:pt x="166258" y="997527"/>
                </a:lnTo>
                <a:cubicBezTo>
                  <a:pt x="74436" y="997527"/>
                  <a:pt x="0" y="923091"/>
                  <a:pt x="0" y="831269"/>
                </a:cubicBezTo>
                <a:lnTo>
                  <a:pt x="0" y="166258"/>
                </a:lnTo>
                <a:cubicBezTo>
                  <a:pt x="0" y="74436"/>
                  <a:pt x="74436" y="0"/>
                  <a:pt x="166258" y="0"/>
                </a:cubicBezTo>
                <a:close/>
              </a:path>
            </a:pathLst>
          </a:custGeom>
          <a:solidFill>
            <a:srgbClr val="CB333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solidFill>
                <a:schemeClr val="tx1"/>
              </a:solidFill>
            </a:endParaRPr>
          </a:p>
        </p:txBody>
      </p:sp>
      <p:sp>
        <p:nvSpPr>
          <p:cNvPr id="20" name="Freeform: Shape 19">
            <a:extLst>
              <a:ext uri="{FF2B5EF4-FFF2-40B4-BE49-F238E27FC236}">
                <a16:creationId xmlns:a16="http://schemas.microsoft.com/office/drawing/2014/main" id="{8A0DC33C-1444-4FFC-B988-0BCB27B644A4}"/>
              </a:ext>
            </a:extLst>
          </p:cNvPr>
          <p:cNvSpPr/>
          <p:nvPr/>
        </p:nvSpPr>
        <p:spPr>
          <a:xfrm>
            <a:off x="3468768" y="2146597"/>
            <a:ext cx="2747942" cy="761425"/>
          </a:xfrm>
          <a:custGeom>
            <a:avLst/>
            <a:gdLst>
              <a:gd name="connsiteX0" fmla="*/ 1 w 3600022"/>
              <a:gd name="connsiteY0" fmla="*/ 0 h 997527"/>
              <a:gd name="connsiteX1" fmla="*/ 3172511 w 3600022"/>
              <a:gd name="connsiteY1" fmla="*/ 0 h 997527"/>
              <a:gd name="connsiteX2" fmla="*/ 3600022 w 3600022"/>
              <a:gd name="connsiteY2" fmla="*/ 498763 h 997527"/>
              <a:gd name="connsiteX3" fmla="*/ 3172510 w 3600022"/>
              <a:gd name="connsiteY3" fmla="*/ 997527 h 997527"/>
              <a:gd name="connsiteX4" fmla="*/ 0 w 3600022"/>
              <a:gd name="connsiteY4" fmla="*/ 997527 h 997527"/>
              <a:gd name="connsiteX5" fmla="*/ 427512 w 3600022"/>
              <a:gd name="connsiteY5" fmla="*/ 498763 h 997527"/>
              <a:gd name="connsiteX6" fmla="*/ 1 w 3600022"/>
              <a:gd name="connsiteY6" fmla="*/ 0 h 99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0022" h="997527">
                <a:moveTo>
                  <a:pt x="1" y="0"/>
                </a:moveTo>
                <a:lnTo>
                  <a:pt x="3172511" y="0"/>
                </a:lnTo>
                <a:lnTo>
                  <a:pt x="3600022" y="498763"/>
                </a:lnTo>
                <a:lnTo>
                  <a:pt x="3172510" y="997527"/>
                </a:lnTo>
                <a:lnTo>
                  <a:pt x="0" y="997527"/>
                </a:lnTo>
                <a:lnTo>
                  <a:pt x="427512" y="498763"/>
                </a:lnTo>
                <a:lnTo>
                  <a:pt x="1" y="0"/>
                </a:lnTo>
                <a:close/>
              </a:path>
            </a:pathLst>
          </a:custGeom>
          <a:solidFill>
            <a:srgbClr val="334EA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solidFill>
                <a:schemeClr val="tx1"/>
              </a:solidFill>
            </a:endParaRPr>
          </a:p>
        </p:txBody>
      </p:sp>
      <p:sp>
        <p:nvSpPr>
          <p:cNvPr id="21" name="Freeform: Shape 20">
            <a:extLst>
              <a:ext uri="{FF2B5EF4-FFF2-40B4-BE49-F238E27FC236}">
                <a16:creationId xmlns:a16="http://schemas.microsoft.com/office/drawing/2014/main" id="{4871856A-4299-408F-B73F-39EB8579A945}"/>
              </a:ext>
            </a:extLst>
          </p:cNvPr>
          <p:cNvSpPr/>
          <p:nvPr/>
        </p:nvSpPr>
        <p:spPr>
          <a:xfrm>
            <a:off x="6216710" y="2146565"/>
            <a:ext cx="2747942" cy="761425"/>
          </a:xfrm>
          <a:custGeom>
            <a:avLst/>
            <a:gdLst>
              <a:gd name="connsiteX0" fmla="*/ 1 w 3600022"/>
              <a:gd name="connsiteY0" fmla="*/ 0 h 997527"/>
              <a:gd name="connsiteX1" fmla="*/ 3172511 w 3600022"/>
              <a:gd name="connsiteY1" fmla="*/ 0 h 997527"/>
              <a:gd name="connsiteX2" fmla="*/ 3600022 w 3600022"/>
              <a:gd name="connsiteY2" fmla="*/ 498763 h 997527"/>
              <a:gd name="connsiteX3" fmla="*/ 3172510 w 3600022"/>
              <a:gd name="connsiteY3" fmla="*/ 997527 h 997527"/>
              <a:gd name="connsiteX4" fmla="*/ 0 w 3600022"/>
              <a:gd name="connsiteY4" fmla="*/ 997527 h 997527"/>
              <a:gd name="connsiteX5" fmla="*/ 427512 w 3600022"/>
              <a:gd name="connsiteY5" fmla="*/ 498763 h 997527"/>
              <a:gd name="connsiteX6" fmla="*/ 1 w 3600022"/>
              <a:gd name="connsiteY6" fmla="*/ 0 h 99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0022" h="997527">
                <a:moveTo>
                  <a:pt x="1" y="0"/>
                </a:moveTo>
                <a:lnTo>
                  <a:pt x="3172511" y="0"/>
                </a:lnTo>
                <a:lnTo>
                  <a:pt x="3600022" y="498763"/>
                </a:lnTo>
                <a:lnTo>
                  <a:pt x="3172510" y="997527"/>
                </a:lnTo>
                <a:lnTo>
                  <a:pt x="0" y="997527"/>
                </a:lnTo>
                <a:lnTo>
                  <a:pt x="427512" y="498763"/>
                </a:lnTo>
                <a:lnTo>
                  <a:pt x="1" y="0"/>
                </a:lnTo>
                <a:close/>
              </a:path>
            </a:pathLst>
          </a:custGeom>
          <a:solidFill>
            <a:srgbClr val="7478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baseline="0">
              <a:solidFill>
                <a:schemeClr val="tx1"/>
              </a:solidFill>
            </a:endParaRPr>
          </a:p>
        </p:txBody>
      </p:sp>
      <p:sp>
        <p:nvSpPr>
          <p:cNvPr id="22" name="Freeform: Shape 21">
            <a:extLst>
              <a:ext uri="{FF2B5EF4-FFF2-40B4-BE49-F238E27FC236}">
                <a16:creationId xmlns:a16="http://schemas.microsoft.com/office/drawing/2014/main" id="{416CA1C6-C843-4E21-A71D-0B39FC7AAF4F}"/>
              </a:ext>
            </a:extLst>
          </p:cNvPr>
          <p:cNvSpPr/>
          <p:nvPr/>
        </p:nvSpPr>
        <p:spPr>
          <a:xfrm>
            <a:off x="8968077" y="2146565"/>
            <a:ext cx="2744499" cy="761425"/>
          </a:xfrm>
          <a:custGeom>
            <a:avLst/>
            <a:gdLst>
              <a:gd name="connsiteX0" fmla="*/ 1 w 3595512"/>
              <a:gd name="connsiteY0" fmla="*/ 0 h 997527"/>
              <a:gd name="connsiteX1" fmla="*/ 3429254 w 3595512"/>
              <a:gd name="connsiteY1" fmla="*/ 0 h 997527"/>
              <a:gd name="connsiteX2" fmla="*/ 3595512 w 3595512"/>
              <a:gd name="connsiteY2" fmla="*/ 166258 h 997527"/>
              <a:gd name="connsiteX3" fmla="*/ 3595512 w 3595512"/>
              <a:gd name="connsiteY3" fmla="*/ 831269 h 997527"/>
              <a:gd name="connsiteX4" fmla="*/ 3429254 w 3595512"/>
              <a:gd name="connsiteY4" fmla="*/ 997527 h 997527"/>
              <a:gd name="connsiteX5" fmla="*/ 0 w 3595512"/>
              <a:gd name="connsiteY5" fmla="*/ 997527 h 997527"/>
              <a:gd name="connsiteX6" fmla="*/ 427512 w 3595512"/>
              <a:gd name="connsiteY6" fmla="*/ 498763 h 997527"/>
              <a:gd name="connsiteX7" fmla="*/ 1 w 3595512"/>
              <a:gd name="connsiteY7" fmla="*/ 0 h 99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95512" h="997527">
                <a:moveTo>
                  <a:pt x="1" y="0"/>
                </a:moveTo>
                <a:lnTo>
                  <a:pt x="3429254" y="0"/>
                </a:lnTo>
                <a:cubicBezTo>
                  <a:pt x="3521076" y="0"/>
                  <a:pt x="3595512" y="74436"/>
                  <a:pt x="3595512" y="166258"/>
                </a:cubicBezTo>
                <a:lnTo>
                  <a:pt x="3595512" y="831269"/>
                </a:lnTo>
                <a:cubicBezTo>
                  <a:pt x="3595512" y="923091"/>
                  <a:pt x="3521076" y="997527"/>
                  <a:pt x="3429254" y="997527"/>
                </a:cubicBezTo>
                <a:lnTo>
                  <a:pt x="0" y="997527"/>
                </a:lnTo>
                <a:lnTo>
                  <a:pt x="427512" y="498763"/>
                </a:lnTo>
                <a:lnTo>
                  <a:pt x="1" y="0"/>
                </a:lnTo>
                <a:close/>
              </a:path>
            </a:pathLst>
          </a:custGeom>
          <a:solidFill>
            <a:srgbClr val="74787B">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baseline="0">
              <a:solidFill>
                <a:schemeClr val="tx1"/>
              </a:solidFill>
            </a:endParaRPr>
          </a:p>
        </p:txBody>
      </p:sp>
      <p:sp>
        <p:nvSpPr>
          <p:cNvPr id="23" name="Text Placeholder 24">
            <a:extLst>
              <a:ext uri="{FF2B5EF4-FFF2-40B4-BE49-F238E27FC236}">
                <a16:creationId xmlns:a16="http://schemas.microsoft.com/office/drawing/2014/main" id="{3A6354F7-380F-44D5-A7C4-3FD01727FAC9}"/>
              </a:ext>
            </a:extLst>
          </p:cNvPr>
          <p:cNvSpPr>
            <a:spLocks noGrp="1"/>
          </p:cNvSpPr>
          <p:nvPr>
            <p:ph type="body" sz="quarter" idx="15" hasCustomPrompt="1"/>
          </p:nvPr>
        </p:nvSpPr>
        <p:spPr>
          <a:xfrm>
            <a:off x="719603" y="3433762"/>
            <a:ext cx="2666483" cy="2838450"/>
          </a:xfrm>
        </p:spPr>
        <p:txBody>
          <a:bodyPr/>
          <a:lstStyle>
            <a:lvl1pPr>
              <a:defRPr/>
            </a:lvl1pPr>
          </a:lstStyle>
          <a:p>
            <a:pPr marL="0" indent="0">
              <a:buNone/>
            </a:pPr>
            <a:r>
              <a:rPr lang="en-GB"/>
              <a:t>Use this section to enter: Previous achievements and projects; Closed opportunities in CRM; Outcomes and solutions</a:t>
            </a:r>
          </a:p>
        </p:txBody>
      </p:sp>
      <p:sp>
        <p:nvSpPr>
          <p:cNvPr id="26" name="Text Placeholder 24">
            <a:extLst>
              <a:ext uri="{FF2B5EF4-FFF2-40B4-BE49-F238E27FC236}">
                <a16:creationId xmlns:a16="http://schemas.microsoft.com/office/drawing/2014/main" id="{4A62C3F4-2974-429B-9BF3-C57A944A274F}"/>
              </a:ext>
            </a:extLst>
          </p:cNvPr>
          <p:cNvSpPr>
            <a:spLocks noGrp="1"/>
          </p:cNvSpPr>
          <p:nvPr>
            <p:ph type="body" sz="quarter" idx="16" hasCustomPrompt="1"/>
          </p:nvPr>
        </p:nvSpPr>
        <p:spPr>
          <a:xfrm>
            <a:off x="9046093" y="3433762"/>
            <a:ext cx="2666483" cy="2838450"/>
          </a:xfrm>
        </p:spPr>
        <p:txBody>
          <a:bodyPr/>
          <a:lstStyle>
            <a:lvl1pPr>
              <a:defRPr/>
            </a:lvl1pPr>
          </a:lstStyle>
          <a:p>
            <a:pPr marL="0" indent="0">
              <a:buNone/>
            </a:pPr>
            <a:r>
              <a:rPr lang="en-GB"/>
              <a:t>Use this section to highlight innovation: Can we work together? (Data collection, blue-sky thinking etc.)</a:t>
            </a:r>
          </a:p>
        </p:txBody>
      </p:sp>
      <p:sp>
        <p:nvSpPr>
          <p:cNvPr id="27" name="Text Placeholder 24">
            <a:extLst>
              <a:ext uri="{FF2B5EF4-FFF2-40B4-BE49-F238E27FC236}">
                <a16:creationId xmlns:a16="http://schemas.microsoft.com/office/drawing/2014/main" id="{E816FB1C-57CB-43CB-8220-3EB05215AC8A}"/>
              </a:ext>
            </a:extLst>
          </p:cNvPr>
          <p:cNvSpPr>
            <a:spLocks noGrp="1"/>
          </p:cNvSpPr>
          <p:nvPr>
            <p:ph type="body" sz="quarter" idx="17" hasCustomPrompt="1"/>
          </p:nvPr>
        </p:nvSpPr>
        <p:spPr>
          <a:xfrm>
            <a:off x="3495100" y="3433762"/>
            <a:ext cx="2666483" cy="2838450"/>
          </a:xfrm>
        </p:spPr>
        <p:txBody>
          <a:bodyPr/>
          <a:lstStyle>
            <a:lvl1pPr>
              <a:defRPr/>
            </a:lvl1pPr>
          </a:lstStyle>
          <a:p>
            <a:pPr marL="0" indent="0">
              <a:buNone/>
            </a:pPr>
            <a:r>
              <a:rPr lang="en-GB"/>
              <a:t>Use this section to enter: Current information; What are we doing now; What are our key successes? ; Compare Nomad to competitors; How many opportunities are in CRM?</a:t>
            </a:r>
          </a:p>
        </p:txBody>
      </p:sp>
      <p:sp>
        <p:nvSpPr>
          <p:cNvPr id="28" name="Text Placeholder 24">
            <a:extLst>
              <a:ext uri="{FF2B5EF4-FFF2-40B4-BE49-F238E27FC236}">
                <a16:creationId xmlns:a16="http://schemas.microsoft.com/office/drawing/2014/main" id="{FA94A680-88B7-4626-91F5-157C7207414D}"/>
              </a:ext>
            </a:extLst>
          </p:cNvPr>
          <p:cNvSpPr>
            <a:spLocks noGrp="1"/>
          </p:cNvSpPr>
          <p:nvPr>
            <p:ph type="body" sz="quarter" idx="18" hasCustomPrompt="1"/>
          </p:nvPr>
        </p:nvSpPr>
        <p:spPr>
          <a:xfrm>
            <a:off x="6270597" y="3433762"/>
            <a:ext cx="2666483" cy="2838450"/>
          </a:xfrm>
        </p:spPr>
        <p:txBody>
          <a:bodyPr/>
          <a:lstStyle>
            <a:lvl1pPr>
              <a:defRPr/>
            </a:lvl1pPr>
          </a:lstStyle>
          <a:p>
            <a:pPr marL="0" indent="0">
              <a:buNone/>
            </a:pPr>
            <a:r>
              <a:rPr lang="en-GB"/>
              <a:t>Use this section to look ahead: What can we offer this customer? ; How can we add value to them?  ; Cover existing products, portal, Nomad Navigator, OBIS, Data Factory etc, etc. </a:t>
            </a:r>
          </a:p>
        </p:txBody>
      </p:sp>
      <p:sp>
        <p:nvSpPr>
          <p:cNvPr id="29" name="Text Placeholder 33">
            <a:extLst>
              <a:ext uri="{FF2B5EF4-FFF2-40B4-BE49-F238E27FC236}">
                <a16:creationId xmlns:a16="http://schemas.microsoft.com/office/drawing/2014/main" id="{0FB407E0-F616-45FD-8CED-DB153B1A590A}"/>
              </a:ext>
            </a:extLst>
          </p:cNvPr>
          <p:cNvSpPr>
            <a:spLocks noGrp="1"/>
          </p:cNvSpPr>
          <p:nvPr>
            <p:ph type="body" sz="quarter" idx="19" hasCustomPrompt="1"/>
          </p:nvPr>
        </p:nvSpPr>
        <p:spPr>
          <a:xfrm>
            <a:off x="667266" y="1473157"/>
            <a:ext cx="5429250" cy="298207"/>
          </a:xfrm>
        </p:spPr>
        <p:txBody>
          <a:bodyPr/>
          <a:lstStyle>
            <a:lvl1pPr marL="0" indent="0">
              <a:buNone/>
              <a:defRPr b="1">
                <a:solidFill>
                  <a:srgbClr val="334EA2"/>
                </a:solidFill>
              </a:defRPr>
            </a:lvl1pPr>
          </a:lstStyle>
          <a:p>
            <a:pPr lvl="0"/>
            <a:r>
              <a:rPr lang="en-US"/>
              <a:t>Process Flow / Timeline stages</a:t>
            </a:r>
            <a:endParaRPr lang="en-GB"/>
          </a:p>
        </p:txBody>
      </p:sp>
      <p:sp>
        <p:nvSpPr>
          <p:cNvPr id="4" name="Picture Placeholder 3">
            <a:extLst>
              <a:ext uri="{FF2B5EF4-FFF2-40B4-BE49-F238E27FC236}">
                <a16:creationId xmlns:a16="http://schemas.microsoft.com/office/drawing/2014/main" id="{F1269816-8FC2-4AC3-BFFF-2B87CFA7FEDD}"/>
              </a:ext>
            </a:extLst>
          </p:cNvPr>
          <p:cNvSpPr>
            <a:spLocks noGrp="1"/>
          </p:cNvSpPr>
          <p:nvPr>
            <p:ph type="pic" sz="quarter" idx="20" hasCustomPrompt="1"/>
          </p:nvPr>
        </p:nvSpPr>
        <p:spPr>
          <a:xfrm>
            <a:off x="8046721" y="300488"/>
            <a:ext cx="2869390" cy="592738"/>
          </a:xfrm>
          <a:noFill/>
        </p:spPr>
        <p:txBody>
          <a:bodyPr anchor="ctr"/>
          <a:lstStyle>
            <a:lvl1pPr marL="0" indent="0" algn="ctr">
              <a:buNone/>
              <a:defRPr b="0"/>
            </a:lvl1pPr>
          </a:lstStyle>
          <a:p>
            <a:r>
              <a:rPr lang="en-GB"/>
              <a:t>Insert Customer Logo</a:t>
            </a:r>
          </a:p>
        </p:txBody>
      </p:sp>
      <p:sp>
        <p:nvSpPr>
          <p:cNvPr id="6" name="Text Placeholder 5">
            <a:extLst>
              <a:ext uri="{FF2B5EF4-FFF2-40B4-BE49-F238E27FC236}">
                <a16:creationId xmlns:a16="http://schemas.microsoft.com/office/drawing/2014/main" id="{945DA355-0681-4A42-BBA3-E19ED6223B46}"/>
              </a:ext>
            </a:extLst>
          </p:cNvPr>
          <p:cNvSpPr>
            <a:spLocks noGrp="1"/>
          </p:cNvSpPr>
          <p:nvPr>
            <p:ph type="body" sz="quarter" idx="21" hasCustomPrompt="1"/>
          </p:nvPr>
        </p:nvSpPr>
        <p:spPr>
          <a:xfrm>
            <a:off x="1040351" y="2332014"/>
            <a:ext cx="1838325" cy="390525"/>
          </a:xfrm>
        </p:spPr>
        <p:txBody>
          <a:bodyPr anchor="ctr"/>
          <a:lstStyle>
            <a:lvl1pPr marL="0" indent="0" algn="ctr">
              <a:buNone/>
              <a:defRPr b="1">
                <a:solidFill>
                  <a:schemeClr val="bg1"/>
                </a:solidFill>
              </a:defRPr>
            </a:lvl1pPr>
            <a:lvl2pPr>
              <a:defRPr b="1">
                <a:solidFill>
                  <a:schemeClr val="bg1"/>
                </a:solidFill>
              </a:defRPr>
            </a:lvl2pPr>
            <a:lvl3pPr>
              <a:defRPr b="1">
                <a:solidFill>
                  <a:schemeClr val="bg1"/>
                </a:solidFill>
              </a:defRPr>
            </a:lvl3pPr>
            <a:lvl4pPr>
              <a:defRPr b="1">
                <a:solidFill>
                  <a:schemeClr val="bg1"/>
                </a:solidFill>
              </a:defRPr>
            </a:lvl4pPr>
            <a:lvl5pPr marL="1828800" indent="0">
              <a:buNone/>
              <a:defRPr b="1">
                <a:solidFill>
                  <a:schemeClr val="bg1"/>
                </a:solidFill>
              </a:defRPr>
            </a:lvl5pPr>
          </a:lstStyle>
          <a:p>
            <a:pPr lvl="0"/>
            <a:r>
              <a:rPr lang="en-GB"/>
              <a:t>Achieved</a:t>
            </a:r>
          </a:p>
        </p:txBody>
      </p:sp>
      <p:sp>
        <p:nvSpPr>
          <p:cNvPr id="24" name="Text Placeholder 5">
            <a:extLst>
              <a:ext uri="{FF2B5EF4-FFF2-40B4-BE49-F238E27FC236}">
                <a16:creationId xmlns:a16="http://schemas.microsoft.com/office/drawing/2014/main" id="{44AACBEC-F62E-46C0-8B08-9CE919B61B25}"/>
              </a:ext>
            </a:extLst>
          </p:cNvPr>
          <p:cNvSpPr>
            <a:spLocks noGrp="1"/>
          </p:cNvSpPr>
          <p:nvPr>
            <p:ph type="body" sz="quarter" idx="22" hasCustomPrompt="1"/>
          </p:nvPr>
        </p:nvSpPr>
        <p:spPr>
          <a:xfrm>
            <a:off x="3920150" y="2332014"/>
            <a:ext cx="1838325" cy="390525"/>
          </a:xfrm>
        </p:spPr>
        <p:txBody>
          <a:bodyPr anchor="ctr"/>
          <a:lstStyle>
            <a:lvl1pPr marL="0" indent="0" algn="ctr">
              <a:buNone/>
              <a:defRPr b="1">
                <a:solidFill>
                  <a:schemeClr val="bg1"/>
                </a:solidFill>
              </a:defRPr>
            </a:lvl1pPr>
            <a:lvl2pPr>
              <a:defRPr b="1">
                <a:solidFill>
                  <a:schemeClr val="bg1"/>
                </a:solidFill>
              </a:defRPr>
            </a:lvl2pPr>
            <a:lvl3pPr>
              <a:defRPr b="1">
                <a:solidFill>
                  <a:schemeClr val="bg1"/>
                </a:solidFill>
              </a:defRPr>
            </a:lvl3pPr>
            <a:lvl4pPr>
              <a:defRPr b="1">
                <a:solidFill>
                  <a:schemeClr val="bg1"/>
                </a:solidFill>
              </a:defRPr>
            </a:lvl4pPr>
            <a:lvl5pPr marL="1828800" indent="0">
              <a:buNone/>
              <a:defRPr b="1">
                <a:solidFill>
                  <a:schemeClr val="bg1"/>
                </a:solidFill>
              </a:defRPr>
            </a:lvl5pPr>
          </a:lstStyle>
          <a:p>
            <a:pPr lvl="0"/>
            <a:r>
              <a:rPr lang="en-GB"/>
              <a:t>Current projects</a:t>
            </a:r>
          </a:p>
        </p:txBody>
      </p:sp>
      <p:sp>
        <p:nvSpPr>
          <p:cNvPr id="25" name="Text Placeholder 5">
            <a:extLst>
              <a:ext uri="{FF2B5EF4-FFF2-40B4-BE49-F238E27FC236}">
                <a16:creationId xmlns:a16="http://schemas.microsoft.com/office/drawing/2014/main" id="{80407CFB-0133-4969-9F60-63FDB000BEE5}"/>
              </a:ext>
            </a:extLst>
          </p:cNvPr>
          <p:cNvSpPr>
            <a:spLocks noGrp="1"/>
          </p:cNvSpPr>
          <p:nvPr>
            <p:ph type="body" sz="quarter" idx="23" hasCustomPrompt="1"/>
          </p:nvPr>
        </p:nvSpPr>
        <p:spPr>
          <a:xfrm>
            <a:off x="6668092" y="2332014"/>
            <a:ext cx="1838325" cy="390525"/>
          </a:xfrm>
        </p:spPr>
        <p:txBody>
          <a:bodyPr anchor="ctr"/>
          <a:lstStyle>
            <a:lvl1pPr marL="0" indent="0" algn="ctr">
              <a:buNone/>
              <a:defRPr b="1">
                <a:solidFill>
                  <a:schemeClr val="bg1"/>
                </a:solidFill>
              </a:defRPr>
            </a:lvl1pPr>
            <a:lvl2pPr>
              <a:defRPr b="1">
                <a:solidFill>
                  <a:schemeClr val="bg1"/>
                </a:solidFill>
              </a:defRPr>
            </a:lvl2pPr>
            <a:lvl3pPr>
              <a:defRPr b="1">
                <a:solidFill>
                  <a:schemeClr val="bg1"/>
                </a:solidFill>
              </a:defRPr>
            </a:lvl3pPr>
            <a:lvl4pPr>
              <a:defRPr b="1">
                <a:solidFill>
                  <a:schemeClr val="bg1"/>
                </a:solidFill>
              </a:defRPr>
            </a:lvl4pPr>
            <a:lvl5pPr marL="1828800" indent="0">
              <a:buNone/>
              <a:defRPr b="1">
                <a:solidFill>
                  <a:schemeClr val="bg1"/>
                </a:solidFill>
              </a:defRPr>
            </a:lvl5pPr>
          </a:lstStyle>
          <a:p>
            <a:pPr lvl="0"/>
            <a:r>
              <a:rPr lang="en-GB"/>
              <a:t>Future projects</a:t>
            </a:r>
          </a:p>
        </p:txBody>
      </p:sp>
      <p:sp>
        <p:nvSpPr>
          <p:cNvPr id="30" name="Text Placeholder 5">
            <a:extLst>
              <a:ext uri="{FF2B5EF4-FFF2-40B4-BE49-F238E27FC236}">
                <a16:creationId xmlns:a16="http://schemas.microsoft.com/office/drawing/2014/main" id="{5AF70C9A-CF79-4D56-A8AE-17FE4090514E}"/>
              </a:ext>
            </a:extLst>
          </p:cNvPr>
          <p:cNvSpPr>
            <a:spLocks noGrp="1"/>
          </p:cNvSpPr>
          <p:nvPr>
            <p:ph type="body" sz="quarter" idx="24" hasCustomPrompt="1"/>
          </p:nvPr>
        </p:nvSpPr>
        <p:spPr>
          <a:xfrm>
            <a:off x="9258300" y="2332013"/>
            <a:ext cx="2438400" cy="390525"/>
          </a:xfrm>
        </p:spPr>
        <p:txBody>
          <a:bodyPr anchor="ctr"/>
          <a:lstStyle>
            <a:lvl1pPr marL="0" indent="0" algn="ctr">
              <a:buNone/>
              <a:defRPr b="1">
                <a:solidFill>
                  <a:srgbClr val="74787B"/>
                </a:solidFill>
              </a:defRPr>
            </a:lvl1pPr>
            <a:lvl2pPr>
              <a:defRPr b="1">
                <a:solidFill>
                  <a:schemeClr val="bg1"/>
                </a:solidFill>
              </a:defRPr>
            </a:lvl2pPr>
            <a:lvl3pPr>
              <a:defRPr b="1">
                <a:solidFill>
                  <a:schemeClr val="bg1"/>
                </a:solidFill>
              </a:defRPr>
            </a:lvl3pPr>
            <a:lvl4pPr>
              <a:defRPr b="1">
                <a:solidFill>
                  <a:schemeClr val="bg1"/>
                </a:solidFill>
              </a:defRPr>
            </a:lvl4pPr>
            <a:lvl5pPr marL="1828800" indent="0">
              <a:buNone/>
              <a:defRPr b="1">
                <a:solidFill>
                  <a:schemeClr val="bg1"/>
                </a:solidFill>
              </a:defRPr>
            </a:lvl5pPr>
          </a:lstStyle>
          <a:p>
            <a:pPr lvl="0"/>
            <a:r>
              <a:rPr lang="en-GB"/>
              <a:t>Collaborative working</a:t>
            </a:r>
          </a:p>
        </p:txBody>
      </p:sp>
    </p:spTree>
    <p:extLst>
      <p:ext uri="{BB962C8B-B14F-4D97-AF65-F5344CB8AC3E}">
        <p14:creationId xmlns:p14="http://schemas.microsoft.com/office/powerpoint/2010/main" val="2193593665"/>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Picture Layout A1">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3EE9A70-91FA-4DFC-B912-9776A91E85F2}"/>
              </a:ext>
            </a:extLst>
          </p:cNvPr>
          <p:cNvSpPr>
            <a:spLocks noGrp="1"/>
          </p:cNvSpPr>
          <p:nvPr>
            <p:ph type="pic" sz="quarter" idx="11"/>
          </p:nvPr>
        </p:nvSpPr>
        <p:spPr>
          <a:xfrm>
            <a:off x="369525" y="1156112"/>
            <a:ext cx="11832000" cy="5200238"/>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3" name="Slide Number Placeholder 2">
            <a:extLst>
              <a:ext uri="{FF2B5EF4-FFF2-40B4-BE49-F238E27FC236}">
                <a16:creationId xmlns:a16="http://schemas.microsoft.com/office/drawing/2014/main" id="{A7688725-B959-46AC-B974-CA703F3667BF}"/>
              </a:ext>
            </a:extLst>
          </p:cNvPr>
          <p:cNvSpPr>
            <a:spLocks noGrp="1"/>
          </p:cNvSpPr>
          <p:nvPr>
            <p:ph type="sldNum" sz="quarter" idx="10"/>
          </p:nvPr>
        </p:nvSpPr>
        <p:spPr/>
        <p:txBody>
          <a:bodyPr/>
          <a:lstStyle/>
          <a:p>
            <a:fld id="{F9C72FE7-3E28-4995-B4B7-F4CABFB817F3}" type="slidenum">
              <a:rPr lang="en-GB" smtClean="0"/>
              <a:pPr/>
              <a:t>‹#›</a:t>
            </a:fld>
            <a:endParaRPr lang="en-GB"/>
          </a:p>
        </p:txBody>
      </p:sp>
      <p:sp>
        <p:nvSpPr>
          <p:cNvPr id="11" name="Title 1">
            <a:extLst>
              <a:ext uri="{FF2B5EF4-FFF2-40B4-BE49-F238E27FC236}">
                <a16:creationId xmlns:a16="http://schemas.microsoft.com/office/drawing/2014/main" id="{896C2FED-8270-43C8-AB75-D4428B315A8C}"/>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Tree>
    <p:extLst>
      <p:ext uri="{BB962C8B-B14F-4D97-AF65-F5344CB8AC3E}">
        <p14:creationId xmlns:p14="http://schemas.microsoft.com/office/powerpoint/2010/main" val="1349341890"/>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Picture Layout A2">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3EE9A70-91FA-4DFC-B912-9776A91E85F2}"/>
              </a:ext>
            </a:extLst>
          </p:cNvPr>
          <p:cNvSpPr>
            <a:spLocks noGrp="1"/>
          </p:cNvSpPr>
          <p:nvPr>
            <p:ph type="pic" sz="quarter" idx="11"/>
          </p:nvPr>
        </p:nvSpPr>
        <p:spPr>
          <a:xfrm>
            <a:off x="369525" y="1156112"/>
            <a:ext cx="11832000" cy="5200238"/>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3" name="Slide Number Placeholder 2">
            <a:extLst>
              <a:ext uri="{FF2B5EF4-FFF2-40B4-BE49-F238E27FC236}">
                <a16:creationId xmlns:a16="http://schemas.microsoft.com/office/drawing/2014/main" id="{A7688725-B959-46AC-B974-CA703F3667BF}"/>
              </a:ext>
            </a:extLst>
          </p:cNvPr>
          <p:cNvSpPr>
            <a:spLocks noGrp="1"/>
          </p:cNvSpPr>
          <p:nvPr>
            <p:ph type="sldNum" sz="quarter" idx="10"/>
          </p:nvPr>
        </p:nvSpPr>
        <p:spPr/>
        <p:txBody>
          <a:bodyPr/>
          <a:lstStyle/>
          <a:p>
            <a:fld id="{F9C72FE7-3E28-4995-B4B7-F4CABFB817F3}" type="slidenum">
              <a:rPr lang="en-GB" smtClean="0"/>
              <a:pPr/>
              <a:t>‹#›</a:t>
            </a:fld>
            <a:endParaRPr lang="en-GB"/>
          </a:p>
        </p:txBody>
      </p:sp>
      <p:sp>
        <p:nvSpPr>
          <p:cNvPr id="11" name="Title 1">
            <a:extLst>
              <a:ext uri="{FF2B5EF4-FFF2-40B4-BE49-F238E27FC236}">
                <a16:creationId xmlns:a16="http://schemas.microsoft.com/office/drawing/2014/main" id="{896C2FED-8270-43C8-AB75-D4428B315A8C}"/>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8" name="Subtitle 2">
            <a:extLst>
              <a:ext uri="{FF2B5EF4-FFF2-40B4-BE49-F238E27FC236}">
                <a16:creationId xmlns:a16="http://schemas.microsoft.com/office/drawing/2014/main" id="{C7CBBAD6-B0DA-4A48-95D8-27C96A418A99}"/>
              </a:ext>
            </a:extLst>
          </p:cNvPr>
          <p:cNvSpPr>
            <a:spLocks noGrp="1"/>
          </p:cNvSpPr>
          <p:nvPr>
            <p:ph type="subTitle" idx="13"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Tree>
    <p:extLst>
      <p:ext uri="{BB962C8B-B14F-4D97-AF65-F5344CB8AC3E}">
        <p14:creationId xmlns:p14="http://schemas.microsoft.com/office/powerpoint/2010/main" val="891678194"/>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Picture Layout B1">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3EE9A70-91FA-4DFC-B912-9776A91E85F2}"/>
              </a:ext>
            </a:extLst>
          </p:cNvPr>
          <p:cNvSpPr>
            <a:spLocks noGrp="1"/>
          </p:cNvSpPr>
          <p:nvPr>
            <p:ph type="pic" sz="quarter" idx="11"/>
          </p:nvPr>
        </p:nvSpPr>
        <p:spPr>
          <a:xfrm>
            <a:off x="369525" y="3429000"/>
            <a:ext cx="11832000" cy="292735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3" name="Slide Number Placeholder 2">
            <a:extLst>
              <a:ext uri="{FF2B5EF4-FFF2-40B4-BE49-F238E27FC236}">
                <a16:creationId xmlns:a16="http://schemas.microsoft.com/office/drawing/2014/main" id="{A7688725-B959-46AC-B974-CA703F3667BF}"/>
              </a:ext>
            </a:extLst>
          </p:cNvPr>
          <p:cNvSpPr>
            <a:spLocks noGrp="1"/>
          </p:cNvSpPr>
          <p:nvPr>
            <p:ph type="sldNum" sz="quarter" idx="10"/>
          </p:nvPr>
        </p:nvSpPr>
        <p:spPr/>
        <p:txBody>
          <a:bodyPr/>
          <a:lstStyle/>
          <a:p>
            <a:fld id="{F9C72FE7-3E28-4995-B4B7-F4CABFB817F3}" type="slidenum">
              <a:rPr lang="en-GB" smtClean="0"/>
              <a:pPr/>
              <a:t>‹#›</a:t>
            </a:fld>
            <a:endParaRPr lang="en-GB"/>
          </a:p>
        </p:txBody>
      </p:sp>
      <p:sp>
        <p:nvSpPr>
          <p:cNvPr id="11" name="Title 1">
            <a:extLst>
              <a:ext uri="{FF2B5EF4-FFF2-40B4-BE49-F238E27FC236}">
                <a16:creationId xmlns:a16="http://schemas.microsoft.com/office/drawing/2014/main" id="{896C2FED-8270-43C8-AB75-D4428B315A8C}"/>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12" name="Content Placeholder 2">
            <a:extLst>
              <a:ext uri="{FF2B5EF4-FFF2-40B4-BE49-F238E27FC236}">
                <a16:creationId xmlns:a16="http://schemas.microsoft.com/office/drawing/2014/main" id="{85F8BE55-0278-414E-AE41-9F5C0BE5F0F9}"/>
              </a:ext>
            </a:extLst>
          </p:cNvPr>
          <p:cNvSpPr>
            <a:spLocks noGrp="1"/>
          </p:cNvSpPr>
          <p:nvPr>
            <p:ph idx="1"/>
          </p:nvPr>
        </p:nvSpPr>
        <p:spPr>
          <a:xfrm>
            <a:off x="667266" y="1453418"/>
            <a:ext cx="11153946" cy="1629609"/>
          </a:xfrm>
          <a:prstGeom prst="rect">
            <a:avLst/>
          </a:prstGeom>
        </p:spPr>
        <p:txBody>
          <a:bodyPr/>
          <a:lstStyle>
            <a:lvl1pPr>
              <a:buClr>
                <a:srgbClr val="CB333B"/>
              </a:buClr>
              <a:defRPr/>
            </a:lvl1pPr>
            <a:lvl3pPr>
              <a:buClr>
                <a:srgbClr val="334EA2"/>
              </a:buClr>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13" name="Straight Connector 12">
            <a:extLst>
              <a:ext uri="{FF2B5EF4-FFF2-40B4-BE49-F238E27FC236}">
                <a16:creationId xmlns:a16="http://schemas.microsoft.com/office/drawing/2014/main" id="{F4210285-22FB-460A-BF38-045CDC521E10}"/>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631430"/>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Picture Layout B2">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3EE9A70-91FA-4DFC-B912-9776A91E85F2}"/>
              </a:ext>
            </a:extLst>
          </p:cNvPr>
          <p:cNvSpPr>
            <a:spLocks noGrp="1"/>
          </p:cNvSpPr>
          <p:nvPr>
            <p:ph type="pic" sz="quarter" idx="11"/>
          </p:nvPr>
        </p:nvSpPr>
        <p:spPr>
          <a:xfrm>
            <a:off x="369525" y="3429000"/>
            <a:ext cx="11832000" cy="292735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3" name="Slide Number Placeholder 2">
            <a:extLst>
              <a:ext uri="{FF2B5EF4-FFF2-40B4-BE49-F238E27FC236}">
                <a16:creationId xmlns:a16="http://schemas.microsoft.com/office/drawing/2014/main" id="{A7688725-B959-46AC-B974-CA703F3667BF}"/>
              </a:ext>
            </a:extLst>
          </p:cNvPr>
          <p:cNvSpPr>
            <a:spLocks noGrp="1"/>
          </p:cNvSpPr>
          <p:nvPr>
            <p:ph type="sldNum" sz="quarter" idx="10"/>
          </p:nvPr>
        </p:nvSpPr>
        <p:spPr/>
        <p:txBody>
          <a:bodyPr/>
          <a:lstStyle/>
          <a:p>
            <a:fld id="{F9C72FE7-3E28-4995-B4B7-F4CABFB817F3}" type="slidenum">
              <a:rPr lang="en-GB" smtClean="0"/>
              <a:pPr/>
              <a:t>‹#›</a:t>
            </a:fld>
            <a:endParaRPr lang="en-GB"/>
          </a:p>
        </p:txBody>
      </p:sp>
      <p:sp>
        <p:nvSpPr>
          <p:cNvPr id="11" name="Title 1">
            <a:extLst>
              <a:ext uri="{FF2B5EF4-FFF2-40B4-BE49-F238E27FC236}">
                <a16:creationId xmlns:a16="http://schemas.microsoft.com/office/drawing/2014/main" id="{896C2FED-8270-43C8-AB75-D4428B315A8C}"/>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12" name="Content Placeholder 2">
            <a:extLst>
              <a:ext uri="{FF2B5EF4-FFF2-40B4-BE49-F238E27FC236}">
                <a16:creationId xmlns:a16="http://schemas.microsoft.com/office/drawing/2014/main" id="{85F8BE55-0278-414E-AE41-9F5C0BE5F0F9}"/>
              </a:ext>
            </a:extLst>
          </p:cNvPr>
          <p:cNvSpPr>
            <a:spLocks noGrp="1"/>
          </p:cNvSpPr>
          <p:nvPr>
            <p:ph idx="1"/>
          </p:nvPr>
        </p:nvSpPr>
        <p:spPr>
          <a:xfrm>
            <a:off x="667266" y="1453418"/>
            <a:ext cx="11153946" cy="1629609"/>
          </a:xfrm>
          <a:prstGeom prst="rect">
            <a:avLst/>
          </a:prstGeom>
        </p:spPr>
        <p:txBody>
          <a:bodyPr/>
          <a:lstStyle>
            <a:lvl1pPr>
              <a:buClr>
                <a:srgbClr val="CB333B"/>
              </a:buClr>
              <a:defRPr/>
            </a:lvl1pPr>
            <a:lvl3pPr>
              <a:buClr>
                <a:srgbClr val="334EA2"/>
              </a:buClr>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13" name="Straight Connector 12">
            <a:extLst>
              <a:ext uri="{FF2B5EF4-FFF2-40B4-BE49-F238E27FC236}">
                <a16:creationId xmlns:a16="http://schemas.microsoft.com/office/drawing/2014/main" id="{F4210285-22FB-460A-BF38-045CDC521E10}"/>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15" name="Subtitle 2">
            <a:extLst>
              <a:ext uri="{FF2B5EF4-FFF2-40B4-BE49-F238E27FC236}">
                <a16:creationId xmlns:a16="http://schemas.microsoft.com/office/drawing/2014/main" id="{58FD6C79-979B-4363-AE0D-7F6066231FD4}"/>
              </a:ext>
            </a:extLst>
          </p:cNvPr>
          <p:cNvSpPr>
            <a:spLocks noGrp="1"/>
          </p:cNvSpPr>
          <p:nvPr>
            <p:ph type="subTitle" idx="13"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Tree>
    <p:extLst>
      <p:ext uri="{BB962C8B-B14F-4D97-AF65-F5344CB8AC3E}">
        <p14:creationId xmlns:p14="http://schemas.microsoft.com/office/powerpoint/2010/main" val="3175067588"/>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Picture Layout B3">
    <p:spTree>
      <p:nvGrpSpPr>
        <p:cNvPr id="1" name=""/>
        <p:cNvGrpSpPr/>
        <p:nvPr/>
      </p:nvGrpSpPr>
      <p:grpSpPr>
        <a:xfrm>
          <a:off x="0" y="0"/>
          <a:ext cx="0" cy="0"/>
          <a:chOff x="0" y="0"/>
          <a:chExt cx="0" cy="0"/>
        </a:xfrm>
      </p:grpSpPr>
      <p:sp>
        <p:nvSpPr>
          <p:cNvPr id="16" name="Picture Placeholder 4">
            <a:extLst>
              <a:ext uri="{FF2B5EF4-FFF2-40B4-BE49-F238E27FC236}">
                <a16:creationId xmlns:a16="http://schemas.microsoft.com/office/drawing/2014/main" id="{CD9F3CF4-334E-4E3C-B2B5-54DE047F4693}"/>
              </a:ext>
            </a:extLst>
          </p:cNvPr>
          <p:cNvSpPr>
            <a:spLocks noGrp="1"/>
          </p:cNvSpPr>
          <p:nvPr>
            <p:ph type="pic" sz="quarter" idx="14"/>
          </p:nvPr>
        </p:nvSpPr>
        <p:spPr>
          <a:xfrm>
            <a:off x="6378000" y="3429000"/>
            <a:ext cx="5814000" cy="292735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5" name="Picture Placeholder 4">
            <a:extLst>
              <a:ext uri="{FF2B5EF4-FFF2-40B4-BE49-F238E27FC236}">
                <a16:creationId xmlns:a16="http://schemas.microsoft.com/office/drawing/2014/main" id="{73EE9A70-91FA-4DFC-B912-9776A91E85F2}"/>
              </a:ext>
            </a:extLst>
          </p:cNvPr>
          <p:cNvSpPr>
            <a:spLocks noGrp="1"/>
          </p:cNvSpPr>
          <p:nvPr>
            <p:ph type="pic" sz="quarter" idx="11"/>
          </p:nvPr>
        </p:nvSpPr>
        <p:spPr>
          <a:xfrm>
            <a:off x="369212" y="3429000"/>
            <a:ext cx="5814000" cy="292735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3" name="Slide Number Placeholder 2">
            <a:extLst>
              <a:ext uri="{FF2B5EF4-FFF2-40B4-BE49-F238E27FC236}">
                <a16:creationId xmlns:a16="http://schemas.microsoft.com/office/drawing/2014/main" id="{A7688725-B959-46AC-B974-CA703F3667BF}"/>
              </a:ext>
            </a:extLst>
          </p:cNvPr>
          <p:cNvSpPr>
            <a:spLocks noGrp="1"/>
          </p:cNvSpPr>
          <p:nvPr>
            <p:ph type="sldNum" sz="quarter" idx="10"/>
          </p:nvPr>
        </p:nvSpPr>
        <p:spPr/>
        <p:txBody>
          <a:bodyPr/>
          <a:lstStyle/>
          <a:p>
            <a:fld id="{F9C72FE7-3E28-4995-B4B7-F4CABFB817F3}" type="slidenum">
              <a:rPr lang="en-GB" smtClean="0"/>
              <a:pPr/>
              <a:t>‹#›</a:t>
            </a:fld>
            <a:endParaRPr lang="en-GB"/>
          </a:p>
        </p:txBody>
      </p:sp>
      <p:sp>
        <p:nvSpPr>
          <p:cNvPr id="11" name="Title 1">
            <a:extLst>
              <a:ext uri="{FF2B5EF4-FFF2-40B4-BE49-F238E27FC236}">
                <a16:creationId xmlns:a16="http://schemas.microsoft.com/office/drawing/2014/main" id="{896C2FED-8270-43C8-AB75-D4428B315A8C}"/>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cxnSp>
        <p:nvCxnSpPr>
          <p:cNvPr id="13" name="Straight Connector 12">
            <a:extLst>
              <a:ext uri="{FF2B5EF4-FFF2-40B4-BE49-F238E27FC236}">
                <a16:creationId xmlns:a16="http://schemas.microsoft.com/office/drawing/2014/main" id="{F4210285-22FB-460A-BF38-045CDC521E10}"/>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19" name="Content Placeholder 2">
            <a:extLst>
              <a:ext uri="{FF2B5EF4-FFF2-40B4-BE49-F238E27FC236}">
                <a16:creationId xmlns:a16="http://schemas.microsoft.com/office/drawing/2014/main" id="{17EE3D8E-E9E1-4656-AA68-B00B0C2F3799}"/>
              </a:ext>
            </a:extLst>
          </p:cNvPr>
          <p:cNvSpPr>
            <a:spLocks noGrp="1"/>
          </p:cNvSpPr>
          <p:nvPr>
            <p:ph idx="1"/>
          </p:nvPr>
        </p:nvSpPr>
        <p:spPr>
          <a:xfrm>
            <a:off x="667266" y="1453418"/>
            <a:ext cx="11153946" cy="1629609"/>
          </a:xfrm>
          <a:prstGeom prst="rect">
            <a:avLst/>
          </a:prstGeom>
        </p:spPr>
        <p:txBody>
          <a:bodyPr/>
          <a:lstStyle>
            <a:lvl1pPr>
              <a:buClr>
                <a:srgbClr val="CB333B"/>
              </a:buClr>
              <a:defRPr/>
            </a:lvl1pPr>
            <a:lvl3pPr>
              <a:buClr>
                <a:srgbClr val="334EA2"/>
              </a:buClr>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797184489"/>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Picture Layout B4">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3EE9A70-91FA-4DFC-B912-9776A91E85F2}"/>
              </a:ext>
            </a:extLst>
          </p:cNvPr>
          <p:cNvSpPr>
            <a:spLocks noGrp="1"/>
          </p:cNvSpPr>
          <p:nvPr>
            <p:ph type="pic" sz="quarter" idx="11"/>
          </p:nvPr>
        </p:nvSpPr>
        <p:spPr>
          <a:xfrm>
            <a:off x="369212" y="3429000"/>
            <a:ext cx="5814000" cy="292735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16" name="Picture Placeholder 4">
            <a:extLst>
              <a:ext uri="{FF2B5EF4-FFF2-40B4-BE49-F238E27FC236}">
                <a16:creationId xmlns:a16="http://schemas.microsoft.com/office/drawing/2014/main" id="{CD9F3CF4-334E-4E3C-B2B5-54DE047F4693}"/>
              </a:ext>
            </a:extLst>
          </p:cNvPr>
          <p:cNvSpPr>
            <a:spLocks noGrp="1"/>
          </p:cNvSpPr>
          <p:nvPr>
            <p:ph type="pic" sz="quarter" idx="14"/>
          </p:nvPr>
        </p:nvSpPr>
        <p:spPr>
          <a:xfrm>
            <a:off x="6378000" y="3429000"/>
            <a:ext cx="5814000" cy="292735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3" name="Slide Number Placeholder 2">
            <a:extLst>
              <a:ext uri="{FF2B5EF4-FFF2-40B4-BE49-F238E27FC236}">
                <a16:creationId xmlns:a16="http://schemas.microsoft.com/office/drawing/2014/main" id="{A7688725-B959-46AC-B974-CA703F3667BF}"/>
              </a:ext>
            </a:extLst>
          </p:cNvPr>
          <p:cNvSpPr>
            <a:spLocks noGrp="1"/>
          </p:cNvSpPr>
          <p:nvPr>
            <p:ph type="sldNum" sz="quarter" idx="10"/>
          </p:nvPr>
        </p:nvSpPr>
        <p:spPr/>
        <p:txBody>
          <a:bodyPr/>
          <a:lstStyle/>
          <a:p>
            <a:fld id="{F9C72FE7-3E28-4995-B4B7-F4CABFB817F3}" type="slidenum">
              <a:rPr lang="en-GB" smtClean="0"/>
              <a:pPr/>
              <a:t>‹#›</a:t>
            </a:fld>
            <a:endParaRPr lang="en-GB"/>
          </a:p>
        </p:txBody>
      </p:sp>
      <p:sp>
        <p:nvSpPr>
          <p:cNvPr id="11" name="Title 1">
            <a:extLst>
              <a:ext uri="{FF2B5EF4-FFF2-40B4-BE49-F238E27FC236}">
                <a16:creationId xmlns:a16="http://schemas.microsoft.com/office/drawing/2014/main" id="{896C2FED-8270-43C8-AB75-D4428B315A8C}"/>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cxnSp>
        <p:nvCxnSpPr>
          <p:cNvPr id="13" name="Straight Connector 12">
            <a:extLst>
              <a:ext uri="{FF2B5EF4-FFF2-40B4-BE49-F238E27FC236}">
                <a16:creationId xmlns:a16="http://schemas.microsoft.com/office/drawing/2014/main" id="{F4210285-22FB-460A-BF38-045CDC521E10}"/>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15" name="Subtitle 2">
            <a:extLst>
              <a:ext uri="{FF2B5EF4-FFF2-40B4-BE49-F238E27FC236}">
                <a16:creationId xmlns:a16="http://schemas.microsoft.com/office/drawing/2014/main" id="{58FD6C79-979B-4363-AE0D-7F6066231FD4}"/>
              </a:ext>
            </a:extLst>
          </p:cNvPr>
          <p:cNvSpPr>
            <a:spLocks noGrp="1"/>
          </p:cNvSpPr>
          <p:nvPr>
            <p:ph type="subTitle" idx="13"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
        <p:nvSpPr>
          <p:cNvPr id="17" name="Content Placeholder 2">
            <a:extLst>
              <a:ext uri="{FF2B5EF4-FFF2-40B4-BE49-F238E27FC236}">
                <a16:creationId xmlns:a16="http://schemas.microsoft.com/office/drawing/2014/main" id="{B6B43F72-83DC-4D0E-94D2-125491A2BD42}"/>
              </a:ext>
            </a:extLst>
          </p:cNvPr>
          <p:cNvSpPr>
            <a:spLocks noGrp="1"/>
          </p:cNvSpPr>
          <p:nvPr>
            <p:ph idx="1"/>
          </p:nvPr>
        </p:nvSpPr>
        <p:spPr>
          <a:xfrm>
            <a:off x="667266" y="1453418"/>
            <a:ext cx="11153946" cy="1629609"/>
          </a:xfrm>
          <a:prstGeom prst="rect">
            <a:avLst/>
          </a:prstGeom>
        </p:spPr>
        <p:txBody>
          <a:bodyPr/>
          <a:lstStyle>
            <a:lvl1pPr>
              <a:buClr>
                <a:srgbClr val="CB333B"/>
              </a:buClr>
              <a:defRPr/>
            </a:lvl1pPr>
            <a:lvl3pPr>
              <a:buClr>
                <a:srgbClr val="334EA2"/>
              </a:buClr>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008754777"/>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Picture Layout B5">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3EE9A70-91FA-4DFC-B912-9776A91E85F2}"/>
              </a:ext>
            </a:extLst>
          </p:cNvPr>
          <p:cNvSpPr>
            <a:spLocks noGrp="1"/>
          </p:cNvSpPr>
          <p:nvPr>
            <p:ph type="pic" sz="quarter" idx="11"/>
          </p:nvPr>
        </p:nvSpPr>
        <p:spPr>
          <a:xfrm>
            <a:off x="369212" y="3429000"/>
            <a:ext cx="3851914" cy="292735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3" name="Slide Number Placeholder 2">
            <a:extLst>
              <a:ext uri="{FF2B5EF4-FFF2-40B4-BE49-F238E27FC236}">
                <a16:creationId xmlns:a16="http://schemas.microsoft.com/office/drawing/2014/main" id="{A7688725-B959-46AC-B974-CA703F3667BF}"/>
              </a:ext>
            </a:extLst>
          </p:cNvPr>
          <p:cNvSpPr>
            <a:spLocks noGrp="1"/>
          </p:cNvSpPr>
          <p:nvPr>
            <p:ph type="sldNum" sz="quarter" idx="10"/>
          </p:nvPr>
        </p:nvSpPr>
        <p:spPr/>
        <p:txBody>
          <a:bodyPr/>
          <a:lstStyle/>
          <a:p>
            <a:fld id="{F9C72FE7-3E28-4995-B4B7-F4CABFB817F3}" type="slidenum">
              <a:rPr lang="en-GB" smtClean="0"/>
              <a:pPr/>
              <a:t>‹#›</a:t>
            </a:fld>
            <a:endParaRPr lang="en-GB"/>
          </a:p>
        </p:txBody>
      </p:sp>
      <p:sp>
        <p:nvSpPr>
          <p:cNvPr id="11" name="Title 1">
            <a:extLst>
              <a:ext uri="{FF2B5EF4-FFF2-40B4-BE49-F238E27FC236}">
                <a16:creationId xmlns:a16="http://schemas.microsoft.com/office/drawing/2014/main" id="{896C2FED-8270-43C8-AB75-D4428B315A8C}"/>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cxnSp>
        <p:nvCxnSpPr>
          <p:cNvPr id="13" name="Straight Connector 12">
            <a:extLst>
              <a:ext uri="{FF2B5EF4-FFF2-40B4-BE49-F238E27FC236}">
                <a16:creationId xmlns:a16="http://schemas.microsoft.com/office/drawing/2014/main" id="{F4210285-22FB-460A-BF38-045CDC521E10}"/>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19" name="Content Placeholder 2">
            <a:extLst>
              <a:ext uri="{FF2B5EF4-FFF2-40B4-BE49-F238E27FC236}">
                <a16:creationId xmlns:a16="http://schemas.microsoft.com/office/drawing/2014/main" id="{17EE3D8E-E9E1-4656-AA68-B00B0C2F3799}"/>
              </a:ext>
            </a:extLst>
          </p:cNvPr>
          <p:cNvSpPr>
            <a:spLocks noGrp="1"/>
          </p:cNvSpPr>
          <p:nvPr>
            <p:ph idx="1"/>
          </p:nvPr>
        </p:nvSpPr>
        <p:spPr>
          <a:xfrm>
            <a:off x="667266" y="1453418"/>
            <a:ext cx="11153946" cy="1629609"/>
          </a:xfrm>
          <a:prstGeom prst="rect">
            <a:avLst/>
          </a:prstGeom>
        </p:spPr>
        <p:txBody>
          <a:bodyPr/>
          <a:lstStyle>
            <a:lvl1pPr>
              <a:buClr>
                <a:srgbClr val="CB333B"/>
              </a:buClr>
              <a:defRPr/>
            </a:lvl1pPr>
            <a:lvl3pPr>
              <a:buClr>
                <a:srgbClr val="334EA2"/>
              </a:buClr>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Picture Placeholder 4">
            <a:extLst>
              <a:ext uri="{FF2B5EF4-FFF2-40B4-BE49-F238E27FC236}">
                <a16:creationId xmlns:a16="http://schemas.microsoft.com/office/drawing/2014/main" id="{BBE5849B-5646-439E-BF04-560DD390B496}"/>
              </a:ext>
            </a:extLst>
          </p:cNvPr>
          <p:cNvSpPr>
            <a:spLocks noGrp="1"/>
          </p:cNvSpPr>
          <p:nvPr>
            <p:ph type="pic" sz="quarter" idx="12"/>
          </p:nvPr>
        </p:nvSpPr>
        <p:spPr>
          <a:xfrm>
            <a:off x="4354649" y="3429000"/>
            <a:ext cx="3851914" cy="292735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10" name="Picture Placeholder 4">
            <a:extLst>
              <a:ext uri="{FF2B5EF4-FFF2-40B4-BE49-F238E27FC236}">
                <a16:creationId xmlns:a16="http://schemas.microsoft.com/office/drawing/2014/main" id="{AE0783A2-2C3D-4359-9896-BC40FA67F2DF}"/>
              </a:ext>
            </a:extLst>
          </p:cNvPr>
          <p:cNvSpPr>
            <a:spLocks noGrp="1"/>
          </p:cNvSpPr>
          <p:nvPr>
            <p:ph type="pic" sz="quarter" idx="13"/>
          </p:nvPr>
        </p:nvSpPr>
        <p:spPr>
          <a:xfrm>
            <a:off x="8340086" y="3429000"/>
            <a:ext cx="3851914" cy="292735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Tree>
    <p:extLst>
      <p:ext uri="{BB962C8B-B14F-4D97-AF65-F5344CB8AC3E}">
        <p14:creationId xmlns:p14="http://schemas.microsoft.com/office/powerpoint/2010/main" val="1885541054"/>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Picture Layout B6">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3EE9A70-91FA-4DFC-B912-9776A91E85F2}"/>
              </a:ext>
            </a:extLst>
          </p:cNvPr>
          <p:cNvSpPr>
            <a:spLocks noGrp="1"/>
          </p:cNvSpPr>
          <p:nvPr>
            <p:ph type="pic" sz="quarter" idx="11"/>
          </p:nvPr>
        </p:nvSpPr>
        <p:spPr>
          <a:xfrm>
            <a:off x="369212" y="3429000"/>
            <a:ext cx="3851914" cy="292735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3" name="Slide Number Placeholder 2">
            <a:extLst>
              <a:ext uri="{FF2B5EF4-FFF2-40B4-BE49-F238E27FC236}">
                <a16:creationId xmlns:a16="http://schemas.microsoft.com/office/drawing/2014/main" id="{A7688725-B959-46AC-B974-CA703F3667BF}"/>
              </a:ext>
            </a:extLst>
          </p:cNvPr>
          <p:cNvSpPr>
            <a:spLocks noGrp="1"/>
          </p:cNvSpPr>
          <p:nvPr>
            <p:ph type="sldNum" sz="quarter" idx="10"/>
          </p:nvPr>
        </p:nvSpPr>
        <p:spPr/>
        <p:txBody>
          <a:bodyPr/>
          <a:lstStyle/>
          <a:p>
            <a:fld id="{F9C72FE7-3E28-4995-B4B7-F4CABFB817F3}" type="slidenum">
              <a:rPr lang="en-GB" smtClean="0"/>
              <a:pPr/>
              <a:t>‹#›</a:t>
            </a:fld>
            <a:endParaRPr lang="en-GB"/>
          </a:p>
        </p:txBody>
      </p:sp>
      <p:sp>
        <p:nvSpPr>
          <p:cNvPr id="11" name="Title 1">
            <a:extLst>
              <a:ext uri="{FF2B5EF4-FFF2-40B4-BE49-F238E27FC236}">
                <a16:creationId xmlns:a16="http://schemas.microsoft.com/office/drawing/2014/main" id="{896C2FED-8270-43C8-AB75-D4428B315A8C}"/>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cxnSp>
        <p:nvCxnSpPr>
          <p:cNvPr id="13" name="Straight Connector 12">
            <a:extLst>
              <a:ext uri="{FF2B5EF4-FFF2-40B4-BE49-F238E27FC236}">
                <a16:creationId xmlns:a16="http://schemas.microsoft.com/office/drawing/2014/main" id="{F4210285-22FB-460A-BF38-045CDC521E10}"/>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19" name="Content Placeholder 2">
            <a:extLst>
              <a:ext uri="{FF2B5EF4-FFF2-40B4-BE49-F238E27FC236}">
                <a16:creationId xmlns:a16="http://schemas.microsoft.com/office/drawing/2014/main" id="{17EE3D8E-E9E1-4656-AA68-B00B0C2F3799}"/>
              </a:ext>
            </a:extLst>
          </p:cNvPr>
          <p:cNvSpPr>
            <a:spLocks noGrp="1"/>
          </p:cNvSpPr>
          <p:nvPr>
            <p:ph idx="1"/>
          </p:nvPr>
        </p:nvSpPr>
        <p:spPr>
          <a:xfrm>
            <a:off x="667266" y="1453418"/>
            <a:ext cx="11153946" cy="1629609"/>
          </a:xfrm>
          <a:prstGeom prst="rect">
            <a:avLst/>
          </a:prstGeom>
        </p:spPr>
        <p:txBody>
          <a:bodyPr/>
          <a:lstStyle>
            <a:lvl1pPr>
              <a:buClr>
                <a:srgbClr val="CB333B"/>
              </a:buClr>
              <a:defRPr/>
            </a:lvl1pPr>
            <a:lvl3pPr>
              <a:buClr>
                <a:srgbClr val="334EA2"/>
              </a:buClr>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Picture Placeholder 4">
            <a:extLst>
              <a:ext uri="{FF2B5EF4-FFF2-40B4-BE49-F238E27FC236}">
                <a16:creationId xmlns:a16="http://schemas.microsoft.com/office/drawing/2014/main" id="{BBE5849B-5646-439E-BF04-560DD390B496}"/>
              </a:ext>
            </a:extLst>
          </p:cNvPr>
          <p:cNvSpPr>
            <a:spLocks noGrp="1"/>
          </p:cNvSpPr>
          <p:nvPr>
            <p:ph type="pic" sz="quarter" idx="12"/>
          </p:nvPr>
        </p:nvSpPr>
        <p:spPr>
          <a:xfrm>
            <a:off x="4354649" y="3429000"/>
            <a:ext cx="3851914" cy="292735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10" name="Picture Placeholder 4">
            <a:extLst>
              <a:ext uri="{FF2B5EF4-FFF2-40B4-BE49-F238E27FC236}">
                <a16:creationId xmlns:a16="http://schemas.microsoft.com/office/drawing/2014/main" id="{AE0783A2-2C3D-4359-9896-BC40FA67F2DF}"/>
              </a:ext>
            </a:extLst>
          </p:cNvPr>
          <p:cNvSpPr>
            <a:spLocks noGrp="1"/>
          </p:cNvSpPr>
          <p:nvPr>
            <p:ph type="pic" sz="quarter" idx="13"/>
          </p:nvPr>
        </p:nvSpPr>
        <p:spPr>
          <a:xfrm>
            <a:off x="8340086" y="3429000"/>
            <a:ext cx="3851914" cy="292735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12" name="Subtitle 2">
            <a:extLst>
              <a:ext uri="{FF2B5EF4-FFF2-40B4-BE49-F238E27FC236}">
                <a16:creationId xmlns:a16="http://schemas.microsoft.com/office/drawing/2014/main" id="{80E8DD4F-59A5-48B5-9207-ACB3F71B5FD2}"/>
              </a:ext>
            </a:extLst>
          </p:cNvPr>
          <p:cNvSpPr>
            <a:spLocks noGrp="1"/>
          </p:cNvSpPr>
          <p:nvPr>
            <p:ph type="subTitle" idx="14"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Tree>
    <p:extLst>
      <p:ext uri="{BB962C8B-B14F-4D97-AF65-F5344CB8AC3E}">
        <p14:creationId xmlns:p14="http://schemas.microsoft.com/office/powerpoint/2010/main" val="4236935360"/>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Picture Layout C1">
    <p:spTree>
      <p:nvGrpSpPr>
        <p:cNvPr id="1" name=""/>
        <p:cNvGrpSpPr/>
        <p:nvPr/>
      </p:nvGrpSpPr>
      <p:grpSpPr>
        <a:xfrm>
          <a:off x="0" y="0"/>
          <a:ext cx="0" cy="0"/>
          <a:chOff x="0" y="0"/>
          <a:chExt cx="0" cy="0"/>
        </a:xfrm>
      </p:grpSpPr>
      <p:sp>
        <p:nvSpPr>
          <p:cNvPr id="16" name="Picture Placeholder 4">
            <a:extLst>
              <a:ext uri="{FF2B5EF4-FFF2-40B4-BE49-F238E27FC236}">
                <a16:creationId xmlns:a16="http://schemas.microsoft.com/office/drawing/2014/main" id="{CD9F3CF4-334E-4E3C-B2B5-54DE047F4693}"/>
              </a:ext>
            </a:extLst>
          </p:cNvPr>
          <p:cNvSpPr>
            <a:spLocks noGrp="1"/>
          </p:cNvSpPr>
          <p:nvPr>
            <p:ph type="pic" sz="quarter" idx="14"/>
          </p:nvPr>
        </p:nvSpPr>
        <p:spPr>
          <a:xfrm>
            <a:off x="5924550" y="1430887"/>
            <a:ext cx="6267450" cy="4947987"/>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3" name="Slide Number Placeholder 2">
            <a:extLst>
              <a:ext uri="{FF2B5EF4-FFF2-40B4-BE49-F238E27FC236}">
                <a16:creationId xmlns:a16="http://schemas.microsoft.com/office/drawing/2014/main" id="{A7688725-B959-46AC-B974-CA703F3667BF}"/>
              </a:ext>
            </a:extLst>
          </p:cNvPr>
          <p:cNvSpPr>
            <a:spLocks noGrp="1"/>
          </p:cNvSpPr>
          <p:nvPr>
            <p:ph type="sldNum" sz="quarter" idx="10"/>
          </p:nvPr>
        </p:nvSpPr>
        <p:spPr/>
        <p:txBody>
          <a:bodyPr/>
          <a:lstStyle/>
          <a:p>
            <a:fld id="{F9C72FE7-3E28-4995-B4B7-F4CABFB817F3}" type="slidenum">
              <a:rPr lang="en-GB" smtClean="0"/>
              <a:pPr/>
              <a:t>‹#›</a:t>
            </a:fld>
            <a:endParaRPr lang="en-GB"/>
          </a:p>
        </p:txBody>
      </p:sp>
      <p:sp>
        <p:nvSpPr>
          <p:cNvPr id="11" name="Title 1">
            <a:extLst>
              <a:ext uri="{FF2B5EF4-FFF2-40B4-BE49-F238E27FC236}">
                <a16:creationId xmlns:a16="http://schemas.microsoft.com/office/drawing/2014/main" id="{896C2FED-8270-43C8-AB75-D4428B315A8C}"/>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cxnSp>
        <p:nvCxnSpPr>
          <p:cNvPr id="13" name="Straight Connector 12">
            <a:extLst>
              <a:ext uri="{FF2B5EF4-FFF2-40B4-BE49-F238E27FC236}">
                <a16:creationId xmlns:a16="http://schemas.microsoft.com/office/drawing/2014/main" id="{F4210285-22FB-460A-BF38-045CDC521E10}"/>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19" name="Content Placeholder 2">
            <a:extLst>
              <a:ext uri="{FF2B5EF4-FFF2-40B4-BE49-F238E27FC236}">
                <a16:creationId xmlns:a16="http://schemas.microsoft.com/office/drawing/2014/main" id="{D158AEA5-459E-40B0-82E6-7E36F13EE866}"/>
              </a:ext>
            </a:extLst>
          </p:cNvPr>
          <p:cNvSpPr>
            <a:spLocks noGrp="1"/>
          </p:cNvSpPr>
          <p:nvPr>
            <p:ph idx="1"/>
          </p:nvPr>
        </p:nvSpPr>
        <p:spPr>
          <a:xfrm>
            <a:off x="667267" y="1430887"/>
            <a:ext cx="5088676" cy="4925457"/>
          </a:xfrm>
          <a:prstGeom prst="rect">
            <a:avLst/>
          </a:prstGeom>
        </p:spPr>
        <p:txBody>
          <a:bodyPr/>
          <a:lstStyle>
            <a:lvl1pPr>
              <a:buClr>
                <a:srgbClr val="CB333B"/>
              </a:buClr>
              <a:defRPr/>
            </a:lvl1pPr>
            <a:lvl3pPr>
              <a:buClr>
                <a:srgbClr val="334EA2"/>
              </a:buClr>
              <a:defRPr/>
            </a:lvl3pPr>
            <a:lvl5pPr>
              <a:buClr>
                <a:srgbClr val="74787B"/>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728192902"/>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Picture Layout C2">
    <p:spTree>
      <p:nvGrpSpPr>
        <p:cNvPr id="1" name=""/>
        <p:cNvGrpSpPr/>
        <p:nvPr/>
      </p:nvGrpSpPr>
      <p:grpSpPr>
        <a:xfrm>
          <a:off x="0" y="0"/>
          <a:ext cx="0" cy="0"/>
          <a:chOff x="0" y="0"/>
          <a:chExt cx="0" cy="0"/>
        </a:xfrm>
      </p:grpSpPr>
      <p:sp>
        <p:nvSpPr>
          <p:cNvPr id="16" name="Picture Placeholder 4">
            <a:extLst>
              <a:ext uri="{FF2B5EF4-FFF2-40B4-BE49-F238E27FC236}">
                <a16:creationId xmlns:a16="http://schemas.microsoft.com/office/drawing/2014/main" id="{CD9F3CF4-334E-4E3C-B2B5-54DE047F4693}"/>
              </a:ext>
            </a:extLst>
          </p:cNvPr>
          <p:cNvSpPr>
            <a:spLocks noGrp="1"/>
          </p:cNvSpPr>
          <p:nvPr>
            <p:ph type="pic" sz="quarter" idx="14"/>
          </p:nvPr>
        </p:nvSpPr>
        <p:spPr>
          <a:xfrm>
            <a:off x="5924550" y="1430887"/>
            <a:ext cx="6267450" cy="4947987"/>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3" name="Slide Number Placeholder 2">
            <a:extLst>
              <a:ext uri="{FF2B5EF4-FFF2-40B4-BE49-F238E27FC236}">
                <a16:creationId xmlns:a16="http://schemas.microsoft.com/office/drawing/2014/main" id="{A7688725-B959-46AC-B974-CA703F3667BF}"/>
              </a:ext>
            </a:extLst>
          </p:cNvPr>
          <p:cNvSpPr>
            <a:spLocks noGrp="1"/>
          </p:cNvSpPr>
          <p:nvPr>
            <p:ph type="sldNum" sz="quarter" idx="10"/>
          </p:nvPr>
        </p:nvSpPr>
        <p:spPr/>
        <p:txBody>
          <a:bodyPr/>
          <a:lstStyle/>
          <a:p>
            <a:fld id="{F9C72FE7-3E28-4995-B4B7-F4CABFB817F3}" type="slidenum">
              <a:rPr lang="en-GB" smtClean="0"/>
              <a:pPr/>
              <a:t>‹#›</a:t>
            </a:fld>
            <a:endParaRPr lang="en-GB"/>
          </a:p>
        </p:txBody>
      </p:sp>
      <p:sp>
        <p:nvSpPr>
          <p:cNvPr id="11" name="Title 1">
            <a:extLst>
              <a:ext uri="{FF2B5EF4-FFF2-40B4-BE49-F238E27FC236}">
                <a16:creationId xmlns:a16="http://schemas.microsoft.com/office/drawing/2014/main" id="{896C2FED-8270-43C8-AB75-D4428B315A8C}"/>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12" name="Content Placeholder 2">
            <a:extLst>
              <a:ext uri="{FF2B5EF4-FFF2-40B4-BE49-F238E27FC236}">
                <a16:creationId xmlns:a16="http://schemas.microsoft.com/office/drawing/2014/main" id="{85F8BE55-0278-414E-AE41-9F5C0BE5F0F9}"/>
              </a:ext>
            </a:extLst>
          </p:cNvPr>
          <p:cNvSpPr>
            <a:spLocks noGrp="1"/>
          </p:cNvSpPr>
          <p:nvPr>
            <p:ph idx="1"/>
          </p:nvPr>
        </p:nvSpPr>
        <p:spPr>
          <a:xfrm>
            <a:off x="667267" y="1430887"/>
            <a:ext cx="5088676" cy="4925457"/>
          </a:xfrm>
          <a:prstGeom prst="rect">
            <a:avLst/>
          </a:prstGeom>
        </p:spPr>
        <p:txBody>
          <a:bodyPr/>
          <a:lstStyle>
            <a:lvl1pPr>
              <a:buClr>
                <a:srgbClr val="CB333B"/>
              </a:buClr>
              <a:defRPr/>
            </a:lvl1pPr>
            <a:lvl3pPr>
              <a:buClr>
                <a:srgbClr val="334EA2"/>
              </a:buClr>
              <a:defRPr/>
            </a:lvl3pPr>
            <a:lvl5pPr>
              <a:buClr>
                <a:srgbClr val="74787B"/>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13" name="Straight Connector 12">
            <a:extLst>
              <a:ext uri="{FF2B5EF4-FFF2-40B4-BE49-F238E27FC236}">
                <a16:creationId xmlns:a16="http://schemas.microsoft.com/office/drawing/2014/main" id="{F4210285-22FB-460A-BF38-045CDC521E10}"/>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15" name="Subtitle 2">
            <a:extLst>
              <a:ext uri="{FF2B5EF4-FFF2-40B4-BE49-F238E27FC236}">
                <a16:creationId xmlns:a16="http://schemas.microsoft.com/office/drawing/2014/main" id="{58FD6C79-979B-4363-AE0D-7F6066231FD4}"/>
              </a:ext>
            </a:extLst>
          </p:cNvPr>
          <p:cNvSpPr>
            <a:spLocks noGrp="1"/>
          </p:cNvSpPr>
          <p:nvPr>
            <p:ph type="subTitle" idx="13"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Tree>
    <p:extLst>
      <p:ext uri="{BB962C8B-B14F-4D97-AF65-F5344CB8AC3E}">
        <p14:creationId xmlns:p14="http://schemas.microsoft.com/office/powerpoint/2010/main" val="2177678915"/>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Picture Layout D1">
    <p:spTree>
      <p:nvGrpSpPr>
        <p:cNvPr id="1" name=""/>
        <p:cNvGrpSpPr/>
        <p:nvPr/>
      </p:nvGrpSpPr>
      <p:grpSpPr>
        <a:xfrm>
          <a:off x="0" y="0"/>
          <a:ext cx="0" cy="0"/>
          <a:chOff x="0" y="0"/>
          <a:chExt cx="0" cy="0"/>
        </a:xfrm>
      </p:grpSpPr>
      <p:sp>
        <p:nvSpPr>
          <p:cNvPr id="21" name="Picture Placeholder 4">
            <a:extLst>
              <a:ext uri="{FF2B5EF4-FFF2-40B4-BE49-F238E27FC236}">
                <a16:creationId xmlns:a16="http://schemas.microsoft.com/office/drawing/2014/main" id="{E185BAA9-7824-49AF-8549-23BEA8FC337E}"/>
              </a:ext>
            </a:extLst>
          </p:cNvPr>
          <p:cNvSpPr>
            <a:spLocks noGrp="1"/>
          </p:cNvSpPr>
          <p:nvPr>
            <p:ph type="pic" sz="quarter" idx="16"/>
          </p:nvPr>
        </p:nvSpPr>
        <p:spPr>
          <a:xfrm>
            <a:off x="8153400" y="1430887"/>
            <a:ext cx="4038600" cy="2389031"/>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16" name="Picture Placeholder 4">
            <a:extLst>
              <a:ext uri="{FF2B5EF4-FFF2-40B4-BE49-F238E27FC236}">
                <a16:creationId xmlns:a16="http://schemas.microsoft.com/office/drawing/2014/main" id="{CD9F3CF4-334E-4E3C-B2B5-54DE047F4693}"/>
              </a:ext>
            </a:extLst>
          </p:cNvPr>
          <p:cNvSpPr>
            <a:spLocks noGrp="1"/>
          </p:cNvSpPr>
          <p:nvPr>
            <p:ph type="pic" sz="quarter" idx="14"/>
          </p:nvPr>
        </p:nvSpPr>
        <p:spPr>
          <a:xfrm>
            <a:off x="8153400" y="3963235"/>
            <a:ext cx="4038600" cy="2389031"/>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3" name="Slide Number Placeholder 2">
            <a:extLst>
              <a:ext uri="{FF2B5EF4-FFF2-40B4-BE49-F238E27FC236}">
                <a16:creationId xmlns:a16="http://schemas.microsoft.com/office/drawing/2014/main" id="{A7688725-B959-46AC-B974-CA703F3667BF}"/>
              </a:ext>
            </a:extLst>
          </p:cNvPr>
          <p:cNvSpPr>
            <a:spLocks noGrp="1"/>
          </p:cNvSpPr>
          <p:nvPr>
            <p:ph type="sldNum" sz="quarter" idx="10"/>
          </p:nvPr>
        </p:nvSpPr>
        <p:spPr/>
        <p:txBody>
          <a:bodyPr/>
          <a:lstStyle/>
          <a:p>
            <a:fld id="{F9C72FE7-3E28-4995-B4B7-F4CABFB817F3}" type="slidenum">
              <a:rPr lang="en-GB" smtClean="0"/>
              <a:pPr/>
              <a:t>‹#›</a:t>
            </a:fld>
            <a:endParaRPr lang="en-GB"/>
          </a:p>
        </p:txBody>
      </p:sp>
      <p:sp>
        <p:nvSpPr>
          <p:cNvPr id="11" name="Title 1">
            <a:extLst>
              <a:ext uri="{FF2B5EF4-FFF2-40B4-BE49-F238E27FC236}">
                <a16:creationId xmlns:a16="http://schemas.microsoft.com/office/drawing/2014/main" id="{896C2FED-8270-43C8-AB75-D4428B315A8C}"/>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cxnSp>
        <p:nvCxnSpPr>
          <p:cNvPr id="13" name="Straight Connector 12">
            <a:extLst>
              <a:ext uri="{FF2B5EF4-FFF2-40B4-BE49-F238E27FC236}">
                <a16:creationId xmlns:a16="http://schemas.microsoft.com/office/drawing/2014/main" id="{F4210285-22FB-460A-BF38-045CDC521E10}"/>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22" name="Content Placeholder 2">
            <a:extLst>
              <a:ext uri="{FF2B5EF4-FFF2-40B4-BE49-F238E27FC236}">
                <a16:creationId xmlns:a16="http://schemas.microsoft.com/office/drawing/2014/main" id="{D38248FB-7E96-4CC9-BCF4-246FB6133BDE}"/>
              </a:ext>
            </a:extLst>
          </p:cNvPr>
          <p:cNvSpPr>
            <a:spLocks noGrp="1"/>
          </p:cNvSpPr>
          <p:nvPr>
            <p:ph idx="22"/>
          </p:nvPr>
        </p:nvSpPr>
        <p:spPr>
          <a:xfrm>
            <a:off x="667267" y="1430887"/>
            <a:ext cx="7175048" cy="4925457"/>
          </a:xfrm>
          <a:prstGeom prst="rect">
            <a:avLst/>
          </a:prstGeom>
        </p:spPr>
        <p:txBody>
          <a:bodyPr/>
          <a:lstStyle>
            <a:lvl1pPr>
              <a:buClr>
                <a:srgbClr val="CB333B"/>
              </a:buClr>
              <a:defRPr/>
            </a:lvl1pPr>
            <a:lvl3pPr>
              <a:buClr>
                <a:srgbClr val="334EA2"/>
              </a:buClr>
              <a:defRPr/>
            </a:lvl3pPr>
            <a:lvl5pPr>
              <a:buClr>
                <a:srgbClr val="74787B"/>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262115484"/>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Picture Layout D2">
    <p:spTree>
      <p:nvGrpSpPr>
        <p:cNvPr id="1" name=""/>
        <p:cNvGrpSpPr/>
        <p:nvPr/>
      </p:nvGrpSpPr>
      <p:grpSpPr>
        <a:xfrm>
          <a:off x="0" y="0"/>
          <a:ext cx="0" cy="0"/>
          <a:chOff x="0" y="0"/>
          <a:chExt cx="0" cy="0"/>
        </a:xfrm>
      </p:grpSpPr>
      <p:sp>
        <p:nvSpPr>
          <p:cNvPr id="21" name="Picture Placeholder 4">
            <a:extLst>
              <a:ext uri="{FF2B5EF4-FFF2-40B4-BE49-F238E27FC236}">
                <a16:creationId xmlns:a16="http://schemas.microsoft.com/office/drawing/2014/main" id="{E185BAA9-7824-49AF-8549-23BEA8FC337E}"/>
              </a:ext>
            </a:extLst>
          </p:cNvPr>
          <p:cNvSpPr>
            <a:spLocks noGrp="1"/>
          </p:cNvSpPr>
          <p:nvPr>
            <p:ph type="pic" sz="quarter" idx="16"/>
          </p:nvPr>
        </p:nvSpPr>
        <p:spPr>
          <a:xfrm>
            <a:off x="8153400" y="1430887"/>
            <a:ext cx="4038600" cy="2389031"/>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16" name="Picture Placeholder 4">
            <a:extLst>
              <a:ext uri="{FF2B5EF4-FFF2-40B4-BE49-F238E27FC236}">
                <a16:creationId xmlns:a16="http://schemas.microsoft.com/office/drawing/2014/main" id="{CD9F3CF4-334E-4E3C-B2B5-54DE047F4693}"/>
              </a:ext>
            </a:extLst>
          </p:cNvPr>
          <p:cNvSpPr>
            <a:spLocks noGrp="1"/>
          </p:cNvSpPr>
          <p:nvPr>
            <p:ph type="pic" sz="quarter" idx="14"/>
          </p:nvPr>
        </p:nvSpPr>
        <p:spPr>
          <a:xfrm>
            <a:off x="8153400" y="3963235"/>
            <a:ext cx="4038600" cy="2389031"/>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3" name="Slide Number Placeholder 2">
            <a:extLst>
              <a:ext uri="{FF2B5EF4-FFF2-40B4-BE49-F238E27FC236}">
                <a16:creationId xmlns:a16="http://schemas.microsoft.com/office/drawing/2014/main" id="{A7688725-B959-46AC-B974-CA703F3667BF}"/>
              </a:ext>
            </a:extLst>
          </p:cNvPr>
          <p:cNvSpPr>
            <a:spLocks noGrp="1"/>
          </p:cNvSpPr>
          <p:nvPr>
            <p:ph type="sldNum" sz="quarter" idx="10"/>
          </p:nvPr>
        </p:nvSpPr>
        <p:spPr/>
        <p:txBody>
          <a:bodyPr/>
          <a:lstStyle/>
          <a:p>
            <a:fld id="{F9C72FE7-3E28-4995-B4B7-F4CABFB817F3}" type="slidenum">
              <a:rPr lang="en-GB" smtClean="0"/>
              <a:pPr/>
              <a:t>‹#›</a:t>
            </a:fld>
            <a:endParaRPr lang="en-GB"/>
          </a:p>
        </p:txBody>
      </p:sp>
      <p:sp>
        <p:nvSpPr>
          <p:cNvPr id="11" name="Title 1">
            <a:extLst>
              <a:ext uri="{FF2B5EF4-FFF2-40B4-BE49-F238E27FC236}">
                <a16:creationId xmlns:a16="http://schemas.microsoft.com/office/drawing/2014/main" id="{896C2FED-8270-43C8-AB75-D4428B315A8C}"/>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cxnSp>
        <p:nvCxnSpPr>
          <p:cNvPr id="13" name="Straight Connector 12">
            <a:extLst>
              <a:ext uri="{FF2B5EF4-FFF2-40B4-BE49-F238E27FC236}">
                <a16:creationId xmlns:a16="http://schemas.microsoft.com/office/drawing/2014/main" id="{F4210285-22FB-460A-BF38-045CDC521E10}"/>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15" name="Subtitle 2">
            <a:extLst>
              <a:ext uri="{FF2B5EF4-FFF2-40B4-BE49-F238E27FC236}">
                <a16:creationId xmlns:a16="http://schemas.microsoft.com/office/drawing/2014/main" id="{58FD6C79-979B-4363-AE0D-7F6066231FD4}"/>
              </a:ext>
            </a:extLst>
          </p:cNvPr>
          <p:cNvSpPr>
            <a:spLocks noGrp="1"/>
          </p:cNvSpPr>
          <p:nvPr>
            <p:ph type="subTitle" idx="13"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
        <p:nvSpPr>
          <p:cNvPr id="28" name="Content Placeholder 2">
            <a:extLst>
              <a:ext uri="{FF2B5EF4-FFF2-40B4-BE49-F238E27FC236}">
                <a16:creationId xmlns:a16="http://schemas.microsoft.com/office/drawing/2014/main" id="{5401BC5D-860F-40CB-BEDD-79A33F007C70}"/>
              </a:ext>
            </a:extLst>
          </p:cNvPr>
          <p:cNvSpPr>
            <a:spLocks noGrp="1"/>
          </p:cNvSpPr>
          <p:nvPr>
            <p:ph idx="22"/>
          </p:nvPr>
        </p:nvSpPr>
        <p:spPr>
          <a:xfrm>
            <a:off x="667267" y="1430887"/>
            <a:ext cx="7175048" cy="4925457"/>
          </a:xfrm>
          <a:prstGeom prst="rect">
            <a:avLst/>
          </a:prstGeom>
        </p:spPr>
        <p:txBody>
          <a:bodyPr/>
          <a:lstStyle>
            <a:lvl1pPr>
              <a:buClr>
                <a:srgbClr val="CB333B"/>
              </a:buClr>
              <a:defRPr/>
            </a:lvl1pPr>
            <a:lvl3pPr>
              <a:buClr>
                <a:srgbClr val="334EA2"/>
              </a:buClr>
              <a:defRPr/>
            </a:lvl3pPr>
            <a:lvl5pPr>
              <a:buClr>
                <a:srgbClr val="74787B"/>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056052212"/>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Picture Layout E1">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3EE9A70-91FA-4DFC-B912-9776A91E85F2}"/>
              </a:ext>
            </a:extLst>
          </p:cNvPr>
          <p:cNvSpPr>
            <a:spLocks noGrp="1"/>
          </p:cNvSpPr>
          <p:nvPr>
            <p:ph type="pic" sz="quarter" idx="11"/>
          </p:nvPr>
        </p:nvSpPr>
        <p:spPr>
          <a:xfrm>
            <a:off x="360000" y="1156112"/>
            <a:ext cx="3798000" cy="249120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8" name="Picture Placeholder 4">
            <a:extLst>
              <a:ext uri="{FF2B5EF4-FFF2-40B4-BE49-F238E27FC236}">
                <a16:creationId xmlns:a16="http://schemas.microsoft.com/office/drawing/2014/main" id="{7DF16EF3-3642-4E3D-98F7-D9662B77BEDC}"/>
              </a:ext>
            </a:extLst>
          </p:cNvPr>
          <p:cNvSpPr>
            <a:spLocks noGrp="1"/>
          </p:cNvSpPr>
          <p:nvPr>
            <p:ph type="pic" sz="quarter" idx="12"/>
          </p:nvPr>
        </p:nvSpPr>
        <p:spPr>
          <a:xfrm>
            <a:off x="360000" y="3846047"/>
            <a:ext cx="3798000" cy="249120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12" name="Picture Placeholder 4">
            <a:extLst>
              <a:ext uri="{FF2B5EF4-FFF2-40B4-BE49-F238E27FC236}">
                <a16:creationId xmlns:a16="http://schemas.microsoft.com/office/drawing/2014/main" id="{B6945F74-B119-4CF6-AEAD-6D743FE7184D}"/>
              </a:ext>
            </a:extLst>
          </p:cNvPr>
          <p:cNvSpPr>
            <a:spLocks noGrp="1"/>
          </p:cNvSpPr>
          <p:nvPr>
            <p:ph type="pic" sz="quarter" idx="13"/>
          </p:nvPr>
        </p:nvSpPr>
        <p:spPr>
          <a:xfrm>
            <a:off x="4377000" y="1156112"/>
            <a:ext cx="3798000" cy="249120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13" name="Picture Placeholder 4">
            <a:extLst>
              <a:ext uri="{FF2B5EF4-FFF2-40B4-BE49-F238E27FC236}">
                <a16:creationId xmlns:a16="http://schemas.microsoft.com/office/drawing/2014/main" id="{2B5AD410-24E2-4C13-88F2-F6F3D08C8867}"/>
              </a:ext>
            </a:extLst>
          </p:cNvPr>
          <p:cNvSpPr>
            <a:spLocks noGrp="1"/>
          </p:cNvSpPr>
          <p:nvPr>
            <p:ph type="pic" sz="quarter" idx="14"/>
          </p:nvPr>
        </p:nvSpPr>
        <p:spPr>
          <a:xfrm>
            <a:off x="4377000" y="3846047"/>
            <a:ext cx="3798000" cy="249120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14" name="Picture Placeholder 4">
            <a:extLst>
              <a:ext uri="{FF2B5EF4-FFF2-40B4-BE49-F238E27FC236}">
                <a16:creationId xmlns:a16="http://schemas.microsoft.com/office/drawing/2014/main" id="{136CF4A2-F053-4BBC-9595-AC5E1EAAAEB3}"/>
              </a:ext>
            </a:extLst>
          </p:cNvPr>
          <p:cNvSpPr>
            <a:spLocks noGrp="1"/>
          </p:cNvSpPr>
          <p:nvPr>
            <p:ph type="pic" sz="quarter" idx="15"/>
          </p:nvPr>
        </p:nvSpPr>
        <p:spPr>
          <a:xfrm>
            <a:off x="8394000" y="1156112"/>
            <a:ext cx="3798000" cy="249120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15" name="Picture Placeholder 4">
            <a:extLst>
              <a:ext uri="{FF2B5EF4-FFF2-40B4-BE49-F238E27FC236}">
                <a16:creationId xmlns:a16="http://schemas.microsoft.com/office/drawing/2014/main" id="{214B30A9-BE86-4D57-9BDF-BE9087F117A6}"/>
              </a:ext>
            </a:extLst>
          </p:cNvPr>
          <p:cNvSpPr>
            <a:spLocks noGrp="1"/>
          </p:cNvSpPr>
          <p:nvPr>
            <p:ph type="pic" sz="quarter" idx="16"/>
          </p:nvPr>
        </p:nvSpPr>
        <p:spPr>
          <a:xfrm>
            <a:off x="8394000" y="3846047"/>
            <a:ext cx="3798000" cy="249120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3" name="Slide Number Placeholder 2">
            <a:extLst>
              <a:ext uri="{FF2B5EF4-FFF2-40B4-BE49-F238E27FC236}">
                <a16:creationId xmlns:a16="http://schemas.microsoft.com/office/drawing/2014/main" id="{A7688725-B959-46AC-B974-CA703F3667BF}"/>
              </a:ext>
            </a:extLst>
          </p:cNvPr>
          <p:cNvSpPr>
            <a:spLocks noGrp="1"/>
          </p:cNvSpPr>
          <p:nvPr>
            <p:ph type="sldNum" sz="quarter" idx="10"/>
          </p:nvPr>
        </p:nvSpPr>
        <p:spPr/>
        <p:txBody>
          <a:bodyPr/>
          <a:lstStyle/>
          <a:p>
            <a:fld id="{F9C72FE7-3E28-4995-B4B7-F4CABFB817F3}" type="slidenum">
              <a:rPr lang="en-GB" smtClean="0"/>
              <a:pPr/>
              <a:t>‹#›</a:t>
            </a:fld>
            <a:endParaRPr lang="en-GB"/>
          </a:p>
        </p:txBody>
      </p:sp>
      <p:sp>
        <p:nvSpPr>
          <p:cNvPr id="11" name="Title 1">
            <a:extLst>
              <a:ext uri="{FF2B5EF4-FFF2-40B4-BE49-F238E27FC236}">
                <a16:creationId xmlns:a16="http://schemas.microsoft.com/office/drawing/2014/main" id="{896C2FED-8270-43C8-AB75-D4428B315A8C}"/>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Tree>
    <p:extLst>
      <p:ext uri="{BB962C8B-B14F-4D97-AF65-F5344CB8AC3E}">
        <p14:creationId xmlns:p14="http://schemas.microsoft.com/office/powerpoint/2010/main" val="3785100156"/>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Picture Layout E2">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7688725-B959-46AC-B974-CA703F3667BF}"/>
              </a:ext>
            </a:extLst>
          </p:cNvPr>
          <p:cNvSpPr>
            <a:spLocks noGrp="1"/>
          </p:cNvSpPr>
          <p:nvPr>
            <p:ph type="sldNum" sz="quarter" idx="10"/>
          </p:nvPr>
        </p:nvSpPr>
        <p:spPr/>
        <p:txBody>
          <a:bodyPr/>
          <a:lstStyle/>
          <a:p>
            <a:fld id="{F9C72FE7-3E28-4995-B4B7-F4CABFB817F3}" type="slidenum">
              <a:rPr lang="en-GB" smtClean="0"/>
              <a:pPr/>
              <a:t>‹#›</a:t>
            </a:fld>
            <a:endParaRPr lang="en-GB"/>
          </a:p>
        </p:txBody>
      </p:sp>
      <p:sp>
        <p:nvSpPr>
          <p:cNvPr id="11" name="Title 1">
            <a:extLst>
              <a:ext uri="{FF2B5EF4-FFF2-40B4-BE49-F238E27FC236}">
                <a16:creationId xmlns:a16="http://schemas.microsoft.com/office/drawing/2014/main" id="{896C2FED-8270-43C8-AB75-D4428B315A8C}"/>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8" name="Picture Placeholder 4">
            <a:extLst>
              <a:ext uri="{FF2B5EF4-FFF2-40B4-BE49-F238E27FC236}">
                <a16:creationId xmlns:a16="http://schemas.microsoft.com/office/drawing/2014/main" id="{7DF16EF3-3642-4E3D-98F7-D9662B77BEDC}"/>
              </a:ext>
            </a:extLst>
          </p:cNvPr>
          <p:cNvSpPr>
            <a:spLocks noGrp="1"/>
          </p:cNvSpPr>
          <p:nvPr>
            <p:ph type="pic" sz="quarter" idx="12"/>
          </p:nvPr>
        </p:nvSpPr>
        <p:spPr>
          <a:xfrm>
            <a:off x="360000" y="3846047"/>
            <a:ext cx="3798000" cy="249120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12" name="Picture Placeholder 4">
            <a:extLst>
              <a:ext uri="{FF2B5EF4-FFF2-40B4-BE49-F238E27FC236}">
                <a16:creationId xmlns:a16="http://schemas.microsoft.com/office/drawing/2014/main" id="{B6945F74-B119-4CF6-AEAD-6D743FE7184D}"/>
              </a:ext>
            </a:extLst>
          </p:cNvPr>
          <p:cNvSpPr>
            <a:spLocks noGrp="1"/>
          </p:cNvSpPr>
          <p:nvPr>
            <p:ph type="pic" sz="quarter" idx="13"/>
          </p:nvPr>
        </p:nvSpPr>
        <p:spPr>
          <a:xfrm>
            <a:off x="4377000" y="1156112"/>
            <a:ext cx="3798000" cy="249120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13" name="Picture Placeholder 4">
            <a:extLst>
              <a:ext uri="{FF2B5EF4-FFF2-40B4-BE49-F238E27FC236}">
                <a16:creationId xmlns:a16="http://schemas.microsoft.com/office/drawing/2014/main" id="{2B5AD410-24E2-4C13-88F2-F6F3D08C8867}"/>
              </a:ext>
            </a:extLst>
          </p:cNvPr>
          <p:cNvSpPr>
            <a:spLocks noGrp="1"/>
          </p:cNvSpPr>
          <p:nvPr>
            <p:ph type="pic" sz="quarter" idx="14"/>
          </p:nvPr>
        </p:nvSpPr>
        <p:spPr>
          <a:xfrm>
            <a:off x="4377000" y="3846047"/>
            <a:ext cx="3798000" cy="249120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14" name="Picture Placeholder 4">
            <a:extLst>
              <a:ext uri="{FF2B5EF4-FFF2-40B4-BE49-F238E27FC236}">
                <a16:creationId xmlns:a16="http://schemas.microsoft.com/office/drawing/2014/main" id="{136CF4A2-F053-4BBC-9595-AC5E1EAAAEB3}"/>
              </a:ext>
            </a:extLst>
          </p:cNvPr>
          <p:cNvSpPr>
            <a:spLocks noGrp="1"/>
          </p:cNvSpPr>
          <p:nvPr>
            <p:ph type="pic" sz="quarter" idx="15"/>
          </p:nvPr>
        </p:nvSpPr>
        <p:spPr>
          <a:xfrm>
            <a:off x="8394000" y="1156112"/>
            <a:ext cx="3798000" cy="249120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18" name="Subtitle 2">
            <a:extLst>
              <a:ext uri="{FF2B5EF4-FFF2-40B4-BE49-F238E27FC236}">
                <a16:creationId xmlns:a16="http://schemas.microsoft.com/office/drawing/2014/main" id="{D8A03A57-F8DB-4A40-B0D1-65FCFB8BA022}"/>
              </a:ext>
            </a:extLst>
          </p:cNvPr>
          <p:cNvSpPr>
            <a:spLocks noGrp="1"/>
          </p:cNvSpPr>
          <p:nvPr>
            <p:ph type="subTitle" idx="17"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
        <p:nvSpPr>
          <p:cNvPr id="29" name="Picture Placeholder 4">
            <a:extLst>
              <a:ext uri="{FF2B5EF4-FFF2-40B4-BE49-F238E27FC236}">
                <a16:creationId xmlns:a16="http://schemas.microsoft.com/office/drawing/2014/main" id="{3CED7BFD-2336-409A-B8CB-E59568B31740}"/>
              </a:ext>
            </a:extLst>
          </p:cNvPr>
          <p:cNvSpPr>
            <a:spLocks noGrp="1"/>
          </p:cNvSpPr>
          <p:nvPr>
            <p:ph type="pic" sz="quarter" idx="18"/>
          </p:nvPr>
        </p:nvSpPr>
        <p:spPr>
          <a:xfrm>
            <a:off x="360000" y="1156112"/>
            <a:ext cx="3798000" cy="249120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30" name="Picture Placeholder 4">
            <a:extLst>
              <a:ext uri="{FF2B5EF4-FFF2-40B4-BE49-F238E27FC236}">
                <a16:creationId xmlns:a16="http://schemas.microsoft.com/office/drawing/2014/main" id="{A89F3AEB-D304-404C-8DC3-CFDD4F3794CC}"/>
              </a:ext>
            </a:extLst>
          </p:cNvPr>
          <p:cNvSpPr>
            <a:spLocks noGrp="1"/>
          </p:cNvSpPr>
          <p:nvPr>
            <p:ph type="pic" sz="quarter" idx="19"/>
          </p:nvPr>
        </p:nvSpPr>
        <p:spPr>
          <a:xfrm>
            <a:off x="8394000" y="3846047"/>
            <a:ext cx="3798000" cy="249120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Tree>
    <p:extLst>
      <p:ext uri="{BB962C8B-B14F-4D97-AF65-F5344CB8AC3E}">
        <p14:creationId xmlns:p14="http://schemas.microsoft.com/office/powerpoint/2010/main" val="416067469"/>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Picture Layout E3">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7688725-B959-46AC-B974-CA703F3667BF}"/>
              </a:ext>
            </a:extLst>
          </p:cNvPr>
          <p:cNvSpPr>
            <a:spLocks noGrp="1"/>
          </p:cNvSpPr>
          <p:nvPr>
            <p:ph type="sldNum" sz="quarter" idx="10"/>
          </p:nvPr>
        </p:nvSpPr>
        <p:spPr/>
        <p:txBody>
          <a:bodyPr/>
          <a:lstStyle/>
          <a:p>
            <a:fld id="{F9C72FE7-3E28-4995-B4B7-F4CABFB817F3}" type="slidenum">
              <a:rPr lang="en-GB" smtClean="0"/>
              <a:pPr/>
              <a:t>‹#›</a:t>
            </a:fld>
            <a:endParaRPr lang="en-GB"/>
          </a:p>
        </p:txBody>
      </p:sp>
      <p:sp>
        <p:nvSpPr>
          <p:cNvPr id="11" name="Title 1">
            <a:extLst>
              <a:ext uri="{FF2B5EF4-FFF2-40B4-BE49-F238E27FC236}">
                <a16:creationId xmlns:a16="http://schemas.microsoft.com/office/drawing/2014/main" id="{896C2FED-8270-43C8-AB75-D4428B315A8C}"/>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
        <p:nvSpPr>
          <p:cNvPr id="8" name="Picture Placeholder 4">
            <a:extLst>
              <a:ext uri="{FF2B5EF4-FFF2-40B4-BE49-F238E27FC236}">
                <a16:creationId xmlns:a16="http://schemas.microsoft.com/office/drawing/2014/main" id="{7DF16EF3-3642-4E3D-98F7-D9662B77BEDC}"/>
              </a:ext>
            </a:extLst>
          </p:cNvPr>
          <p:cNvSpPr>
            <a:spLocks noGrp="1"/>
          </p:cNvSpPr>
          <p:nvPr>
            <p:ph type="pic" sz="quarter" idx="12"/>
          </p:nvPr>
        </p:nvSpPr>
        <p:spPr>
          <a:xfrm>
            <a:off x="360000" y="3846047"/>
            <a:ext cx="3798000" cy="249120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12" name="Picture Placeholder 4">
            <a:extLst>
              <a:ext uri="{FF2B5EF4-FFF2-40B4-BE49-F238E27FC236}">
                <a16:creationId xmlns:a16="http://schemas.microsoft.com/office/drawing/2014/main" id="{B6945F74-B119-4CF6-AEAD-6D743FE7184D}"/>
              </a:ext>
            </a:extLst>
          </p:cNvPr>
          <p:cNvSpPr>
            <a:spLocks noGrp="1"/>
          </p:cNvSpPr>
          <p:nvPr>
            <p:ph type="pic" sz="quarter" idx="13"/>
          </p:nvPr>
        </p:nvSpPr>
        <p:spPr>
          <a:xfrm>
            <a:off x="4377000" y="1156112"/>
            <a:ext cx="3798000" cy="249120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14" name="Picture Placeholder 4">
            <a:extLst>
              <a:ext uri="{FF2B5EF4-FFF2-40B4-BE49-F238E27FC236}">
                <a16:creationId xmlns:a16="http://schemas.microsoft.com/office/drawing/2014/main" id="{136CF4A2-F053-4BBC-9595-AC5E1EAAAEB3}"/>
              </a:ext>
            </a:extLst>
          </p:cNvPr>
          <p:cNvSpPr>
            <a:spLocks noGrp="1"/>
          </p:cNvSpPr>
          <p:nvPr>
            <p:ph type="pic" sz="quarter" idx="15"/>
          </p:nvPr>
        </p:nvSpPr>
        <p:spPr>
          <a:xfrm>
            <a:off x="8394000" y="1156112"/>
            <a:ext cx="3798000" cy="2491200"/>
          </a:xfrm>
          <a:solidFill>
            <a:srgbClr val="E3E4E5"/>
          </a:solidFill>
        </p:spPr>
        <p:txBody>
          <a:bodyPr anchor="ctr"/>
          <a:lstStyle>
            <a:lvl1pPr marL="0" indent="0" algn="ctr">
              <a:buNone/>
              <a:defRPr/>
            </a:lvl1pPr>
          </a:lstStyle>
          <a:p>
            <a:endParaRPr lang="en-GB"/>
          </a:p>
          <a:p>
            <a:endParaRPr lang="en-GB"/>
          </a:p>
          <a:p>
            <a:r>
              <a:rPr lang="en-GB"/>
              <a:t>Click to insert picture</a:t>
            </a:r>
          </a:p>
        </p:txBody>
      </p:sp>
      <p:sp>
        <p:nvSpPr>
          <p:cNvPr id="18" name="Subtitle 2">
            <a:extLst>
              <a:ext uri="{FF2B5EF4-FFF2-40B4-BE49-F238E27FC236}">
                <a16:creationId xmlns:a16="http://schemas.microsoft.com/office/drawing/2014/main" id="{D8A03A57-F8DB-4A40-B0D1-65FCFB8BA022}"/>
              </a:ext>
            </a:extLst>
          </p:cNvPr>
          <p:cNvSpPr>
            <a:spLocks noGrp="1"/>
          </p:cNvSpPr>
          <p:nvPr>
            <p:ph type="subTitle" idx="17"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
        <p:nvSpPr>
          <p:cNvPr id="17" name="Text Placeholder 9">
            <a:extLst>
              <a:ext uri="{FF2B5EF4-FFF2-40B4-BE49-F238E27FC236}">
                <a16:creationId xmlns:a16="http://schemas.microsoft.com/office/drawing/2014/main" id="{D9A1DC93-9C95-4D7A-8BF6-74613BAFF7FC}"/>
              </a:ext>
            </a:extLst>
          </p:cNvPr>
          <p:cNvSpPr>
            <a:spLocks noGrp="1"/>
          </p:cNvSpPr>
          <p:nvPr>
            <p:ph type="body" sz="quarter" idx="19"/>
          </p:nvPr>
        </p:nvSpPr>
        <p:spPr>
          <a:xfrm>
            <a:off x="8394000" y="3870325"/>
            <a:ext cx="3490734" cy="24669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C5725E55-E218-40C9-BF51-A665DDA9469F}"/>
              </a:ext>
            </a:extLst>
          </p:cNvPr>
          <p:cNvSpPr>
            <a:spLocks noGrp="1"/>
          </p:cNvSpPr>
          <p:nvPr>
            <p:ph type="body" sz="quarter" idx="20"/>
          </p:nvPr>
        </p:nvSpPr>
        <p:spPr>
          <a:xfrm>
            <a:off x="640768" y="1308100"/>
            <a:ext cx="3489325" cy="23392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ext Placeholder 9">
            <a:extLst>
              <a:ext uri="{FF2B5EF4-FFF2-40B4-BE49-F238E27FC236}">
                <a16:creationId xmlns:a16="http://schemas.microsoft.com/office/drawing/2014/main" id="{FA8C9396-5252-486B-8B96-B9D47BB068D4}"/>
              </a:ext>
            </a:extLst>
          </p:cNvPr>
          <p:cNvSpPr>
            <a:spLocks noGrp="1"/>
          </p:cNvSpPr>
          <p:nvPr>
            <p:ph type="body" sz="quarter" idx="21"/>
          </p:nvPr>
        </p:nvSpPr>
        <p:spPr>
          <a:xfrm>
            <a:off x="4377000" y="3846047"/>
            <a:ext cx="3798000" cy="24669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575175357"/>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Conclusion A1">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391E951F-1378-425E-8045-A01C74678844}"/>
              </a:ext>
            </a:extLst>
          </p:cNvPr>
          <p:cNvSpPr/>
          <p:nvPr userDrawn="1"/>
        </p:nvSpPr>
        <p:spPr>
          <a:xfrm>
            <a:off x="667266" y="5613400"/>
            <a:ext cx="10857468" cy="653257"/>
          </a:xfrm>
          <a:prstGeom prst="roundRect">
            <a:avLst>
              <a:gd name="adj" fmla="val 20253"/>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16" name="Title 1">
            <a:extLst>
              <a:ext uri="{FF2B5EF4-FFF2-40B4-BE49-F238E27FC236}">
                <a16:creationId xmlns:a16="http://schemas.microsoft.com/office/drawing/2014/main" id="{A8C770E6-6791-4449-B2CE-2E3F185FC2E1}"/>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3200"/>
            </a:lvl1pPr>
          </a:lstStyle>
          <a:p>
            <a:r>
              <a:rPr lang="en-US"/>
              <a:t>Click to edit Heading</a:t>
            </a:r>
            <a:endParaRPr lang="en-GB"/>
          </a:p>
        </p:txBody>
      </p:sp>
      <p:sp>
        <p:nvSpPr>
          <p:cNvPr id="8" name="Content Placeholder 2">
            <a:extLst>
              <a:ext uri="{FF2B5EF4-FFF2-40B4-BE49-F238E27FC236}">
                <a16:creationId xmlns:a16="http://schemas.microsoft.com/office/drawing/2014/main" id="{8D2E03EB-6C51-429C-AAD6-45E04EA6703B}"/>
              </a:ext>
            </a:extLst>
          </p:cNvPr>
          <p:cNvSpPr>
            <a:spLocks noGrp="1"/>
          </p:cNvSpPr>
          <p:nvPr>
            <p:ph idx="1"/>
          </p:nvPr>
        </p:nvSpPr>
        <p:spPr>
          <a:xfrm>
            <a:off x="667266" y="1453418"/>
            <a:ext cx="5248734" cy="401521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Content Placeholder 2">
            <a:extLst>
              <a:ext uri="{FF2B5EF4-FFF2-40B4-BE49-F238E27FC236}">
                <a16:creationId xmlns:a16="http://schemas.microsoft.com/office/drawing/2014/main" id="{6A9E4AD0-6538-4882-855A-4DEE9640C1CA}"/>
              </a:ext>
            </a:extLst>
          </p:cNvPr>
          <p:cNvSpPr>
            <a:spLocks noGrp="1"/>
          </p:cNvSpPr>
          <p:nvPr>
            <p:ph idx="12"/>
          </p:nvPr>
        </p:nvSpPr>
        <p:spPr>
          <a:xfrm>
            <a:off x="6276000" y="1453418"/>
            <a:ext cx="5248734" cy="401521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Text Placeholder 12">
            <a:extLst>
              <a:ext uri="{FF2B5EF4-FFF2-40B4-BE49-F238E27FC236}">
                <a16:creationId xmlns:a16="http://schemas.microsoft.com/office/drawing/2014/main" id="{CD2954FF-3F58-4042-A5E8-823D1042AC72}"/>
              </a:ext>
            </a:extLst>
          </p:cNvPr>
          <p:cNvSpPr>
            <a:spLocks noGrp="1"/>
          </p:cNvSpPr>
          <p:nvPr>
            <p:ph type="body" sz="quarter" idx="13" hasCustomPrompt="1"/>
          </p:nvPr>
        </p:nvSpPr>
        <p:spPr>
          <a:xfrm>
            <a:off x="3776586" y="5756672"/>
            <a:ext cx="4734595" cy="366712"/>
          </a:xfrm>
        </p:spPr>
        <p:txBody>
          <a:bodyPr anchor="ctr"/>
          <a:lstStyle>
            <a:lvl1pPr marL="0" indent="0" algn="ctr">
              <a:buNone/>
              <a:defRPr b="1">
                <a:solidFill>
                  <a:schemeClr val="bg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a:t>Conclusion / Key message</a:t>
            </a:r>
            <a:endParaRPr lang="en-GB"/>
          </a:p>
        </p:txBody>
      </p:sp>
    </p:spTree>
    <p:extLst>
      <p:ext uri="{BB962C8B-B14F-4D97-AF65-F5344CB8AC3E}">
        <p14:creationId xmlns:p14="http://schemas.microsoft.com/office/powerpoint/2010/main" val="2770419978"/>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Conclusion A2">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391E951F-1378-425E-8045-A01C74678844}"/>
              </a:ext>
            </a:extLst>
          </p:cNvPr>
          <p:cNvSpPr/>
          <p:nvPr userDrawn="1"/>
        </p:nvSpPr>
        <p:spPr>
          <a:xfrm>
            <a:off x="667266" y="5613400"/>
            <a:ext cx="10857468" cy="653257"/>
          </a:xfrm>
          <a:prstGeom prst="roundRect">
            <a:avLst>
              <a:gd name="adj" fmla="val 20253"/>
            </a:avLst>
          </a:prstGeom>
          <a:solidFill>
            <a:srgbClr val="CB33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sp>
        <p:nvSpPr>
          <p:cNvPr id="14" name="Subtitle 2">
            <a:extLst>
              <a:ext uri="{FF2B5EF4-FFF2-40B4-BE49-F238E27FC236}">
                <a16:creationId xmlns:a16="http://schemas.microsoft.com/office/drawing/2014/main" id="{47BDE5E5-CB56-4184-9886-01A36C716577}"/>
              </a:ext>
            </a:extLst>
          </p:cNvPr>
          <p:cNvSpPr>
            <a:spLocks noGrp="1"/>
          </p:cNvSpPr>
          <p:nvPr>
            <p:ph type="subTitle" idx="11"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16" name="Title 1">
            <a:extLst>
              <a:ext uri="{FF2B5EF4-FFF2-40B4-BE49-F238E27FC236}">
                <a16:creationId xmlns:a16="http://schemas.microsoft.com/office/drawing/2014/main" id="{A8C770E6-6791-4449-B2CE-2E3F185FC2E1}"/>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3200"/>
            </a:lvl1pPr>
          </a:lstStyle>
          <a:p>
            <a:r>
              <a:rPr lang="en-US"/>
              <a:t>Click to edit Heading</a:t>
            </a:r>
            <a:endParaRPr lang="en-GB"/>
          </a:p>
        </p:txBody>
      </p:sp>
      <p:sp>
        <p:nvSpPr>
          <p:cNvPr id="8" name="Content Placeholder 2">
            <a:extLst>
              <a:ext uri="{FF2B5EF4-FFF2-40B4-BE49-F238E27FC236}">
                <a16:creationId xmlns:a16="http://schemas.microsoft.com/office/drawing/2014/main" id="{8D2E03EB-6C51-429C-AAD6-45E04EA6703B}"/>
              </a:ext>
            </a:extLst>
          </p:cNvPr>
          <p:cNvSpPr>
            <a:spLocks noGrp="1"/>
          </p:cNvSpPr>
          <p:nvPr>
            <p:ph idx="1"/>
          </p:nvPr>
        </p:nvSpPr>
        <p:spPr>
          <a:xfrm>
            <a:off x="667266" y="1453418"/>
            <a:ext cx="5248734" cy="401521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Content Placeholder 2">
            <a:extLst>
              <a:ext uri="{FF2B5EF4-FFF2-40B4-BE49-F238E27FC236}">
                <a16:creationId xmlns:a16="http://schemas.microsoft.com/office/drawing/2014/main" id="{6A9E4AD0-6538-4882-855A-4DEE9640C1CA}"/>
              </a:ext>
            </a:extLst>
          </p:cNvPr>
          <p:cNvSpPr>
            <a:spLocks noGrp="1"/>
          </p:cNvSpPr>
          <p:nvPr>
            <p:ph idx="12"/>
          </p:nvPr>
        </p:nvSpPr>
        <p:spPr>
          <a:xfrm>
            <a:off x="6276000" y="1453418"/>
            <a:ext cx="5248734" cy="401521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Box 3">
            <a:extLst>
              <a:ext uri="{FF2B5EF4-FFF2-40B4-BE49-F238E27FC236}">
                <a16:creationId xmlns:a16="http://schemas.microsoft.com/office/drawing/2014/main" id="{EB2B0EAF-B2EF-43E2-A294-124441462040}"/>
              </a:ext>
            </a:extLst>
          </p:cNvPr>
          <p:cNvSpPr txBox="1"/>
          <p:nvPr userDrawn="1"/>
        </p:nvSpPr>
        <p:spPr>
          <a:xfrm>
            <a:off x="3670434" y="5739973"/>
            <a:ext cx="4851133" cy="400110"/>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a:solidFill>
                  <a:schemeClr val="bg1"/>
                </a:solidFill>
              </a:rPr>
              <a:t>Conclusion / Key message</a:t>
            </a:r>
            <a:endParaRPr lang="en-GB" sz="2000" b="1">
              <a:solidFill>
                <a:schemeClr val="bg1"/>
              </a:solidFill>
            </a:endParaRPr>
          </a:p>
        </p:txBody>
      </p:sp>
    </p:spTree>
    <p:extLst>
      <p:ext uri="{BB962C8B-B14F-4D97-AF65-F5344CB8AC3E}">
        <p14:creationId xmlns:p14="http://schemas.microsoft.com/office/powerpoint/2010/main" val="4042061205"/>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Conclusion B1">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391E951F-1378-425E-8045-A01C74678844}"/>
              </a:ext>
            </a:extLst>
          </p:cNvPr>
          <p:cNvSpPr/>
          <p:nvPr userDrawn="1"/>
        </p:nvSpPr>
        <p:spPr>
          <a:xfrm>
            <a:off x="667266" y="5613400"/>
            <a:ext cx="10857468" cy="653257"/>
          </a:xfrm>
          <a:prstGeom prst="roundRect">
            <a:avLst>
              <a:gd name="adj" fmla="val 20253"/>
            </a:avLst>
          </a:prstGeom>
          <a:solidFill>
            <a:srgbClr val="CB33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16" name="Title 1">
            <a:extLst>
              <a:ext uri="{FF2B5EF4-FFF2-40B4-BE49-F238E27FC236}">
                <a16:creationId xmlns:a16="http://schemas.microsoft.com/office/drawing/2014/main" id="{A8C770E6-6791-4449-B2CE-2E3F185FC2E1}"/>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3200"/>
            </a:lvl1pPr>
          </a:lstStyle>
          <a:p>
            <a:r>
              <a:rPr lang="en-US"/>
              <a:t>Click to edit Heading</a:t>
            </a:r>
            <a:endParaRPr lang="en-GB"/>
          </a:p>
        </p:txBody>
      </p:sp>
      <p:sp>
        <p:nvSpPr>
          <p:cNvPr id="8" name="Content Placeholder 2">
            <a:extLst>
              <a:ext uri="{FF2B5EF4-FFF2-40B4-BE49-F238E27FC236}">
                <a16:creationId xmlns:a16="http://schemas.microsoft.com/office/drawing/2014/main" id="{8D2E03EB-6C51-429C-AAD6-45E04EA6703B}"/>
              </a:ext>
            </a:extLst>
          </p:cNvPr>
          <p:cNvSpPr>
            <a:spLocks noGrp="1"/>
          </p:cNvSpPr>
          <p:nvPr>
            <p:ph idx="1"/>
          </p:nvPr>
        </p:nvSpPr>
        <p:spPr>
          <a:xfrm>
            <a:off x="667266" y="1453418"/>
            <a:ext cx="10857468" cy="401521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Box 3">
            <a:extLst>
              <a:ext uri="{FF2B5EF4-FFF2-40B4-BE49-F238E27FC236}">
                <a16:creationId xmlns:a16="http://schemas.microsoft.com/office/drawing/2014/main" id="{EB2B0EAF-B2EF-43E2-A294-124441462040}"/>
              </a:ext>
            </a:extLst>
          </p:cNvPr>
          <p:cNvSpPr txBox="1"/>
          <p:nvPr userDrawn="1"/>
        </p:nvSpPr>
        <p:spPr>
          <a:xfrm>
            <a:off x="3670434" y="5739973"/>
            <a:ext cx="4851133" cy="400110"/>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a:solidFill>
                  <a:schemeClr val="bg1"/>
                </a:solidFill>
              </a:rPr>
              <a:t>Conclusion / Key message</a:t>
            </a:r>
            <a:endParaRPr lang="en-GB" sz="2000" b="1">
              <a:solidFill>
                <a:schemeClr val="bg1"/>
              </a:solidFill>
            </a:endParaRPr>
          </a:p>
        </p:txBody>
      </p:sp>
    </p:spTree>
    <p:extLst>
      <p:ext uri="{BB962C8B-B14F-4D97-AF65-F5344CB8AC3E}">
        <p14:creationId xmlns:p14="http://schemas.microsoft.com/office/powerpoint/2010/main" val="863099395"/>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Conclusion B2">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391E951F-1378-425E-8045-A01C74678844}"/>
              </a:ext>
            </a:extLst>
          </p:cNvPr>
          <p:cNvSpPr/>
          <p:nvPr userDrawn="1"/>
        </p:nvSpPr>
        <p:spPr>
          <a:xfrm>
            <a:off x="667266" y="5613400"/>
            <a:ext cx="10857468" cy="653257"/>
          </a:xfrm>
          <a:prstGeom prst="roundRect">
            <a:avLst>
              <a:gd name="adj" fmla="val 20253"/>
            </a:avLst>
          </a:prstGeom>
          <a:solidFill>
            <a:srgbClr val="CB33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sp>
        <p:nvSpPr>
          <p:cNvPr id="14" name="Subtitle 2">
            <a:extLst>
              <a:ext uri="{FF2B5EF4-FFF2-40B4-BE49-F238E27FC236}">
                <a16:creationId xmlns:a16="http://schemas.microsoft.com/office/drawing/2014/main" id="{47BDE5E5-CB56-4184-9886-01A36C716577}"/>
              </a:ext>
            </a:extLst>
          </p:cNvPr>
          <p:cNvSpPr>
            <a:spLocks noGrp="1"/>
          </p:cNvSpPr>
          <p:nvPr>
            <p:ph type="subTitle" idx="11"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16" name="Title 1">
            <a:extLst>
              <a:ext uri="{FF2B5EF4-FFF2-40B4-BE49-F238E27FC236}">
                <a16:creationId xmlns:a16="http://schemas.microsoft.com/office/drawing/2014/main" id="{A8C770E6-6791-4449-B2CE-2E3F185FC2E1}"/>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3200"/>
            </a:lvl1pPr>
          </a:lstStyle>
          <a:p>
            <a:r>
              <a:rPr lang="en-US"/>
              <a:t>Click to edit Heading</a:t>
            </a:r>
            <a:endParaRPr lang="en-GB"/>
          </a:p>
        </p:txBody>
      </p:sp>
      <p:sp>
        <p:nvSpPr>
          <p:cNvPr id="8" name="Content Placeholder 2">
            <a:extLst>
              <a:ext uri="{FF2B5EF4-FFF2-40B4-BE49-F238E27FC236}">
                <a16:creationId xmlns:a16="http://schemas.microsoft.com/office/drawing/2014/main" id="{8D2E03EB-6C51-429C-AAD6-45E04EA6703B}"/>
              </a:ext>
            </a:extLst>
          </p:cNvPr>
          <p:cNvSpPr>
            <a:spLocks noGrp="1"/>
          </p:cNvSpPr>
          <p:nvPr>
            <p:ph idx="1"/>
          </p:nvPr>
        </p:nvSpPr>
        <p:spPr>
          <a:xfrm>
            <a:off x="667266" y="1453418"/>
            <a:ext cx="10857468" cy="401521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Box 3">
            <a:extLst>
              <a:ext uri="{FF2B5EF4-FFF2-40B4-BE49-F238E27FC236}">
                <a16:creationId xmlns:a16="http://schemas.microsoft.com/office/drawing/2014/main" id="{EB2B0EAF-B2EF-43E2-A294-124441462040}"/>
              </a:ext>
            </a:extLst>
          </p:cNvPr>
          <p:cNvSpPr txBox="1"/>
          <p:nvPr userDrawn="1"/>
        </p:nvSpPr>
        <p:spPr>
          <a:xfrm>
            <a:off x="3670434" y="5739973"/>
            <a:ext cx="4851133" cy="400110"/>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a:solidFill>
                  <a:schemeClr val="bg1"/>
                </a:solidFill>
              </a:rPr>
              <a:t>Conclusion / Key message</a:t>
            </a:r>
            <a:endParaRPr lang="en-GB" sz="2000" b="1">
              <a:solidFill>
                <a:schemeClr val="bg1"/>
              </a:solidFill>
            </a:endParaRPr>
          </a:p>
        </p:txBody>
      </p:sp>
    </p:spTree>
    <p:extLst>
      <p:ext uri="{BB962C8B-B14F-4D97-AF65-F5344CB8AC3E}">
        <p14:creationId xmlns:p14="http://schemas.microsoft.com/office/powerpoint/2010/main" val="2138750349"/>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CTA Main">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74C19BF9-FF8C-477D-B573-BCDE41EF9434}"/>
              </a:ext>
            </a:extLst>
          </p:cNvPr>
          <p:cNvSpPr/>
          <p:nvPr userDrawn="1"/>
        </p:nvSpPr>
        <p:spPr>
          <a:xfrm>
            <a:off x="0" y="2287487"/>
            <a:ext cx="12192000" cy="4570515"/>
          </a:xfrm>
          <a:custGeom>
            <a:avLst/>
            <a:gdLst>
              <a:gd name="connsiteX0" fmla="*/ 8734075 w 12192000"/>
              <a:gd name="connsiteY0" fmla="*/ 0 h 4570515"/>
              <a:gd name="connsiteX1" fmla="*/ 12100440 w 12192000"/>
              <a:gd name="connsiteY1" fmla="*/ 339359 h 4570515"/>
              <a:gd name="connsiteX2" fmla="*/ 12192000 w 12192000"/>
              <a:gd name="connsiteY2" fmla="*/ 359291 h 4570515"/>
              <a:gd name="connsiteX3" fmla="*/ 12192000 w 12192000"/>
              <a:gd name="connsiteY3" fmla="*/ 4570515 h 4570515"/>
              <a:gd name="connsiteX4" fmla="*/ 0 w 12192000"/>
              <a:gd name="connsiteY4" fmla="*/ 4570515 h 4570515"/>
              <a:gd name="connsiteX5" fmla="*/ 0 w 12192000"/>
              <a:gd name="connsiteY5" fmla="*/ 2463582 h 4570515"/>
              <a:gd name="connsiteX6" fmla="*/ 72635 w 12192000"/>
              <a:gd name="connsiteY6" fmla="*/ 2418241 h 4570515"/>
              <a:gd name="connsiteX7" fmla="*/ 8734075 w 12192000"/>
              <a:gd name="connsiteY7" fmla="*/ 0 h 4570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4570515">
                <a:moveTo>
                  <a:pt x="8734075" y="0"/>
                </a:moveTo>
                <a:cubicBezTo>
                  <a:pt x="9887220" y="0"/>
                  <a:pt x="11013073" y="116852"/>
                  <a:pt x="12100440" y="339359"/>
                </a:cubicBezTo>
                <a:lnTo>
                  <a:pt x="12192000" y="359291"/>
                </a:lnTo>
                <a:lnTo>
                  <a:pt x="12192000" y="4570515"/>
                </a:lnTo>
                <a:lnTo>
                  <a:pt x="0" y="4570515"/>
                </a:lnTo>
                <a:lnTo>
                  <a:pt x="0" y="2463582"/>
                </a:lnTo>
                <a:lnTo>
                  <a:pt x="72635" y="2418241"/>
                </a:lnTo>
                <a:cubicBezTo>
                  <a:pt x="2598173" y="883687"/>
                  <a:pt x="5562926" y="0"/>
                  <a:pt x="8734075" y="0"/>
                </a:cubicBezTo>
                <a:close/>
              </a:path>
            </a:pathLst>
          </a:custGeom>
          <a:solidFill>
            <a:srgbClr val="E3E4E5">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 name="Slide Number Placeholder 2">
            <a:extLst>
              <a:ext uri="{FF2B5EF4-FFF2-40B4-BE49-F238E27FC236}">
                <a16:creationId xmlns:a16="http://schemas.microsoft.com/office/drawing/2014/main" id="{1BBBB69C-D1AB-4C3B-B888-1C1A86755250}"/>
              </a:ext>
            </a:extLst>
          </p:cNvPr>
          <p:cNvSpPr>
            <a:spLocks noGrp="1"/>
          </p:cNvSpPr>
          <p:nvPr>
            <p:ph type="sldNum" sz="quarter" idx="10"/>
          </p:nvPr>
        </p:nvSpPr>
        <p:spPr/>
        <p:txBody>
          <a:bodyPr/>
          <a:lstStyle/>
          <a:p>
            <a:fld id="{F9C72FE7-3E28-4995-B4B7-F4CABFB817F3}" type="slidenum">
              <a:rPr lang="en-GB" smtClean="0"/>
              <a:pPr/>
              <a:t>‹#›</a:t>
            </a:fld>
            <a:endParaRPr lang="en-GB"/>
          </a:p>
        </p:txBody>
      </p:sp>
      <p:grpSp>
        <p:nvGrpSpPr>
          <p:cNvPr id="8" name="Group 7">
            <a:extLst>
              <a:ext uri="{FF2B5EF4-FFF2-40B4-BE49-F238E27FC236}">
                <a16:creationId xmlns:a16="http://schemas.microsoft.com/office/drawing/2014/main" id="{890B69CB-5060-46B4-B0A5-B97AE76B267D}"/>
              </a:ext>
            </a:extLst>
          </p:cNvPr>
          <p:cNvGrpSpPr/>
          <p:nvPr userDrawn="1"/>
        </p:nvGrpSpPr>
        <p:grpSpPr>
          <a:xfrm rot="13401516">
            <a:off x="-485428" y="247672"/>
            <a:ext cx="5162415" cy="5021816"/>
            <a:chOff x="4276727" y="1066800"/>
            <a:chExt cx="5179798" cy="5038724"/>
          </a:xfrm>
        </p:grpSpPr>
        <p:sp>
          <p:nvSpPr>
            <p:cNvPr id="9" name="Oval 8">
              <a:extLst>
                <a:ext uri="{FF2B5EF4-FFF2-40B4-BE49-F238E27FC236}">
                  <a16:creationId xmlns:a16="http://schemas.microsoft.com/office/drawing/2014/main" id="{4E45E6F3-C545-4923-8CC0-2C97FA62CD28}"/>
                </a:ext>
              </a:extLst>
            </p:cNvPr>
            <p:cNvSpPr/>
            <p:nvPr userDrawn="1"/>
          </p:nvSpPr>
          <p:spPr>
            <a:xfrm>
              <a:off x="4276727" y="1066800"/>
              <a:ext cx="5038726" cy="5038724"/>
            </a:xfrm>
            <a:prstGeom prst="ellipse">
              <a:avLst/>
            </a:prstGeom>
            <a:noFill/>
            <a:ln w="15875">
              <a:solidFill>
                <a:srgbClr val="97999B"/>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a16="http://schemas.microsoft.com/office/drawing/2014/main" id="{4F40D4D9-0D2F-4A0A-ABA2-518299A99C39}"/>
                </a:ext>
              </a:extLst>
            </p:cNvPr>
            <p:cNvSpPr/>
            <p:nvPr userDrawn="1"/>
          </p:nvSpPr>
          <p:spPr>
            <a:xfrm>
              <a:off x="4385088" y="4536833"/>
              <a:ext cx="304854" cy="304854"/>
            </a:xfrm>
            <a:prstGeom prst="ellipse">
              <a:avLst/>
            </a:prstGeom>
            <a:noFill/>
            <a:ln w="38100">
              <a:solidFill>
                <a:srgbClr val="97999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30054D00-F7C3-42A1-9509-324C0FDC10B7}"/>
                </a:ext>
              </a:extLst>
            </p:cNvPr>
            <p:cNvSpPr/>
            <p:nvPr userDrawn="1"/>
          </p:nvSpPr>
          <p:spPr>
            <a:xfrm>
              <a:off x="8804248" y="4185176"/>
              <a:ext cx="652277" cy="652277"/>
            </a:xfrm>
            <a:prstGeom prst="ellipse">
              <a:avLst/>
            </a:prstGeom>
            <a:solidFill>
              <a:schemeClr val="bg1"/>
            </a:solidFill>
            <a:ln w="82550">
              <a:solidFill>
                <a:srgbClr val="334E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F73AC1FE-26E3-48BB-A19C-FD70C153D256}"/>
                </a:ext>
              </a:extLst>
            </p:cNvPr>
            <p:cNvSpPr/>
            <p:nvPr userDrawn="1"/>
          </p:nvSpPr>
          <p:spPr>
            <a:xfrm>
              <a:off x="4683279" y="4967196"/>
              <a:ext cx="480419" cy="480417"/>
            </a:xfrm>
            <a:prstGeom prst="ellipse">
              <a:avLst/>
            </a:prstGeom>
            <a:solidFill>
              <a:schemeClr val="bg1"/>
            </a:solidFill>
            <a:ln w="69850">
              <a:solidFill>
                <a:srgbClr val="CB33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7" name="Group 16">
            <a:extLst>
              <a:ext uri="{FF2B5EF4-FFF2-40B4-BE49-F238E27FC236}">
                <a16:creationId xmlns:a16="http://schemas.microsoft.com/office/drawing/2014/main" id="{A608EC57-7C27-431F-95C0-444E1C55E993}"/>
              </a:ext>
            </a:extLst>
          </p:cNvPr>
          <p:cNvGrpSpPr/>
          <p:nvPr userDrawn="1"/>
        </p:nvGrpSpPr>
        <p:grpSpPr>
          <a:xfrm>
            <a:off x="1088432" y="3237731"/>
            <a:ext cx="2805682" cy="2555346"/>
            <a:chOff x="948171" y="2151327"/>
            <a:chExt cx="2805682" cy="2555346"/>
          </a:xfrm>
        </p:grpSpPr>
        <p:sp>
          <p:nvSpPr>
            <p:cNvPr id="5" name="Rectangle: Rounded Corners 4">
              <a:extLst>
                <a:ext uri="{FF2B5EF4-FFF2-40B4-BE49-F238E27FC236}">
                  <a16:creationId xmlns:a16="http://schemas.microsoft.com/office/drawing/2014/main" id="{A1AA7176-1920-4ACB-A4AD-63A177DAD94A}"/>
                </a:ext>
              </a:extLst>
            </p:cNvPr>
            <p:cNvSpPr/>
            <p:nvPr userDrawn="1"/>
          </p:nvSpPr>
          <p:spPr>
            <a:xfrm>
              <a:off x="948171" y="2151327"/>
              <a:ext cx="2805682" cy="2555346"/>
            </a:xfrm>
            <a:prstGeom prst="roundRect">
              <a:avLst>
                <a:gd name="adj" fmla="val 5558"/>
              </a:avLst>
            </a:prstGeom>
            <a:solidFill>
              <a:srgbClr val="CB33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6" name="Picture 15">
              <a:extLst>
                <a:ext uri="{FF2B5EF4-FFF2-40B4-BE49-F238E27FC236}">
                  <a16:creationId xmlns:a16="http://schemas.microsoft.com/office/drawing/2014/main" id="{8B715392-78FE-4B85-9701-53DC9DCAA670}"/>
                </a:ext>
              </a:extLst>
            </p:cNvPr>
            <p:cNvPicPr>
              <a:picLocks noChangeAspect="1"/>
            </p:cNvPicPr>
            <p:nvPr userDrawn="1"/>
          </p:nvPicPr>
          <p:blipFill>
            <a:blip r:embed="rId2"/>
            <a:stretch>
              <a:fillRect/>
            </a:stretch>
          </p:blipFill>
          <p:spPr>
            <a:xfrm>
              <a:off x="1145987" y="2458254"/>
              <a:ext cx="2371550" cy="2036240"/>
            </a:xfrm>
            <a:prstGeom prst="rect">
              <a:avLst/>
            </a:prstGeom>
          </p:spPr>
        </p:pic>
      </p:grpSp>
      <p:sp>
        <p:nvSpPr>
          <p:cNvPr id="18" name="TextBox 17">
            <a:extLst>
              <a:ext uri="{FF2B5EF4-FFF2-40B4-BE49-F238E27FC236}">
                <a16:creationId xmlns:a16="http://schemas.microsoft.com/office/drawing/2014/main" id="{0C1C5C86-2978-4A2B-AB5B-BB781E6FE5E5}"/>
              </a:ext>
            </a:extLst>
          </p:cNvPr>
          <p:cNvSpPr txBox="1"/>
          <p:nvPr userDrawn="1"/>
        </p:nvSpPr>
        <p:spPr>
          <a:xfrm>
            <a:off x="5180738" y="3504009"/>
            <a:ext cx="3238530" cy="830997"/>
          </a:xfrm>
          <a:prstGeom prst="rect">
            <a:avLst/>
          </a:prstGeom>
          <a:noFill/>
        </p:spPr>
        <p:txBody>
          <a:bodyPr wrap="square" rtlCol="0">
            <a:spAutoFit/>
          </a:bodyPr>
          <a:lstStyle/>
          <a:p>
            <a:r>
              <a:rPr lang="en-GB" sz="4800" b="1">
                <a:solidFill>
                  <a:srgbClr val="97999B"/>
                </a:solidFill>
                <a:latin typeface="Bliss" panose="02000506030000020004" pitchFamily="50" charset="0"/>
              </a:rPr>
              <a:t>Thank you</a:t>
            </a:r>
          </a:p>
        </p:txBody>
      </p:sp>
      <p:grpSp>
        <p:nvGrpSpPr>
          <p:cNvPr id="2" name="Group 1">
            <a:extLst>
              <a:ext uri="{FF2B5EF4-FFF2-40B4-BE49-F238E27FC236}">
                <a16:creationId xmlns:a16="http://schemas.microsoft.com/office/drawing/2014/main" id="{CE8CB6B5-4DEB-4F8E-AB1C-B77AA694B14C}"/>
              </a:ext>
            </a:extLst>
          </p:cNvPr>
          <p:cNvGrpSpPr/>
          <p:nvPr userDrawn="1"/>
        </p:nvGrpSpPr>
        <p:grpSpPr>
          <a:xfrm>
            <a:off x="5180737" y="5003800"/>
            <a:ext cx="6563919" cy="789277"/>
            <a:chOff x="4723537" y="5003800"/>
            <a:chExt cx="6563919" cy="789277"/>
          </a:xfrm>
        </p:grpSpPr>
        <p:sp>
          <p:nvSpPr>
            <p:cNvPr id="19" name="TextBox 18">
              <a:extLst>
                <a:ext uri="{FF2B5EF4-FFF2-40B4-BE49-F238E27FC236}">
                  <a16:creationId xmlns:a16="http://schemas.microsoft.com/office/drawing/2014/main" id="{5948EB87-F09D-4CB7-91F2-90B7E729C65E}"/>
                </a:ext>
              </a:extLst>
            </p:cNvPr>
            <p:cNvSpPr txBox="1"/>
            <p:nvPr userDrawn="1"/>
          </p:nvSpPr>
          <p:spPr>
            <a:xfrm>
              <a:off x="4723537" y="5003800"/>
              <a:ext cx="2995920" cy="338554"/>
            </a:xfrm>
            <a:prstGeom prst="rect">
              <a:avLst/>
            </a:prstGeom>
            <a:noFill/>
          </p:spPr>
          <p:txBody>
            <a:bodyPr wrap="square"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b="1">
                  <a:solidFill>
                    <a:srgbClr val="334EA2"/>
                  </a:solidFill>
                </a:rPr>
                <a:t>nomad-digital.com</a:t>
              </a:r>
            </a:p>
          </p:txBody>
        </p:sp>
        <p:cxnSp>
          <p:nvCxnSpPr>
            <p:cNvPr id="22" name="Straight Connector 21">
              <a:extLst>
                <a:ext uri="{FF2B5EF4-FFF2-40B4-BE49-F238E27FC236}">
                  <a16:creationId xmlns:a16="http://schemas.microsoft.com/office/drawing/2014/main" id="{71A64A91-6334-481E-9D96-25211921328C}"/>
                </a:ext>
              </a:extLst>
            </p:cNvPr>
            <p:cNvCxnSpPr>
              <a:cxnSpLocks/>
            </p:cNvCxnSpPr>
            <p:nvPr userDrawn="1"/>
          </p:nvCxnSpPr>
          <p:spPr>
            <a:xfrm>
              <a:off x="7847767" y="5003800"/>
              <a:ext cx="0" cy="789277"/>
            </a:xfrm>
            <a:prstGeom prst="line">
              <a:avLst/>
            </a:prstGeom>
            <a:ln w="15875">
              <a:solidFill>
                <a:srgbClr val="334EA2"/>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319A4AD-491D-4B2E-B09C-D04F310A8DD5}"/>
                </a:ext>
              </a:extLst>
            </p:cNvPr>
            <p:cNvSpPr txBox="1"/>
            <p:nvPr userDrawn="1"/>
          </p:nvSpPr>
          <p:spPr>
            <a:xfrm>
              <a:off x="8121252" y="5116837"/>
              <a:ext cx="3166204" cy="584775"/>
            </a:xfrm>
            <a:prstGeom prst="rect">
              <a:avLst/>
            </a:prstGeom>
            <a:noFill/>
          </p:spPr>
          <p:txBody>
            <a:bodyPr wrap="square" rtlCol="0" anchor="b">
              <a:spAutoFit/>
            </a:bodyPr>
            <a:lstStyle/>
            <a:p>
              <a:r>
                <a:rPr lang="en-GB" sz="1600">
                  <a:solidFill>
                    <a:srgbClr val="74787B"/>
                  </a:solidFill>
                </a:rPr>
                <a:t>Company Registration No: 4536010</a:t>
              </a:r>
            </a:p>
            <a:p>
              <a:r>
                <a:rPr lang="en-GB" sz="1600">
                  <a:solidFill>
                    <a:srgbClr val="74787B"/>
                  </a:solidFill>
                </a:rPr>
                <a:t>Copyright Nomad Digital 2024</a:t>
              </a:r>
            </a:p>
          </p:txBody>
        </p:sp>
        <p:pic>
          <p:nvPicPr>
            <p:cNvPr id="7" name="Picture 6" descr="A picture containing ax, silhouette&#10;&#10;Description automatically generated">
              <a:extLst>
                <a:ext uri="{FF2B5EF4-FFF2-40B4-BE49-F238E27FC236}">
                  <a16:creationId xmlns:a16="http://schemas.microsoft.com/office/drawing/2014/main" id="{BFEB1391-7BDF-4FB3-A3B4-FA0954B2271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835369" y="5412952"/>
              <a:ext cx="1162022" cy="258170"/>
            </a:xfrm>
            <a:prstGeom prst="rect">
              <a:avLst/>
            </a:prstGeom>
          </p:spPr>
        </p:pic>
        <p:sp>
          <p:nvSpPr>
            <p:cNvPr id="23" name="TextBox 22">
              <a:extLst>
                <a:ext uri="{FF2B5EF4-FFF2-40B4-BE49-F238E27FC236}">
                  <a16:creationId xmlns:a16="http://schemas.microsoft.com/office/drawing/2014/main" id="{7193B9AD-951F-405E-985B-0D9F565EE4FB}"/>
                </a:ext>
              </a:extLst>
            </p:cNvPr>
            <p:cNvSpPr txBox="1"/>
            <p:nvPr userDrawn="1"/>
          </p:nvSpPr>
          <p:spPr>
            <a:xfrm>
              <a:off x="6072351" y="5369032"/>
              <a:ext cx="2371264" cy="338554"/>
            </a:xfrm>
            <a:prstGeom prst="rect">
              <a:avLst/>
            </a:prstGeom>
            <a:noFill/>
          </p:spPr>
          <p:txBody>
            <a:bodyPr wrap="square">
              <a:spAutoFit/>
            </a:bodyPr>
            <a:lstStyle/>
            <a:p>
              <a:r>
                <a:rPr lang="en-GB" sz="1600">
                  <a:solidFill>
                    <a:srgbClr val="334EA2"/>
                  </a:solidFill>
                </a:rPr>
                <a:t>@NomadDigital</a:t>
              </a:r>
            </a:p>
          </p:txBody>
        </p:sp>
      </p:grpSp>
      <p:sp>
        <p:nvSpPr>
          <p:cNvPr id="20" name="Rectangle 19">
            <a:extLst>
              <a:ext uri="{FF2B5EF4-FFF2-40B4-BE49-F238E27FC236}">
                <a16:creationId xmlns:a16="http://schemas.microsoft.com/office/drawing/2014/main" id="{60F4425E-3BE0-496D-9074-A1EE6B29714A}"/>
              </a:ext>
            </a:extLst>
          </p:cNvPr>
          <p:cNvSpPr/>
          <p:nvPr userDrawn="1"/>
        </p:nvSpPr>
        <p:spPr>
          <a:xfrm>
            <a:off x="0" y="0"/>
            <a:ext cx="360000" cy="6858000"/>
          </a:xfrm>
          <a:prstGeom prst="rect">
            <a:avLst/>
          </a:prstGeom>
          <a:solidFill>
            <a:srgbClr val="CB33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83761751"/>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CTA + Address">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FEB87BDB-2FAE-4F7B-BA7D-497DBBD86F74}"/>
              </a:ext>
            </a:extLst>
          </p:cNvPr>
          <p:cNvSpPr/>
          <p:nvPr userDrawn="1"/>
        </p:nvSpPr>
        <p:spPr>
          <a:xfrm>
            <a:off x="0" y="2287487"/>
            <a:ext cx="12192000" cy="4570515"/>
          </a:xfrm>
          <a:custGeom>
            <a:avLst/>
            <a:gdLst>
              <a:gd name="connsiteX0" fmla="*/ 8734075 w 12192000"/>
              <a:gd name="connsiteY0" fmla="*/ 0 h 4570515"/>
              <a:gd name="connsiteX1" fmla="*/ 12100440 w 12192000"/>
              <a:gd name="connsiteY1" fmla="*/ 339359 h 4570515"/>
              <a:gd name="connsiteX2" fmla="*/ 12192000 w 12192000"/>
              <a:gd name="connsiteY2" fmla="*/ 359291 h 4570515"/>
              <a:gd name="connsiteX3" fmla="*/ 12192000 w 12192000"/>
              <a:gd name="connsiteY3" fmla="*/ 4570515 h 4570515"/>
              <a:gd name="connsiteX4" fmla="*/ 0 w 12192000"/>
              <a:gd name="connsiteY4" fmla="*/ 4570515 h 4570515"/>
              <a:gd name="connsiteX5" fmla="*/ 0 w 12192000"/>
              <a:gd name="connsiteY5" fmla="*/ 2463582 h 4570515"/>
              <a:gd name="connsiteX6" fmla="*/ 72635 w 12192000"/>
              <a:gd name="connsiteY6" fmla="*/ 2418241 h 4570515"/>
              <a:gd name="connsiteX7" fmla="*/ 8734075 w 12192000"/>
              <a:gd name="connsiteY7" fmla="*/ 0 h 4570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4570515">
                <a:moveTo>
                  <a:pt x="8734075" y="0"/>
                </a:moveTo>
                <a:cubicBezTo>
                  <a:pt x="9887220" y="0"/>
                  <a:pt x="11013073" y="116852"/>
                  <a:pt x="12100440" y="339359"/>
                </a:cubicBezTo>
                <a:lnTo>
                  <a:pt x="12192000" y="359291"/>
                </a:lnTo>
                <a:lnTo>
                  <a:pt x="12192000" y="4570515"/>
                </a:lnTo>
                <a:lnTo>
                  <a:pt x="0" y="4570515"/>
                </a:lnTo>
                <a:lnTo>
                  <a:pt x="0" y="2463582"/>
                </a:lnTo>
                <a:lnTo>
                  <a:pt x="72635" y="2418241"/>
                </a:lnTo>
                <a:cubicBezTo>
                  <a:pt x="2598173" y="883687"/>
                  <a:pt x="5562926" y="0"/>
                  <a:pt x="8734075" y="0"/>
                </a:cubicBezTo>
                <a:close/>
              </a:path>
            </a:pathLst>
          </a:custGeom>
          <a:solidFill>
            <a:srgbClr val="E3E4E5">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 name="Slide Number Placeholder 2">
            <a:extLst>
              <a:ext uri="{FF2B5EF4-FFF2-40B4-BE49-F238E27FC236}">
                <a16:creationId xmlns:a16="http://schemas.microsoft.com/office/drawing/2014/main" id="{1BBBB69C-D1AB-4C3B-B888-1C1A86755250}"/>
              </a:ext>
            </a:extLst>
          </p:cNvPr>
          <p:cNvSpPr>
            <a:spLocks noGrp="1"/>
          </p:cNvSpPr>
          <p:nvPr>
            <p:ph type="sldNum" sz="quarter" idx="10"/>
          </p:nvPr>
        </p:nvSpPr>
        <p:spPr/>
        <p:txBody>
          <a:bodyPr/>
          <a:lstStyle/>
          <a:p>
            <a:fld id="{F9C72FE7-3E28-4995-B4B7-F4CABFB817F3}" type="slidenum">
              <a:rPr lang="en-GB" smtClean="0"/>
              <a:pPr/>
              <a:t>‹#›</a:t>
            </a:fld>
            <a:endParaRPr lang="en-GB"/>
          </a:p>
        </p:txBody>
      </p:sp>
      <p:grpSp>
        <p:nvGrpSpPr>
          <p:cNvPr id="8" name="Group 7">
            <a:extLst>
              <a:ext uri="{FF2B5EF4-FFF2-40B4-BE49-F238E27FC236}">
                <a16:creationId xmlns:a16="http://schemas.microsoft.com/office/drawing/2014/main" id="{890B69CB-5060-46B4-B0A5-B97AE76B267D}"/>
              </a:ext>
            </a:extLst>
          </p:cNvPr>
          <p:cNvGrpSpPr/>
          <p:nvPr userDrawn="1"/>
        </p:nvGrpSpPr>
        <p:grpSpPr>
          <a:xfrm rot="13401516">
            <a:off x="-409228" y="247672"/>
            <a:ext cx="5162415" cy="5021816"/>
            <a:chOff x="4276727" y="1066800"/>
            <a:chExt cx="5179798" cy="5038724"/>
          </a:xfrm>
        </p:grpSpPr>
        <p:sp>
          <p:nvSpPr>
            <p:cNvPr id="9" name="Oval 8">
              <a:extLst>
                <a:ext uri="{FF2B5EF4-FFF2-40B4-BE49-F238E27FC236}">
                  <a16:creationId xmlns:a16="http://schemas.microsoft.com/office/drawing/2014/main" id="{4E45E6F3-C545-4923-8CC0-2C97FA62CD28}"/>
                </a:ext>
              </a:extLst>
            </p:cNvPr>
            <p:cNvSpPr/>
            <p:nvPr userDrawn="1"/>
          </p:nvSpPr>
          <p:spPr>
            <a:xfrm>
              <a:off x="4276727" y="1066800"/>
              <a:ext cx="5038726" cy="5038724"/>
            </a:xfrm>
            <a:prstGeom prst="ellipse">
              <a:avLst/>
            </a:prstGeom>
            <a:noFill/>
            <a:ln w="15875">
              <a:solidFill>
                <a:srgbClr val="97999B"/>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a16="http://schemas.microsoft.com/office/drawing/2014/main" id="{4F40D4D9-0D2F-4A0A-ABA2-518299A99C39}"/>
                </a:ext>
              </a:extLst>
            </p:cNvPr>
            <p:cNvSpPr/>
            <p:nvPr userDrawn="1"/>
          </p:nvSpPr>
          <p:spPr>
            <a:xfrm>
              <a:off x="4385088" y="4536833"/>
              <a:ext cx="304854" cy="304854"/>
            </a:xfrm>
            <a:prstGeom prst="ellipse">
              <a:avLst/>
            </a:prstGeom>
            <a:noFill/>
            <a:ln w="38100">
              <a:solidFill>
                <a:srgbClr val="97999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30054D00-F7C3-42A1-9509-324C0FDC10B7}"/>
                </a:ext>
              </a:extLst>
            </p:cNvPr>
            <p:cNvSpPr/>
            <p:nvPr userDrawn="1"/>
          </p:nvSpPr>
          <p:spPr>
            <a:xfrm>
              <a:off x="8804248" y="4185176"/>
              <a:ext cx="652277" cy="652277"/>
            </a:xfrm>
            <a:prstGeom prst="ellipse">
              <a:avLst/>
            </a:prstGeom>
            <a:solidFill>
              <a:schemeClr val="bg1"/>
            </a:solidFill>
            <a:ln w="82550">
              <a:solidFill>
                <a:srgbClr val="334E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F73AC1FE-26E3-48BB-A19C-FD70C153D256}"/>
                </a:ext>
              </a:extLst>
            </p:cNvPr>
            <p:cNvSpPr/>
            <p:nvPr userDrawn="1"/>
          </p:nvSpPr>
          <p:spPr>
            <a:xfrm>
              <a:off x="4683279" y="4967196"/>
              <a:ext cx="480419" cy="480417"/>
            </a:xfrm>
            <a:prstGeom prst="ellipse">
              <a:avLst/>
            </a:prstGeom>
            <a:solidFill>
              <a:schemeClr val="bg1"/>
            </a:solidFill>
            <a:ln w="69850">
              <a:solidFill>
                <a:srgbClr val="CB33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7" name="Group 16">
            <a:extLst>
              <a:ext uri="{FF2B5EF4-FFF2-40B4-BE49-F238E27FC236}">
                <a16:creationId xmlns:a16="http://schemas.microsoft.com/office/drawing/2014/main" id="{A608EC57-7C27-431F-95C0-444E1C55E993}"/>
              </a:ext>
            </a:extLst>
          </p:cNvPr>
          <p:cNvGrpSpPr/>
          <p:nvPr userDrawn="1"/>
        </p:nvGrpSpPr>
        <p:grpSpPr>
          <a:xfrm>
            <a:off x="1164632" y="3237731"/>
            <a:ext cx="2805682" cy="2555346"/>
            <a:chOff x="948171" y="2151327"/>
            <a:chExt cx="2805682" cy="2555346"/>
          </a:xfrm>
        </p:grpSpPr>
        <p:sp>
          <p:nvSpPr>
            <p:cNvPr id="5" name="Rectangle: Rounded Corners 4">
              <a:extLst>
                <a:ext uri="{FF2B5EF4-FFF2-40B4-BE49-F238E27FC236}">
                  <a16:creationId xmlns:a16="http://schemas.microsoft.com/office/drawing/2014/main" id="{A1AA7176-1920-4ACB-A4AD-63A177DAD94A}"/>
                </a:ext>
              </a:extLst>
            </p:cNvPr>
            <p:cNvSpPr/>
            <p:nvPr userDrawn="1"/>
          </p:nvSpPr>
          <p:spPr>
            <a:xfrm>
              <a:off x="948171" y="2151327"/>
              <a:ext cx="2805682" cy="2555346"/>
            </a:xfrm>
            <a:prstGeom prst="roundRect">
              <a:avLst>
                <a:gd name="adj" fmla="val 5558"/>
              </a:avLst>
            </a:prstGeom>
            <a:solidFill>
              <a:srgbClr val="CB33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6" name="Picture 15">
              <a:extLst>
                <a:ext uri="{FF2B5EF4-FFF2-40B4-BE49-F238E27FC236}">
                  <a16:creationId xmlns:a16="http://schemas.microsoft.com/office/drawing/2014/main" id="{8B715392-78FE-4B85-9701-53DC9DCAA670}"/>
                </a:ext>
              </a:extLst>
            </p:cNvPr>
            <p:cNvPicPr>
              <a:picLocks noChangeAspect="1"/>
            </p:cNvPicPr>
            <p:nvPr userDrawn="1"/>
          </p:nvPicPr>
          <p:blipFill>
            <a:blip r:embed="rId2"/>
            <a:stretch>
              <a:fillRect/>
            </a:stretch>
          </p:blipFill>
          <p:spPr>
            <a:xfrm>
              <a:off x="1145987" y="2458254"/>
              <a:ext cx="2371550" cy="2036240"/>
            </a:xfrm>
            <a:prstGeom prst="rect">
              <a:avLst/>
            </a:prstGeom>
          </p:spPr>
        </p:pic>
      </p:grpSp>
      <p:sp>
        <p:nvSpPr>
          <p:cNvPr id="18" name="TextBox 17">
            <a:extLst>
              <a:ext uri="{FF2B5EF4-FFF2-40B4-BE49-F238E27FC236}">
                <a16:creationId xmlns:a16="http://schemas.microsoft.com/office/drawing/2014/main" id="{0C1C5C86-2978-4A2B-AB5B-BB781E6FE5E5}"/>
              </a:ext>
            </a:extLst>
          </p:cNvPr>
          <p:cNvSpPr txBox="1"/>
          <p:nvPr userDrawn="1"/>
        </p:nvSpPr>
        <p:spPr>
          <a:xfrm>
            <a:off x="5091837" y="1156388"/>
            <a:ext cx="8771225" cy="830997"/>
          </a:xfrm>
          <a:prstGeom prst="rect">
            <a:avLst/>
          </a:prstGeom>
          <a:noFill/>
        </p:spPr>
        <p:txBody>
          <a:bodyPr wrap="square" rtlCol="0">
            <a:spAutoFit/>
          </a:bodyPr>
          <a:lstStyle/>
          <a:p>
            <a:r>
              <a:rPr lang="en-GB" sz="4800" b="1">
                <a:solidFill>
                  <a:srgbClr val="97999B"/>
                </a:solidFill>
                <a:latin typeface="Bliss" panose="02000506030000020004" pitchFamily="50" charset="0"/>
              </a:rPr>
              <a:t>Thank you</a:t>
            </a:r>
          </a:p>
        </p:txBody>
      </p:sp>
      <p:grpSp>
        <p:nvGrpSpPr>
          <p:cNvPr id="27" name="Group 26">
            <a:extLst>
              <a:ext uri="{FF2B5EF4-FFF2-40B4-BE49-F238E27FC236}">
                <a16:creationId xmlns:a16="http://schemas.microsoft.com/office/drawing/2014/main" id="{9C3E169C-CB4A-4ABD-9A60-FAA3CDFC5E5D}"/>
              </a:ext>
            </a:extLst>
          </p:cNvPr>
          <p:cNvGrpSpPr/>
          <p:nvPr userDrawn="1"/>
        </p:nvGrpSpPr>
        <p:grpSpPr>
          <a:xfrm>
            <a:off x="5091837" y="3237731"/>
            <a:ext cx="6678219" cy="2555346"/>
            <a:chOff x="4550284" y="3237731"/>
            <a:chExt cx="6678219" cy="2555346"/>
          </a:xfrm>
        </p:grpSpPr>
        <p:sp>
          <p:nvSpPr>
            <p:cNvPr id="19" name="TextBox 18">
              <a:extLst>
                <a:ext uri="{FF2B5EF4-FFF2-40B4-BE49-F238E27FC236}">
                  <a16:creationId xmlns:a16="http://schemas.microsoft.com/office/drawing/2014/main" id="{5948EB87-F09D-4CB7-91F2-90B7E729C65E}"/>
                </a:ext>
              </a:extLst>
            </p:cNvPr>
            <p:cNvSpPr txBox="1"/>
            <p:nvPr userDrawn="1"/>
          </p:nvSpPr>
          <p:spPr>
            <a:xfrm>
              <a:off x="4550284" y="3639509"/>
              <a:ext cx="2995920" cy="2062103"/>
            </a:xfrm>
            <a:prstGeom prst="rect">
              <a:avLst/>
            </a:prstGeom>
            <a:noFill/>
          </p:spPr>
          <p:txBody>
            <a:bodyPr wrap="square" rtlCol="0" anchor="b">
              <a:spAutoFit/>
            </a:bodyPr>
            <a:lstStyle/>
            <a:p>
              <a:r>
                <a:rPr lang="en-GB" sz="1600" b="1">
                  <a:solidFill>
                    <a:srgbClr val="334EA2"/>
                  </a:solidFill>
                </a:rPr>
                <a:t>Head Office</a:t>
              </a:r>
            </a:p>
            <a:p>
              <a:r>
                <a:rPr lang="en-GB" sz="1600">
                  <a:solidFill>
                    <a:srgbClr val="74787B"/>
                  </a:solidFill>
                </a:rPr>
                <a:t>Nomad Digital Limited</a:t>
              </a:r>
            </a:p>
            <a:p>
              <a:r>
                <a:rPr lang="en-GB" sz="1600">
                  <a:solidFill>
                    <a:srgbClr val="74787B"/>
                  </a:solidFill>
                </a:rPr>
                <a:t>5</a:t>
              </a:r>
              <a:r>
                <a:rPr lang="en-GB" sz="1600" baseline="30000">
                  <a:solidFill>
                    <a:srgbClr val="74787B"/>
                  </a:solidFill>
                </a:rPr>
                <a:t>th</a:t>
              </a:r>
              <a:r>
                <a:rPr lang="en-GB" sz="1600">
                  <a:solidFill>
                    <a:srgbClr val="74787B"/>
                  </a:solidFill>
                </a:rPr>
                <a:t> Floor, One Trinity, Broad Chare</a:t>
              </a:r>
            </a:p>
            <a:p>
              <a:r>
                <a:rPr lang="en-GB" sz="1600">
                  <a:solidFill>
                    <a:srgbClr val="74787B"/>
                  </a:solidFill>
                </a:rPr>
                <a:t>Newcastle upon Tyne</a:t>
              </a:r>
            </a:p>
            <a:p>
              <a:r>
                <a:rPr lang="en-GB" sz="1600">
                  <a:solidFill>
                    <a:srgbClr val="74787B"/>
                  </a:solidFill>
                </a:rPr>
                <a:t>NE1 2HF</a:t>
              </a:r>
            </a:p>
            <a:p>
              <a:endParaRPr lang="en-GB" sz="1600">
                <a:solidFill>
                  <a:srgbClr val="74787B"/>
                </a:solidFill>
              </a:endParaRPr>
            </a:p>
            <a:p>
              <a:r>
                <a:rPr lang="en-GB" sz="1600" b="1">
                  <a:solidFill>
                    <a:srgbClr val="334EA2"/>
                  </a:solidFill>
                </a:rPr>
                <a:t>T: </a:t>
              </a:r>
              <a:r>
                <a:rPr lang="en-GB" sz="1600">
                  <a:solidFill>
                    <a:srgbClr val="74787B"/>
                  </a:solidFill>
                </a:rPr>
                <a:t>+44 (0) 207 096 6966</a:t>
              </a:r>
            </a:p>
            <a:p>
              <a:r>
                <a:rPr lang="en-GB" sz="1600" b="1">
                  <a:solidFill>
                    <a:srgbClr val="334EA2"/>
                  </a:solidFill>
                </a:rPr>
                <a:t>E: </a:t>
              </a:r>
              <a:r>
                <a:rPr lang="en-GB" sz="1600">
                  <a:solidFill>
                    <a:srgbClr val="74787B"/>
                  </a:solidFill>
                </a:rPr>
                <a:t>experts@nomad-digital.com</a:t>
              </a:r>
            </a:p>
          </p:txBody>
        </p:sp>
        <p:cxnSp>
          <p:nvCxnSpPr>
            <p:cNvPr id="22" name="Straight Connector 21">
              <a:extLst>
                <a:ext uri="{FF2B5EF4-FFF2-40B4-BE49-F238E27FC236}">
                  <a16:creationId xmlns:a16="http://schemas.microsoft.com/office/drawing/2014/main" id="{71A64A91-6334-481E-9D96-25211921328C}"/>
                </a:ext>
              </a:extLst>
            </p:cNvPr>
            <p:cNvCxnSpPr>
              <a:cxnSpLocks/>
            </p:cNvCxnSpPr>
            <p:nvPr userDrawn="1"/>
          </p:nvCxnSpPr>
          <p:spPr>
            <a:xfrm>
              <a:off x="7788814" y="3237731"/>
              <a:ext cx="0" cy="2555346"/>
            </a:xfrm>
            <a:prstGeom prst="line">
              <a:avLst/>
            </a:prstGeom>
            <a:ln w="15875">
              <a:solidFill>
                <a:srgbClr val="334EA2"/>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319A4AD-491D-4B2E-B09C-D04F310A8DD5}"/>
                </a:ext>
              </a:extLst>
            </p:cNvPr>
            <p:cNvSpPr txBox="1"/>
            <p:nvPr userDrawn="1"/>
          </p:nvSpPr>
          <p:spPr>
            <a:xfrm>
              <a:off x="8062299" y="4870615"/>
              <a:ext cx="3166204" cy="830997"/>
            </a:xfrm>
            <a:prstGeom prst="rect">
              <a:avLst/>
            </a:prstGeom>
            <a:noFill/>
          </p:spPr>
          <p:txBody>
            <a:bodyPr wrap="square" rtlCol="0" anchor="b">
              <a:spAutoFit/>
            </a:bodyPr>
            <a:lstStyle/>
            <a:p>
              <a:r>
                <a:rPr lang="en-GB" sz="1600" b="1">
                  <a:solidFill>
                    <a:srgbClr val="334EA2"/>
                  </a:solidFill>
                </a:rPr>
                <a:t>nomad-digital.com</a:t>
              </a:r>
            </a:p>
            <a:p>
              <a:r>
                <a:rPr lang="en-GB" sz="1600">
                  <a:solidFill>
                    <a:srgbClr val="74787B"/>
                  </a:solidFill>
                </a:rPr>
                <a:t>Company Registration No: 4536010</a:t>
              </a:r>
            </a:p>
            <a:p>
              <a:r>
                <a:rPr lang="en-GB" sz="1600">
                  <a:solidFill>
                    <a:srgbClr val="74787B"/>
                  </a:solidFill>
                </a:rPr>
                <a:t>Copyright Nomad Digital 2023</a:t>
              </a:r>
            </a:p>
          </p:txBody>
        </p:sp>
      </p:grpSp>
      <p:sp>
        <p:nvSpPr>
          <p:cNvPr id="20" name="Rectangle 19">
            <a:extLst>
              <a:ext uri="{FF2B5EF4-FFF2-40B4-BE49-F238E27FC236}">
                <a16:creationId xmlns:a16="http://schemas.microsoft.com/office/drawing/2014/main" id="{4BF7159D-7541-4404-9773-DB8594EAC739}"/>
              </a:ext>
            </a:extLst>
          </p:cNvPr>
          <p:cNvSpPr/>
          <p:nvPr userDrawn="1"/>
        </p:nvSpPr>
        <p:spPr>
          <a:xfrm>
            <a:off x="0" y="0"/>
            <a:ext cx="360000" cy="6858000"/>
          </a:xfrm>
          <a:prstGeom prst="rect">
            <a:avLst/>
          </a:prstGeom>
          <a:solidFill>
            <a:srgbClr val="CB33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541965569"/>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userDrawn="1">
  <p:cSld name="Divider_A2">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B0576446-C771-4D12-93AB-7BE429398B33}"/>
              </a:ext>
            </a:extLst>
          </p:cNvPr>
          <p:cNvSpPr/>
          <p:nvPr userDrawn="1"/>
        </p:nvSpPr>
        <p:spPr>
          <a:xfrm>
            <a:off x="-10029" y="4173436"/>
            <a:ext cx="13099798" cy="3161414"/>
          </a:xfrm>
          <a:custGeom>
            <a:avLst/>
            <a:gdLst>
              <a:gd name="connsiteX0" fmla="*/ 8458354 w 13099798"/>
              <a:gd name="connsiteY0" fmla="*/ 0 h 3161414"/>
              <a:gd name="connsiteX1" fmla="*/ 13031177 w 13099798"/>
              <a:gd name="connsiteY1" fmla="*/ 633663 h 3161414"/>
              <a:gd name="connsiteX2" fmla="*/ 13099798 w 13099798"/>
              <a:gd name="connsiteY2" fmla="*/ 654076 h 3161414"/>
              <a:gd name="connsiteX3" fmla="*/ 13099798 w 13099798"/>
              <a:gd name="connsiteY3" fmla="*/ 3161414 h 3161414"/>
              <a:gd name="connsiteX4" fmla="*/ 0 w 13099798"/>
              <a:gd name="connsiteY4" fmla="*/ 3161414 h 3161414"/>
              <a:gd name="connsiteX5" fmla="*/ 0 w 13099798"/>
              <a:gd name="connsiteY5" fmla="*/ 2298177 h 3161414"/>
              <a:gd name="connsiteX6" fmla="*/ 144006 w 13099798"/>
              <a:gd name="connsiteY6" fmla="*/ 2213040 h 3161414"/>
              <a:gd name="connsiteX7" fmla="*/ 8458354 w 13099798"/>
              <a:gd name="connsiteY7" fmla="*/ 0 h 3161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99798" h="3161414">
                <a:moveTo>
                  <a:pt x="8458354" y="0"/>
                </a:moveTo>
                <a:cubicBezTo>
                  <a:pt x="10043928" y="0"/>
                  <a:pt x="11577904" y="220922"/>
                  <a:pt x="13031177" y="633663"/>
                </a:cubicBezTo>
                <a:lnTo>
                  <a:pt x="13099798" y="654076"/>
                </a:lnTo>
                <a:lnTo>
                  <a:pt x="13099798" y="3161414"/>
                </a:lnTo>
                <a:lnTo>
                  <a:pt x="0" y="3161414"/>
                </a:lnTo>
                <a:lnTo>
                  <a:pt x="0" y="2298177"/>
                </a:lnTo>
                <a:lnTo>
                  <a:pt x="144006" y="2213040"/>
                </a:lnTo>
                <a:cubicBezTo>
                  <a:pt x="2592402" y="805178"/>
                  <a:pt x="5431349" y="0"/>
                  <a:pt x="8458354" y="0"/>
                </a:cubicBezTo>
                <a:close/>
              </a:path>
            </a:pathLst>
          </a:custGeom>
          <a:solidFill>
            <a:srgbClr val="E3E4E5">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sz="1600"/>
          </a:p>
        </p:txBody>
      </p:sp>
      <p:sp>
        <p:nvSpPr>
          <p:cNvPr id="20" name="Rectangle 19">
            <a:extLst>
              <a:ext uri="{FF2B5EF4-FFF2-40B4-BE49-F238E27FC236}">
                <a16:creationId xmlns:a16="http://schemas.microsoft.com/office/drawing/2014/main" id="{36D6C005-2AE8-465E-A0E0-86C1CC523C06}"/>
              </a:ext>
            </a:extLst>
          </p:cNvPr>
          <p:cNvSpPr/>
          <p:nvPr userDrawn="1"/>
        </p:nvSpPr>
        <p:spPr>
          <a:xfrm>
            <a:off x="0" y="0"/>
            <a:ext cx="360000" cy="6858000"/>
          </a:xfrm>
          <a:prstGeom prst="rect">
            <a:avLst/>
          </a:prstGeom>
          <a:solidFill>
            <a:srgbClr val="CB33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Rounded Corners 16">
            <a:extLst>
              <a:ext uri="{FF2B5EF4-FFF2-40B4-BE49-F238E27FC236}">
                <a16:creationId xmlns:a16="http://schemas.microsoft.com/office/drawing/2014/main" id="{D9630121-1C79-4FB5-B82A-098839F37367}"/>
              </a:ext>
            </a:extLst>
          </p:cNvPr>
          <p:cNvSpPr/>
          <p:nvPr userDrawn="1"/>
        </p:nvSpPr>
        <p:spPr>
          <a:xfrm>
            <a:off x="1711418" y="2301213"/>
            <a:ext cx="2255573" cy="2255573"/>
          </a:xfrm>
          <a:prstGeom prst="roundRect">
            <a:avLst>
              <a:gd name="adj" fmla="val 5558"/>
            </a:avLst>
          </a:prstGeom>
          <a:solidFill>
            <a:srgbClr val="7478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 Placeholder 11">
            <a:extLst>
              <a:ext uri="{FF2B5EF4-FFF2-40B4-BE49-F238E27FC236}">
                <a16:creationId xmlns:a16="http://schemas.microsoft.com/office/drawing/2014/main" id="{5728BFB0-6946-487B-B6B0-4C3A97302223}"/>
              </a:ext>
            </a:extLst>
          </p:cNvPr>
          <p:cNvSpPr>
            <a:spLocks noGrp="1"/>
          </p:cNvSpPr>
          <p:nvPr>
            <p:ph type="body" sz="quarter" idx="11" hasCustomPrompt="1"/>
          </p:nvPr>
        </p:nvSpPr>
        <p:spPr>
          <a:xfrm>
            <a:off x="1443542" y="2797521"/>
            <a:ext cx="2791324" cy="1262955"/>
          </a:xfrm>
          <a:prstGeom prst="rect">
            <a:avLst/>
          </a:prstGeom>
        </p:spPr>
        <p:txBody>
          <a:bodyPr anchor="ctr">
            <a:noAutofit/>
          </a:bodyPr>
          <a:lstStyle>
            <a:lvl1pPr marL="0" indent="0" algn="ctr">
              <a:buNone/>
              <a:defRPr sz="8000" b="1">
                <a:solidFill>
                  <a:schemeClr val="bg1"/>
                </a:solidFill>
              </a:defRPr>
            </a:lvl1pPr>
          </a:lstStyle>
          <a:p>
            <a:pPr lvl="0"/>
            <a:r>
              <a:rPr lang="en-GB"/>
              <a:t>00</a:t>
            </a:r>
          </a:p>
        </p:txBody>
      </p:sp>
      <p:sp>
        <p:nvSpPr>
          <p:cNvPr id="22" name="Text Placeholder 16">
            <a:extLst>
              <a:ext uri="{FF2B5EF4-FFF2-40B4-BE49-F238E27FC236}">
                <a16:creationId xmlns:a16="http://schemas.microsoft.com/office/drawing/2014/main" id="{05501271-8CC3-4053-ACFA-2E5B6BE632F9}"/>
              </a:ext>
            </a:extLst>
          </p:cNvPr>
          <p:cNvSpPr>
            <a:spLocks noGrp="1"/>
          </p:cNvSpPr>
          <p:nvPr>
            <p:ph type="body" sz="quarter" idx="12" hasCustomPrompt="1"/>
          </p:nvPr>
        </p:nvSpPr>
        <p:spPr>
          <a:xfrm>
            <a:off x="4631984" y="2638151"/>
            <a:ext cx="5638800" cy="707105"/>
          </a:xfrm>
          <a:prstGeom prst="rect">
            <a:avLst/>
          </a:prstGeom>
        </p:spPr>
        <p:txBody>
          <a:bodyPr anchor="ctr">
            <a:normAutofit/>
          </a:bodyPr>
          <a:lstStyle>
            <a:lvl1pPr marL="0" indent="0" algn="l">
              <a:buNone/>
              <a:defRPr sz="4800">
                <a:solidFill>
                  <a:srgbClr val="CB333B"/>
                </a:solidFill>
              </a:defRPr>
            </a:lvl1pPr>
          </a:lstStyle>
          <a:p>
            <a:pPr lvl="0"/>
            <a:r>
              <a:rPr lang="en-US"/>
              <a:t>Title of chapter</a:t>
            </a:r>
            <a:endParaRPr lang="en-GB"/>
          </a:p>
        </p:txBody>
      </p:sp>
      <p:sp>
        <p:nvSpPr>
          <p:cNvPr id="23" name="Text Placeholder 16">
            <a:extLst>
              <a:ext uri="{FF2B5EF4-FFF2-40B4-BE49-F238E27FC236}">
                <a16:creationId xmlns:a16="http://schemas.microsoft.com/office/drawing/2014/main" id="{7ACB40B2-2290-45A8-8EB1-250DCEC2CDD2}"/>
              </a:ext>
            </a:extLst>
          </p:cNvPr>
          <p:cNvSpPr>
            <a:spLocks noGrp="1"/>
          </p:cNvSpPr>
          <p:nvPr>
            <p:ph type="body" sz="quarter" idx="13" hasCustomPrompt="1"/>
          </p:nvPr>
        </p:nvSpPr>
        <p:spPr>
          <a:xfrm>
            <a:off x="4631984" y="3522129"/>
            <a:ext cx="5638800" cy="739276"/>
          </a:xfrm>
          <a:prstGeom prst="rect">
            <a:avLst/>
          </a:prstGeom>
        </p:spPr>
        <p:txBody>
          <a:bodyPr anchor="ctr">
            <a:normAutofit/>
          </a:bodyPr>
          <a:lstStyle>
            <a:lvl1pPr marL="0" indent="0" algn="l">
              <a:buNone/>
              <a:defRPr sz="2400">
                <a:solidFill>
                  <a:srgbClr val="74787B"/>
                </a:solidFill>
              </a:defRPr>
            </a:lvl1pPr>
          </a:lstStyle>
          <a:p>
            <a:pPr lvl="0"/>
            <a:r>
              <a:rPr lang="en-US"/>
              <a:t>Subtitle of chapter</a:t>
            </a:r>
            <a:endParaRPr lang="en-GB"/>
          </a:p>
        </p:txBody>
      </p:sp>
      <p:cxnSp>
        <p:nvCxnSpPr>
          <p:cNvPr id="24" name="Straight Connector 23">
            <a:extLst>
              <a:ext uri="{FF2B5EF4-FFF2-40B4-BE49-F238E27FC236}">
                <a16:creationId xmlns:a16="http://schemas.microsoft.com/office/drawing/2014/main" id="{1250F2FE-EFAA-4C47-B862-AAB3D7F2BB50}"/>
              </a:ext>
            </a:extLst>
          </p:cNvPr>
          <p:cNvCxnSpPr>
            <a:cxnSpLocks/>
          </p:cNvCxnSpPr>
          <p:nvPr userDrawn="1"/>
        </p:nvCxnSpPr>
        <p:spPr>
          <a:xfrm>
            <a:off x="4631984" y="3424668"/>
            <a:ext cx="1401762" cy="0"/>
          </a:xfrm>
          <a:prstGeom prst="line">
            <a:avLst/>
          </a:prstGeom>
          <a:ln w="12700">
            <a:solidFill>
              <a:srgbClr val="334EA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4132293"/>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3" name="Espace réservé du contenu 2"/>
          <p:cNvSpPr>
            <a:spLocks noGrp="1"/>
          </p:cNvSpPr>
          <p:nvPr>
            <p:ph idx="1" hasCustomPrompt="1"/>
          </p:nvPr>
        </p:nvSpPr>
        <p:spPr bwMode="gray">
          <a:xfrm>
            <a:off x="792000" y="1484784"/>
            <a:ext cx="10605600" cy="4715991"/>
          </a:xfrm>
        </p:spPr>
        <p:txBody>
          <a:bodyP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GB" noProof="0"/>
              <a:t>Text level 1</a:t>
            </a:r>
          </a:p>
          <a:p>
            <a:pPr lvl="1"/>
            <a:r>
              <a:rPr lang="en-GB" noProof="0"/>
              <a:t>Text level 2</a:t>
            </a:r>
          </a:p>
          <a:p>
            <a:pPr lvl="2"/>
            <a:r>
              <a:rPr lang="en-GB" noProof="0"/>
              <a:t>Text level 3</a:t>
            </a:r>
          </a:p>
          <a:p>
            <a:pPr lvl="3"/>
            <a:r>
              <a:rPr lang="en-GB" noProof="0"/>
              <a:t>Text level 4</a:t>
            </a:r>
          </a:p>
          <a:p>
            <a:pPr lvl="4"/>
            <a:r>
              <a:rPr lang="en-GB" noProof="0"/>
              <a:t>Text level 5</a:t>
            </a:r>
          </a:p>
        </p:txBody>
      </p:sp>
      <p:sp>
        <p:nvSpPr>
          <p:cNvPr id="4" name="Titre 3"/>
          <p:cNvSpPr>
            <a:spLocks noGrp="1"/>
          </p:cNvSpPr>
          <p:nvPr>
            <p:ph type="title" hasCustomPrompt="1"/>
          </p:nvPr>
        </p:nvSpPr>
        <p:spPr bwMode="gray">
          <a:xfrm>
            <a:off x="792000" y="557645"/>
            <a:ext cx="10605600" cy="648000"/>
          </a:xfrm>
        </p:spPr>
        <p:txBody>
          <a:bodyPr/>
          <a:lstStyle>
            <a:lvl1pPr>
              <a:defRPr>
                <a:solidFill>
                  <a:schemeClr val="accent3"/>
                </a:solidFill>
              </a:defRPr>
            </a:lvl1pPr>
          </a:lstStyle>
          <a:p>
            <a:r>
              <a:rPr lang="en-GB" noProof="0"/>
              <a:t>Title</a:t>
            </a:r>
          </a:p>
        </p:txBody>
      </p:sp>
      <p:sp>
        <p:nvSpPr>
          <p:cNvPr id="2" name="Espace réservé de la date 1"/>
          <p:cNvSpPr>
            <a:spLocks noGrp="1"/>
          </p:cNvSpPr>
          <p:nvPr>
            <p:ph type="dt" sz="half" idx="14"/>
          </p:nvPr>
        </p:nvSpPr>
        <p:spPr bwMode="gray"/>
        <p:txBody>
          <a:bodyPr/>
          <a:lstStyle/>
          <a:p>
            <a:pPr algn="l"/>
            <a:r>
              <a:rPr lang="en-US" noProof="0"/>
              <a:t>Date</a:t>
            </a:r>
            <a:endParaRPr lang="en-GB" noProof="0"/>
          </a:p>
        </p:txBody>
      </p:sp>
      <p:sp>
        <p:nvSpPr>
          <p:cNvPr id="5" name="Espace réservé du pied de page 4"/>
          <p:cNvSpPr>
            <a:spLocks noGrp="1"/>
          </p:cNvSpPr>
          <p:nvPr>
            <p:ph type="ftr" sz="quarter" idx="15"/>
          </p:nvPr>
        </p:nvSpPr>
        <p:spPr bwMode="gray"/>
        <p:txBody>
          <a:bodyPr/>
          <a:lstStyle/>
          <a:p>
            <a:r>
              <a:rPr lang="en-GB" noProof="0"/>
              <a:t>TEC-TEM-007 RevD - PAB Template</a:t>
            </a:r>
          </a:p>
        </p:txBody>
      </p:sp>
      <p:sp>
        <p:nvSpPr>
          <p:cNvPr id="6" name="Espace réservé du numéro de diapositive 5"/>
          <p:cNvSpPr>
            <a:spLocks noGrp="1"/>
          </p:cNvSpPr>
          <p:nvPr>
            <p:ph type="sldNum" sz="quarter" idx="16"/>
          </p:nvPr>
        </p:nvSpPr>
        <p:spPr bwMode="gray"/>
        <p:txBody>
          <a:bodyPr/>
          <a:lstStyle/>
          <a:p>
            <a:fld id="{733122C9-A0B9-462F-8757-0847AD287B63}" type="slidenum">
              <a:rPr lang="en-GB" noProof="0" smtClean="0"/>
              <a:pPr/>
              <a:t>‹#›</a:t>
            </a:fld>
            <a:endParaRPr lang="en-GB" noProof="0"/>
          </a:p>
        </p:txBody>
      </p:sp>
    </p:spTree>
    <p:extLst>
      <p:ext uri="{BB962C8B-B14F-4D97-AF65-F5344CB8AC3E}">
        <p14:creationId xmlns:p14="http://schemas.microsoft.com/office/powerpoint/2010/main" val="3995591353"/>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userDrawn="1">
  <p:cSld name="Titre seul">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632884" y="25400"/>
            <a:ext cx="10947400" cy="889000"/>
          </a:xfrm>
        </p:spPr>
        <p:txBody>
          <a:bodyPr/>
          <a:lstStyle>
            <a:lvl1pPr>
              <a:defRPr/>
            </a:lvl1pPr>
          </a:lstStyle>
          <a:p>
            <a:r>
              <a:rPr lang="en-US"/>
              <a:t>Click to add title</a:t>
            </a:r>
          </a:p>
        </p:txBody>
      </p:sp>
    </p:spTree>
    <p:extLst>
      <p:ext uri="{BB962C8B-B14F-4D97-AF65-F5344CB8AC3E}">
        <p14:creationId xmlns:p14="http://schemas.microsoft.com/office/powerpoint/2010/main" val="138418306"/>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6_Content_Title+1 Colum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75E378A-7B7A-4C63-8218-3E4C699B0420}"/>
              </a:ext>
            </a:extLst>
          </p:cNvPr>
          <p:cNvSpPr/>
          <p:nvPr userDrawn="1"/>
        </p:nvSpPr>
        <p:spPr>
          <a:xfrm>
            <a:off x="0" y="0"/>
            <a:ext cx="360000" cy="6858000"/>
          </a:xfrm>
          <a:prstGeom prst="rect">
            <a:avLst/>
          </a:prstGeom>
          <a:solidFill>
            <a:srgbClr val="CB33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Content Placeholder 2">
            <a:extLst>
              <a:ext uri="{FF2B5EF4-FFF2-40B4-BE49-F238E27FC236}">
                <a16:creationId xmlns:a16="http://schemas.microsoft.com/office/drawing/2014/main" id="{67782945-B9F0-41B4-B211-D6C895D6475E}"/>
              </a:ext>
            </a:extLst>
          </p:cNvPr>
          <p:cNvSpPr>
            <a:spLocks noGrp="1"/>
          </p:cNvSpPr>
          <p:nvPr>
            <p:ph idx="1"/>
          </p:nvPr>
        </p:nvSpPr>
        <p:spPr>
          <a:xfrm>
            <a:off x="667266" y="1453418"/>
            <a:ext cx="10686534" cy="4723546"/>
          </a:xfrm>
          <a:prstGeom prst="rect">
            <a:avLst/>
          </a:prstGeom>
        </p:spPr>
        <p:txBody>
          <a:bodyPr/>
          <a:lstStyle>
            <a:lvl3pPr>
              <a:buClr>
                <a:srgbClr val="74787B"/>
              </a:buClr>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1F9C20-D204-4A61-83D0-C8409FA061FE}"/>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3200"/>
            </a:lvl1pPr>
          </a:lstStyle>
          <a:p>
            <a:r>
              <a:rPr lang="en-US"/>
              <a:t>Click to edit Heading</a:t>
            </a:r>
            <a:endParaRPr lang="en-GB"/>
          </a:p>
        </p:txBody>
      </p:sp>
      <p:sp>
        <p:nvSpPr>
          <p:cNvPr id="4" name="Slide Number Placeholder 3">
            <a:extLst>
              <a:ext uri="{FF2B5EF4-FFF2-40B4-BE49-F238E27FC236}">
                <a16:creationId xmlns:a16="http://schemas.microsoft.com/office/drawing/2014/main" id="{FEDBEA7A-8B3A-422C-85DA-39018E0006E1}"/>
              </a:ext>
            </a:extLst>
          </p:cNvPr>
          <p:cNvSpPr>
            <a:spLocks noGrp="1"/>
          </p:cNvSpPr>
          <p:nvPr>
            <p:ph type="sldNum" sz="quarter" idx="10"/>
          </p:nvPr>
        </p:nvSpPr>
        <p:spPr>
          <a:xfrm>
            <a:off x="11401760" y="6356350"/>
            <a:ext cx="621632" cy="365125"/>
          </a:xfrm>
          <a:prstGeom prst="rect">
            <a:avLst/>
          </a:prstGeom>
        </p:spPr>
        <p:txBody>
          <a:bodyPr/>
          <a:lstStyle>
            <a:lvl1pPr>
              <a:defRPr/>
            </a:lvl1pPr>
          </a:lstStyle>
          <a:p>
            <a:fld id="{53A8910B-DB83-49E5-AD38-E95CD4B915B8}" type="slidenum">
              <a:rPr lang="en-GB" smtClean="0"/>
              <a:pPr/>
              <a:t>‹#›</a:t>
            </a:fld>
            <a:endParaRPr lang="en-GB"/>
          </a:p>
        </p:txBody>
      </p:sp>
      <p:grpSp>
        <p:nvGrpSpPr>
          <p:cNvPr id="30" name="Group 29">
            <a:extLst>
              <a:ext uri="{FF2B5EF4-FFF2-40B4-BE49-F238E27FC236}">
                <a16:creationId xmlns:a16="http://schemas.microsoft.com/office/drawing/2014/main" id="{5F139F1F-6B23-4D1E-B939-6DF8A283B181}"/>
              </a:ext>
            </a:extLst>
          </p:cNvPr>
          <p:cNvGrpSpPr/>
          <p:nvPr userDrawn="1"/>
        </p:nvGrpSpPr>
        <p:grpSpPr>
          <a:xfrm>
            <a:off x="9290886" y="6245081"/>
            <a:ext cx="1586668" cy="1586668"/>
            <a:chOff x="9232405" y="6042965"/>
            <a:chExt cx="1966477" cy="1966477"/>
          </a:xfrm>
        </p:grpSpPr>
        <p:pic>
          <p:nvPicPr>
            <p:cNvPr id="31" name="Picture 30">
              <a:extLst>
                <a:ext uri="{FF2B5EF4-FFF2-40B4-BE49-F238E27FC236}">
                  <a16:creationId xmlns:a16="http://schemas.microsoft.com/office/drawing/2014/main" id="{56B72E23-BBA9-4C1C-B669-5B08F4FD9B22}"/>
                </a:ext>
              </a:extLst>
            </p:cNvPr>
            <p:cNvPicPr>
              <a:picLocks noChangeAspect="1"/>
            </p:cNvPicPr>
            <p:nvPr userDrawn="1"/>
          </p:nvPicPr>
          <p:blipFill>
            <a:blip r:embed="rId2"/>
            <a:stretch>
              <a:fillRect/>
            </a:stretch>
          </p:blipFill>
          <p:spPr>
            <a:xfrm>
              <a:off x="9569131" y="6227678"/>
              <a:ext cx="1266415" cy="568969"/>
            </a:xfrm>
            <a:prstGeom prst="rect">
              <a:avLst/>
            </a:prstGeom>
          </p:spPr>
        </p:pic>
        <p:grpSp>
          <p:nvGrpSpPr>
            <p:cNvPr id="32" name="Group 31">
              <a:extLst>
                <a:ext uri="{FF2B5EF4-FFF2-40B4-BE49-F238E27FC236}">
                  <a16:creationId xmlns:a16="http://schemas.microsoft.com/office/drawing/2014/main" id="{B28E4B29-ED6E-4368-822B-8B028FEFC9BB}"/>
                </a:ext>
              </a:extLst>
            </p:cNvPr>
            <p:cNvGrpSpPr/>
            <p:nvPr userDrawn="1"/>
          </p:nvGrpSpPr>
          <p:grpSpPr>
            <a:xfrm>
              <a:off x="9232405" y="6042965"/>
              <a:ext cx="1966477" cy="1966477"/>
              <a:chOff x="4276724" y="1066800"/>
              <a:chExt cx="5038725" cy="5038725"/>
            </a:xfrm>
          </p:grpSpPr>
          <p:sp>
            <p:nvSpPr>
              <p:cNvPr id="33" name="Oval 32">
                <a:extLst>
                  <a:ext uri="{FF2B5EF4-FFF2-40B4-BE49-F238E27FC236}">
                    <a16:creationId xmlns:a16="http://schemas.microsoft.com/office/drawing/2014/main" id="{9EB4BCA6-EDBD-4217-8095-70D6928A565E}"/>
                  </a:ext>
                </a:extLst>
              </p:cNvPr>
              <p:cNvSpPr/>
              <p:nvPr userDrawn="1"/>
            </p:nvSpPr>
            <p:spPr>
              <a:xfrm>
                <a:off x="4276724" y="1066800"/>
                <a:ext cx="5038725" cy="5038725"/>
              </a:xfrm>
              <a:prstGeom prst="ellipse">
                <a:avLst/>
              </a:prstGeom>
              <a:noFill/>
              <a:ln w="22225">
                <a:solidFill>
                  <a:srgbClr val="CB333B"/>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Oval 33">
                <a:extLst>
                  <a:ext uri="{FF2B5EF4-FFF2-40B4-BE49-F238E27FC236}">
                    <a16:creationId xmlns:a16="http://schemas.microsoft.com/office/drawing/2014/main" id="{37C701DE-B61A-47A4-95CA-F0AC8F6D09E2}"/>
                  </a:ext>
                </a:extLst>
              </p:cNvPr>
              <p:cNvSpPr/>
              <p:nvPr userDrawn="1"/>
            </p:nvSpPr>
            <p:spPr>
              <a:xfrm>
                <a:off x="7858140" y="1227974"/>
                <a:ext cx="386558" cy="386558"/>
              </a:xfrm>
              <a:prstGeom prst="ellipse">
                <a:avLst/>
              </a:prstGeom>
              <a:solidFill>
                <a:schemeClr val="bg1"/>
              </a:solidFill>
              <a:ln w="31750">
                <a:solidFill>
                  <a:srgbClr val="CB33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Oval 34">
                <a:extLst>
                  <a:ext uri="{FF2B5EF4-FFF2-40B4-BE49-F238E27FC236}">
                    <a16:creationId xmlns:a16="http://schemas.microsoft.com/office/drawing/2014/main" id="{0A22CB45-CD24-4DC2-A952-69CF906C0B6C}"/>
                  </a:ext>
                </a:extLst>
              </p:cNvPr>
              <p:cNvSpPr/>
              <p:nvPr userDrawn="1"/>
            </p:nvSpPr>
            <p:spPr>
              <a:xfrm>
                <a:off x="8491485" y="1830639"/>
                <a:ext cx="755780" cy="755780"/>
              </a:xfrm>
              <a:prstGeom prst="ellipse">
                <a:avLst/>
              </a:prstGeom>
              <a:solidFill>
                <a:schemeClr val="bg1"/>
              </a:solidFill>
              <a:ln w="41275">
                <a:solidFill>
                  <a:srgbClr val="CB33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Oval 35">
                <a:extLst>
                  <a:ext uri="{FF2B5EF4-FFF2-40B4-BE49-F238E27FC236}">
                    <a16:creationId xmlns:a16="http://schemas.microsoft.com/office/drawing/2014/main" id="{1502E0C2-FB5A-4C89-A384-38EBD7274D32}"/>
                  </a:ext>
                </a:extLst>
              </p:cNvPr>
              <p:cNvSpPr/>
              <p:nvPr userDrawn="1"/>
            </p:nvSpPr>
            <p:spPr>
              <a:xfrm>
                <a:off x="4383506" y="2005609"/>
                <a:ext cx="468338" cy="468337"/>
              </a:xfrm>
              <a:prstGeom prst="ellipse">
                <a:avLst/>
              </a:prstGeom>
              <a:solidFill>
                <a:schemeClr val="bg1"/>
              </a:solidFill>
              <a:ln w="38100">
                <a:solidFill>
                  <a:srgbClr val="CB33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
        <p:nvSpPr>
          <p:cNvPr id="14" name="Subtitle 2">
            <a:extLst>
              <a:ext uri="{FF2B5EF4-FFF2-40B4-BE49-F238E27FC236}">
                <a16:creationId xmlns:a16="http://schemas.microsoft.com/office/drawing/2014/main" id="{F2F93EF6-9203-44A8-9B1F-54E0A7F47A56}"/>
              </a:ext>
            </a:extLst>
          </p:cNvPr>
          <p:cNvSpPr>
            <a:spLocks noGrp="1"/>
          </p:cNvSpPr>
          <p:nvPr>
            <p:ph type="subTitle" idx="11" hasCustomPrompt="1"/>
          </p:nvPr>
        </p:nvSpPr>
        <p:spPr>
          <a:xfrm>
            <a:off x="667266" y="832308"/>
            <a:ext cx="10210283" cy="275138"/>
          </a:xfrm>
          <a:prstGeom prst="rect">
            <a:avLst/>
          </a:prstGeom>
        </p:spPr>
        <p:txBody>
          <a:bodyPr>
            <a:normAutofit/>
          </a:bodyPr>
          <a:lstStyle>
            <a:lvl1pPr marL="0" indent="0" algn="l">
              <a:buNone/>
              <a:defRPr sz="1800" b="1">
                <a:solidFill>
                  <a:srgbClr val="71717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Sub-Heading</a:t>
            </a:r>
            <a:endParaRPr lang="en-GB"/>
          </a:p>
        </p:txBody>
      </p:sp>
    </p:spTree>
    <p:extLst>
      <p:ext uri="{BB962C8B-B14F-4D97-AF65-F5344CB8AC3E}">
        <p14:creationId xmlns:p14="http://schemas.microsoft.com/office/powerpoint/2010/main" val="3496020003"/>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9805078"/>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userDrawn="1">
  <p:cSld name="9_Content_Title+1 Colum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75E378A-7B7A-4C63-8218-3E4C699B0420}"/>
              </a:ext>
            </a:extLst>
          </p:cNvPr>
          <p:cNvSpPr/>
          <p:nvPr userDrawn="1"/>
        </p:nvSpPr>
        <p:spPr>
          <a:xfrm>
            <a:off x="0" y="0"/>
            <a:ext cx="360000" cy="6858000"/>
          </a:xfrm>
          <a:prstGeom prst="rect">
            <a:avLst/>
          </a:prstGeom>
          <a:solidFill>
            <a:srgbClr val="AE20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95">
              <a:solidFill>
                <a:srgbClr val="AE2086"/>
              </a:solidFill>
            </a:endParaRPr>
          </a:p>
        </p:txBody>
      </p:sp>
      <p:sp>
        <p:nvSpPr>
          <p:cNvPr id="11" name="Content Placeholder 2">
            <a:extLst>
              <a:ext uri="{FF2B5EF4-FFF2-40B4-BE49-F238E27FC236}">
                <a16:creationId xmlns:a16="http://schemas.microsoft.com/office/drawing/2014/main" id="{67782945-B9F0-41B4-B211-D6C895D6475E}"/>
              </a:ext>
            </a:extLst>
          </p:cNvPr>
          <p:cNvSpPr>
            <a:spLocks noGrp="1"/>
          </p:cNvSpPr>
          <p:nvPr>
            <p:ph idx="1"/>
          </p:nvPr>
        </p:nvSpPr>
        <p:spPr>
          <a:xfrm>
            <a:off x="667266" y="1453418"/>
            <a:ext cx="10686534" cy="4723546"/>
          </a:xfrm>
          <a:prstGeom prst="rect">
            <a:avLst/>
          </a:prstGeom>
        </p:spPr>
        <p:txBody>
          <a:bodyPr/>
          <a:lstStyle>
            <a:lvl1pPr>
              <a:buClr>
                <a:srgbClr val="AE2086"/>
              </a:buClr>
              <a:defRPr/>
            </a:lvl1pPr>
            <a:lvl3pPr>
              <a:buClr>
                <a:srgbClr val="74787B"/>
              </a:buClr>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15" name="Straight Connector 14">
            <a:extLst>
              <a:ext uri="{FF2B5EF4-FFF2-40B4-BE49-F238E27FC236}">
                <a16:creationId xmlns:a16="http://schemas.microsoft.com/office/drawing/2014/main" id="{51F2ABA8-38AE-4FB3-865A-3586E79C9972}"/>
              </a:ext>
            </a:extLst>
          </p:cNvPr>
          <p:cNvCxnSpPr>
            <a:cxnSpLocks/>
          </p:cNvCxnSpPr>
          <p:nvPr userDrawn="1"/>
        </p:nvCxnSpPr>
        <p:spPr>
          <a:xfrm>
            <a:off x="568411" y="1156112"/>
            <a:ext cx="1136882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1F9C20-D204-4A61-83D0-C8409FA061FE}"/>
              </a:ext>
            </a:extLst>
          </p:cNvPr>
          <p:cNvSpPr>
            <a:spLocks noGrp="1"/>
          </p:cNvSpPr>
          <p:nvPr>
            <p:ph type="title" hasCustomPrompt="1"/>
          </p:nvPr>
        </p:nvSpPr>
        <p:spPr>
          <a:xfrm>
            <a:off x="667267" y="271133"/>
            <a:ext cx="10210284" cy="539009"/>
          </a:xfrm>
          <a:prstGeom prst="rect">
            <a:avLst/>
          </a:prstGeom>
        </p:spPr>
        <p:txBody>
          <a:bodyPr anchor="ctr">
            <a:noAutofit/>
          </a:bodyPr>
          <a:lstStyle>
            <a:lvl1pPr>
              <a:defRPr sz="3014">
                <a:solidFill>
                  <a:srgbClr val="AE2086"/>
                </a:solidFill>
              </a:defRPr>
            </a:lvl1pPr>
          </a:lstStyle>
          <a:p>
            <a:r>
              <a:rPr lang="en-US"/>
              <a:t>Click to edit Heading</a:t>
            </a:r>
            <a:endParaRPr lang="en-GB"/>
          </a:p>
        </p:txBody>
      </p:sp>
      <p:sp>
        <p:nvSpPr>
          <p:cNvPr id="4" name="Slide Number Placeholder 3">
            <a:extLst>
              <a:ext uri="{FF2B5EF4-FFF2-40B4-BE49-F238E27FC236}">
                <a16:creationId xmlns:a16="http://schemas.microsoft.com/office/drawing/2014/main" id="{FEDBEA7A-8B3A-422C-85DA-39018E0006E1}"/>
              </a:ext>
            </a:extLst>
          </p:cNvPr>
          <p:cNvSpPr>
            <a:spLocks noGrp="1"/>
          </p:cNvSpPr>
          <p:nvPr>
            <p:ph type="sldNum" sz="quarter" idx="10"/>
          </p:nvPr>
        </p:nvSpPr>
        <p:spPr>
          <a:xfrm>
            <a:off x="11401760" y="6356352"/>
            <a:ext cx="621632" cy="365125"/>
          </a:xfrm>
          <a:prstGeom prst="rect">
            <a:avLst/>
          </a:prstGeom>
        </p:spPr>
        <p:txBody>
          <a:bodyPr/>
          <a:lstStyle>
            <a:lvl1pPr>
              <a:defRPr/>
            </a:lvl1pPr>
          </a:lstStyle>
          <a:p>
            <a:fld id="{53A8910B-DB83-49E5-AD38-E95CD4B915B8}" type="slidenum">
              <a:rPr lang="en-GB" smtClean="0"/>
              <a:pPr/>
              <a:t>‹#›</a:t>
            </a:fld>
            <a:endParaRPr lang="en-GB"/>
          </a:p>
        </p:txBody>
      </p:sp>
      <p:grpSp>
        <p:nvGrpSpPr>
          <p:cNvPr id="2" name="Group 1">
            <a:extLst>
              <a:ext uri="{FF2B5EF4-FFF2-40B4-BE49-F238E27FC236}">
                <a16:creationId xmlns:a16="http://schemas.microsoft.com/office/drawing/2014/main" id="{F9E90504-9AF4-4553-9A90-17FB1E164692}"/>
              </a:ext>
            </a:extLst>
          </p:cNvPr>
          <p:cNvGrpSpPr/>
          <p:nvPr userDrawn="1"/>
        </p:nvGrpSpPr>
        <p:grpSpPr>
          <a:xfrm>
            <a:off x="9290886" y="6245081"/>
            <a:ext cx="1586668" cy="1586668"/>
            <a:chOff x="9290886" y="6245081"/>
            <a:chExt cx="1586668" cy="1586668"/>
          </a:xfrm>
        </p:grpSpPr>
        <p:pic>
          <p:nvPicPr>
            <p:cNvPr id="17" name="Picture 16">
              <a:extLst>
                <a:ext uri="{FF2B5EF4-FFF2-40B4-BE49-F238E27FC236}">
                  <a16:creationId xmlns:a16="http://schemas.microsoft.com/office/drawing/2014/main" id="{45743039-5BBF-439A-B951-3834CB98D122}"/>
                </a:ext>
              </a:extLst>
            </p:cNvPr>
            <p:cNvPicPr>
              <a:picLocks noChangeAspect="1"/>
            </p:cNvPicPr>
            <p:nvPr userDrawn="1"/>
          </p:nvPicPr>
          <p:blipFill>
            <a:blip r:embed="rId2"/>
            <a:stretch>
              <a:fillRect/>
            </a:stretch>
          </p:blipFill>
          <p:spPr>
            <a:xfrm>
              <a:off x="9596121" y="6371850"/>
              <a:ext cx="954725" cy="485188"/>
            </a:xfrm>
            <a:prstGeom prst="rect">
              <a:avLst/>
            </a:prstGeom>
          </p:spPr>
        </p:pic>
        <p:grpSp>
          <p:nvGrpSpPr>
            <p:cNvPr id="18" name="Group 17">
              <a:extLst>
                <a:ext uri="{FF2B5EF4-FFF2-40B4-BE49-F238E27FC236}">
                  <a16:creationId xmlns:a16="http://schemas.microsoft.com/office/drawing/2014/main" id="{E4C8DAF0-89F8-4331-A841-0E23574B916B}"/>
                </a:ext>
              </a:extLst>
            </p:cNvPr>
            <p:cNvGrpSpPr/>
            <p:nvPr userDrawn="1"/>
          </p:nvGrpSpPr>
          <p:grpSpPr>
            <a:xfrm>
              <a:off x="9290886" y="6245081"/>
              <a:ext cx="1586668" cy="1586668"/>
              <a:chOff x="4276724" y="1066800"/>
              <a:chExt cx="5038725" cy="5038725"/>
            </a:xfrm>
          </p:grpSpPr>
          <p:sp>
            <p:nvSpPr>
              <p:cNvPr id="19" name="Oval 18">
                <a:extLst>
                  <a:ext uri="{FF2B5EF4-FFF2-40B4-BE49-F238E27FC236}">
                    <a16:creationId xmlns:a16="http://schemas.microsoft.com/office/drawing/2014/main" id="{E8C45C78-E7AD-4841-A76C-0C5DCE1CECF8}"/>
                  </a:ext>
                </a:extLst>
              </p:cNvPr>
              <p:cNvSpPr/>
              <p:nvPr userDrawn="1"/>
            </p:nvSpPr>
            <p:spPr>
              <a:xfrm>
                <a:off x="4276724" y="1066800"/>
                <a:ext cx="5038725" cy="5038725"/>
              </a:xfrm>
              <a:prstGeom prst="ellipse">
                <a:avLst/>
              </a:prstGeom>
              <a:noFill/>
              <a:ln w="22225">
                <a:solidFill>
                  <a:srgbClr val="AE208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95"/>
              </a:p>
            </p:txBody>
          </p:sp>
          <p:sp>
            <p:nvSpPr>
              <p:cNvPr id="20" name="Oval 19">
                <a:extLst>
                  <a:ext uri="{FF2B5EF4-FFF2-40B4-BE49-F238E27FC236}">
                    <a16:creationId xmlns:a16="http://schemas.microsoft.com/office/drawing/2014/main" id="{A7F312D9-EB17-4645-8C28-3A9F47E111E1}"/>
                  </a:ext>
                </a:extLst>
              </p:cNvPr>
              <p:cNvSpPr/>
              <p:nvPr userDrawn="1"/>
            </p:nvSpPr>
            <p:spPr>
              <a:xfrm>
                <a:off x="7858140" y="1227974"/>
                <a:ext cx="386558" cy="386558"/>
              </a:xfrm>
              <a:prstGeom prst="ellipse">
                <a:avLst/>
              </a:prstGeom>
              <a:solidFill>
                <a:schemeClr val="bg1"/>
              </a:solidFill>
              <a:ln w="31750">
                <a:solidFill>
                  <a:srgbClr val="AE208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95"/>
              </a:p>
            </p:txBody>
          </p:sp>
          <p:sp>
            <p:nvSpPr>
              <p:cNvPr id="21" name="Oval 20">
                <a:extLst>
                  <a:ext uri="{FF2B5EF4-FFF2-40B4-BE49-F238E27FC236}">
                    <a16:creationId xmlns:a16="http://schemas.microsoft.com/office/drawing/2014/main" id="{EEAC7966-ACD3-4351-B940-477B8C0A4CEC}"/>
                  </a:ext>
                </a:extLst>
              </p:cNvPr>
              <p:cNvSpPr/>
              <p:nvPr userDrawn="1"/>
            </p:nvSpPr>
            <p:spPr>
              <a:xfrm>
                <a:off x="8491485" y="1830639"/>
                <a:ext cx="755780" cy="755780"/>
              </a:xfrm>
              <a:prstGeom prst="ellipse">
                <a:avLst/>
              </a:prstGeom>
              <a:solidFill>
                <a:schemeClr val="bg1"/>
              </a:solidFill>
              <a:ln w="41275">
                <a:solidFill>
                  <a:srgbClr val="AE208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95"/>
              </a:p>
            </p:txBody>
          </p:sp>
          <p:sp>
            <p:nvSpPr>
              <p:cNvPr id="22" name="Oval 21">
                <a:extLst>
                  <a:ext uri="{FF2B5EF4-FFF2-40B4-BE49-F238E27FC236}">
                    <a16:creationId xmlns:a16="http://schemas.microsoft.com/office/drawing/2014/main" id="{0613A840-2ADE-4B11-A2C7-192A6E69EE9A}"/>
                  </a:ext>
                </a:extLst>
              </p:cNvPr>
              <p:cNvSpPr/>
              <p:nvPr userDrawn="1"/>
            </p:nvSpPr>
            <p:spPr>
              <a:xfrm>
                <a:off x="4383506" y="2005609"/>
                <a:ext cx="468338" cy="468337"/>
              </a:xfrm>
              <a:prstGeom prst="ellipse">
                <a:avLst/>
              </a:prstGeom>
              <a:solidFill>
                <a:schemeClr val="bg1"/>
              </a:solidFill>
              <a:ln w="38100">
                <a:solidFill>
                  <a:srgbClr val="AE208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95"/>
              </a:p>
            </p:txBody>
          </p:sp>
        </p:grpSp>
      </p:grpSp>
      <p:sp>
        <p:nvSpPr>
          <p:cNvPr id="13" name="Subtitle 2">
            <a:extLst>
              <a:ext uri="{FF2B5EF4-FFF2-40B4-BE49-F238E27FC236}">
                <a16:creationId xmlns:a16="http://schemas.microsoft.com/office/drawing/2014/main" id="{BA8AEB3F-3D33-435A-9D41-0AEE05CF7102}"/>
              </a:ext>
            </a:extLst>
          </p:cNvPr>
          <p:cNvSpPr>
            <a:spLocks noGrp="1"/>
          </p:cNvSpPr>
          <p:nvPr>
            <p:ph type="subTitle" idx="11" hasCustomPrompt="1"/>
          </p:nvPr>
        </p:nvSpPr>
        <p:spPr>
          <a:xfrm>
            <a:off x="667266" y="832308"/>
            <a:ext cx="10210283" cy="275138"/>
          </a:xfrm>
          <a:prstGeom prst="rect">
            <a:avLst/>
          </a:prstGeom>
        </p:spPr>
        <p:txBody>
          <a:bodyPr>
            <a:normAutofit/>
          </a:bodyPr>
          <a:lstStyle>
            <a:lvl1pPr marL="0" indent="0" algn="l">
              <a:buNone/>
              <a:defRPr sz="1695" b="1">
                <a:solidFill>
                  <a:srgbClr val="717174"/>
                </a:solidFill>
              </a:defRPr>
            </a:lvl1pPr>
            <a:lvl2pPr marL="430637" indent="0" algn="ctr">
              <a:buNone/>
              <a:defRPr sz="1884"/>
            </a:lvl2pPr>
            <a:lvl3pPr marL="861273" indent="0" algn="ctr">
              <a:buNone/>
              <a:defRPr sz="1695"/>
            </a:lvl3pPr>
            <a:lvl4pPr marL="1291910" indent="0" algn="ctr">
              <a:buNone/>
              <a:defRPr sz="1507"/>
            </a:lvl4pPr>
            <a:lvl5pPr marL="1722547" indent="0" algn="ctr">
              <a:buNone/>
              <a:defRPr sz="1507"/>
            </a:lvl5pPr>
            <a:lvl6pPr marL="2153183" indent="0" algn="ctr">
              <a:buNone/>
              <a:defRPr sz="1507"/>
            </a:lvl6pPr>
            <a:lvl7pPr marL="2583820" indent="0" algn="ctr">
              <a:buNone/>
              <a:defRPr sz="1507"/>
            </a:lvl7pPr>
            <a:lvl8pPr marL="3014457" indent="0" algn="ctr">
              <a:buNone/>
              <a:defRPr sz="1507"/>
            </a:lvl8pPr>
            <a:lvl9pPr marL="3445093" indent="0" algn="ctr">
              <a:buNone/>
              <a:defRPr sz="1507"/>
            </a:lvl9pPr>
          </a:lstStyle>
          <a:p>
            <a:r>
              <a:rPr lang="en-US"/>
              <a:t>Click to edit Sub-Heading</a:t>
            </a:r>
            <a:endParaRPr lang="en-GB"/>
          </a:p>
        </p:txBody>
      </p:sp>
    </p:spTree>
    <p:extLst>
      <p:ext uri="{BB962C8B-B14F-4D97-AF65-F5344CB8AC3E}">
        <p14:creationId xmlns:p14="http://schemas.microsoft.com/office/powerpoint/2010/main" val="2446525151"/>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userDrawn="1">
  <p:cSld name="2_Title + Column 1">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3EC1929-D80B-48C6-BCFF-29DB7BC042BB}"/>
              </a:ext>
            </a:extLst>
          </p:cNvPr>
          <p:cNvSpPr>
            <a:spLocks noGrp="1"/>
          </p:cNvSpPr>
          <p:nvPr>
            <p:ph type="sldNum" sz="quarter" idx="10"/>
          </p:nvPr>
        </p:nvSpPr>
        <p:spPr>
          <a:xfrm>
            <a:off x="11401760" y="6356350"/>
            <a:ext cx="621632" cy="365125"/>
          </a:xfrm>
          <a:prstGeom prst="rect">
            <a:avLst/>
          </a:prstGeom>
        </p:spPr>
        <p:txBody>
          <a:bodyPr/>
          <a:lstStyle/>
          <a:p>
            <a:fld id="{F9C72FE7-3E28-4995-B4B7-F4CABFB817F3}" type="slidenum">
              <a:rPr lang="en-GB" smtClean="0"/>
              <a:pPr/>
              <a:t>‹#›</a:t>
            </a:fld>
            <a:endParaRPr lang="en-GB"/>
          </a:p>
        </p:txBody>
      </p:sp>
      <p:sp>
        <p:nvSpPr>
          <p:cNvPr id="11" name="Content Placeholder 2">
            <a:extLst>
              <a:ext uri="{FF2B5EF4-FFF2-40B4-BE49-F238E27FC236}">
                <a16:creationId xmlns:a16="http://schemas.microsoft.com/office/drawing/2014/main" id="{67782945-B9F0-41B4-B211-D6C895D6475E}"/>
              </a:ext>
            </a:extLst>
          </p:cNvPr>
          <p:cNvSpPr>
            <a:spLocks noGrp="1"/>
          </p:cNvSpPr>
          <p:nvPr>
            <p:ph idx="1"/>
          </p:nvPr>
        </p:nvSpPr>
        <p:spPr>
          <a:xfrm>
            <a:off x="667266" y="1453418"/>
            <a:ext cx="10686534" cy="472354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Title 1">
            <a:extLst>
              <a:ext uri="{FF2B5EF4-FFF2-40B4-BE49-F238E27FC236}">
                <a16:creationId xmlns:a16="http://schemas.microsoft.com/office/drawing/2014/main" id="{701F9C20-D204-4A61-83D0-C8409FA061FE}"/>
              </a:ext>
            </a:extLst>
          </p:cNvPr>
          <p:cNvSpPr>
            <a:spLocks noGrp="1"/>
          </p:cNvSpPr>
          <p:nvPr>
            <p:ph type="title" hasCustomPrompt="1"/>
          </p:nvPr>
        </p:nvSpPr>
        <p:spPr>
          <a:xfrm>
            <a:off x="667266" y="271131"/>
            <a:ext cx="10210284" cy="539009"/>
          </a:xfrm>
          <a:prstGeom prst="rect">
            <a:avLst/>
          </a:prstGeom>
        </p:spPr>
        <p:txBody>
          <a:bodyPr anchor="ctr">
            <a:noAutofit/>
          </a:bodyPr>
          <a:lstStyle>
            <a:lvl1pPr>
              <a:defRPr sz="2800"/>
            </a:lvl1pPr>
          </a:lstStyle>
          <a:p>
            <a:r>
              <a:rPr lang="en-US"/>
              <a:t>Click to edit Heading</a:t>
            </a:r>
            <a:endParaRPr lang="en-GB"/>
          </a:p>
        </p:txBody>
      </p:sp>
    </p:spTree>
    <p:extLst>
      <p:ext uri="{BB962C8B-B14F-4D97-AF65-F5344CB8AC3E}">
        <p14:creationId xmlns:p14="http://schemas.microsoft.com/office/powerpoint/2010/main" val="631450464"/>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userDrawn="1">
  <p:cSld name="Contents_conclusion">
    <p:spTree>
      <p:nvGrpSpPr>
        <p:cNvPr id="1" name=""/>
        <p:cNvGrpSpPr/>
        <p:nvPr/>
      </p:nvGrpSpPr>
      <p:grpSpPr>
        <a:xfrm>
          <a:off x="0" y="0"/>
          <a:ext cx="0" cy="0"/>
          <a:chOff x="0" y="0"/>
          <a:chExt cx="0" cy="0"/>
        </a:xfrm>
      </p:grpSpPr>
      <p:sp>
        <p:nvSpPr>
          <p:cNvPr id="3" name="Espace réservé du contenu 2"/>
          <p:cNvSpPr>
            <a:spLocks noGrp="1"/>
          </p:cNvSpPr>
          <p:nvPr>
            <p:ph idx="1" hasCustomPrompt="1"/>
          </p:nvPr>
        </p:nvSpPr>
        <p:spPr bwMode="gray">
          <a:xfrm>
            <a:off x="792000" y="1483200"/>
            <a:ext cx="10605600" cy="3888000"/>
          </a:xfrm>
        </p:spPr>
        <p:txBody>
          <a:bodyP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GB" noProof="0"/>
              <a:t>Text level 1</a:t>
            </a:r>
          </a:p>
          <a:p>
            <a:pPr lvl="1"/>
            <a:r>
              <a:rPr lang="en-GB" noProof="0"/>
              <a:t>Text level 2</a:t>
            </a:r>
          </a:p>
          <a:p>
            <a:pPr lvl="2"/>
            <a:r>
              <a:rPr lang="en-GB" noProof="0"/>
              <a:t>Text level 3</a:t>
            </a:r>
          </a:p>
          <a:p>
            <a:pPr lvl="3"/>
            <a:r>
              <a:rPr lang="en-GB" noProof="0"/>
              <a:t>Text level 4</a:t>
            </a:r>
          </a:p>
          <a:p>
            <a:pPr lvl="4"/>
            <a:r>
              <a:rPr lang="en-GB" noProof="0"/>
              <a:t>Text level 5</a:t>
            </a:r>
          </a:p>
        </p:txBody>
      </p:sp>
      <p:sp>
        <p:nvSpPr>
          <p:cNvPr id="7" name="Espace réservé de la date 6"/>
          <p:cNvSpPr>
            <a:spLocks noGrp="1"/>
          </p:cNvSpPr>
          <p:nvPr>
            <p:ph type="dt" sz="half" idx="10"/>
          </p:nvPr>
        </p:nvSpPr>
        <p:spPr bwMode="gray"/>
        <p:txBody>
          <a:bodyPr/>
          <a:lstStyle/>
          <a:p>
            <a:pPr algn="l"/>
            <a:r>
              <a:rPr lang="en-GB" noProof="0"/>
              <a:t>Date</a:t>
            </a:r>
          </a:p>
        </p:txBody>
      </p:sp>
      <p:sp>
        <p:nvSpPr>
          <p:cNvPr id="8" name="Espace réservé du pied de page 7"/>
          <p:cNvSpPr>
            <a:spLocks noGrp="1"/>
          </p:cNvSpPr>
          <p:nvPr>
            <p:ph type="ftr" sz="quarter" idx="11"/>
          </p:nvPr>
        </p:nvSpPr>
        <p:spPr bwMode="gray"/>
        <p:txBody>
          <a:bodyPr/>
          <a:lstStyle/>
          <a:p>
            <a:r>
              <a:rPr lang="en-GB" noProof="0"/>
              <a:t>Title of the presentation on three lines - Lorem impsum dolor sit amet consectetuer adipiscing elit, sed diam nonummy</a:t>
            </a:r>
          </a:p>
        </p:txBody>
      </p:sp>
      <p:sp>
        <p:nvSpPr>
          <p:cNvPr id="9" name="Espace réservé du numéro de diapositive 8"/>
          <p:cNvSpPr>
            <a:spLocks noGrp="1"/>
          </p:cNvSpPr>
          <p:nvPr>
            <p:ph type="sldNum" sz="quarter" idx="12"/>
          </p:nvPr>
        </p:nvSpPr>
        <p:spPr bwMode="gray"/>
        <p:txBody>
          <a:bodyPr/>
          <a:lstStyle/>
          <a:p>
            <a:fld id="{733122C9-A0B9-462F-8757-0847AD287B63}" type="slidenum">
              <a:rPr lang="en-GB" noProof="0" smtClean="0"/>
              <a:pPr/>
              <a:t>‹#›</a:t>
            </a:fld>
            <a:endParaRPr lang="en-GB" noProof="0"/>
          </a:p>
        </p:txBody>
      </p:sp>
      <p:sp>
        <p:nvSpPr>
          <p:cNvPr id="5" name="Espace réservé du texte 4"/>
          <p:cNvSpPr>
            <a:spLocks noGrp="1"/>
          </p:cNvSpPr>
          <p:nvPr>
            <p:ph type="body" sz="quarter" idx="14" hasCustomPrompt="1"/>
          </p:nvPr>
        </p:nvSpPr>
        <p:spPr bwMode="gray">
          <a:xfrm>
            <a:off x="792000" y="5409084"/>
            <a:ext cx="10605600" cy="684213"/>
          </a:xfrm>
          <a:prstGeom prst="roundRect">
            <a:avLst>
              <a:gd name="adj" fmla="val 50000"/>
            </a:avLst>
          </a:prstGeom>
          <a:solidFill>
            <a:schemeClr val="accent3"/>
          </a:solidFill>
        </p:spPr>
        <p:txBody>
          <a:bodyPr lIns="720000" rIns="720000" anchor="ctr" anchorCtr="0">
            <a:normAutofit/>
          </a:bodyPr>
          <a:lstStyle>
            <a:lvl1pPr marL="0" indent="0" algn="ctr">
              <a:spcBef>
                <a:spcPts val="0"/>
              </a:spcBef>
              <a:buNone/>
              <a:defRPr sz="1800" b="1">
                <a:solidFill>
                  <a:schemeClr val="bg1"/>
                </a:solidFill>
              </a:defRPr>
            </a:lvl1pPr>
          </a:lstStyle>
          <a:p>
            <a:pPr lvl="0"/>
            <a:r>
              <a:rPr lang="en-GB" noProof="0"/>
              <a:t>Conclusion / Key message </a:t>
            </a:r>
          </a:p>
        </p:txBody>
      </p:sp>
      <p:sp>
        <p:nvSpPr>
          <p:cNvPr id="11" name="Espace réservé du texte 4"/>
          <p:cNvSpPr>
            <a:spLocks noGrp="1"/>
          </p:cNvSpPr>
          <p:nvPr>
            <p:ph type="body" sz="quarter" idx="15" hasCustomPrompt="1"/>
          </p:nvPr>
        </p:nvSpPr>
        <p:spPr bwMode="gray">
          <a:xfrm>
            <a:off x="10713600" y="5409084"/>
            <a:ext cx="684000" cy="684213"/>
          </a:xfrm>
          <a:prstGeom prst="roundRect">
            <a:avLst>
              <a:gd name="adj" fmla="val 50000"/>
            </a:avLst>
          </a:prstGeom>
          <a:solidFill>
            <a:schemeClr val="accent1"/>
          </a:solidFill>
        </p:spPr>
        <p:txBody>
          <a:bodyPr anchor="ctr" anchorCtr="0">
            <a:normAutofit/>
          </a:bodyPr>
          <a:lstStyle>
            <a:lvl1pPr marL="0" indent="0" algn="ctr">
              <a:buNone/>
              <a:defRPr sz="1800" b="1" baseline="0">
                <a:solidFill>
                  <a:schemeClr val="tx1">
                    <a:alpha val="0"/>
                  </a:schemeClr>
                </a:solidFill>
              </a:defRPr>
            </a:lvl1pPr>
          </a:lstStyle>
          <a:p>
            <a:pPr lvl="0"/>
            <a:r>
              <a:rPr lang="en-GB" noProof="0"/>
              <a:t> </a:t>
            </a:r>
          </a:p>
        </p:txBody>
      </p:sp>
      <p:sp>
        <p:nvSpPr>
          <p:cNvPr id="4" name="Titre 3"/>
          <p:cNvSpPr>
            <a:spLocks noGrp="1"/>
          </p:cNvSpPr>
          <p:nvPr>
            <p:ph type="title" hasCustomPrompt="1"/>
          </p:nvPr>
        </p:nvSpPr>
        <p:spPr bwMode="gray">
          <a:xfrm>
            <a:off x="792000" y="557645"/>
            <a:ext cx="10605600" cy="648000"/>
          </a:xfrm>
        </p:spPr>
        <p:txBody>
          <a:bodyPr/>
          <a:lstStyle>
            <a:lvl1pPr>
              <a:defRPr/>
            </a:lvl1pPr>
          </a:lstStyle>
          <a:p>
            <a:r>
              <a:rPr lang="en-GB" noProof="0"/>
              <a:t>Title</a:t>
            </a:r>
          </a:p>
        </p:txBody>
      </p:sp>
    </p:spTree>
    <p:extLst>
      <p:ext uri="{BB962C8B-B14F-4D97-AF65-F5344CB8AC3E}">
        <p14:creationId xmlns:p14="http://schemas.microsoft.com/office/powerpoint/2010/main" val="3076085073"/>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userDrawn="1">
  <p:cSld name="Agenda_long">
    <p:spTree>
      <p:nvGrpSpPr>
        <p:cNvPr id="1" name=""/>
        <p:cNvGrpSpPr/>
        <p:nvPr/>
      </p:nvGrpSpPr>
      <p:grpSpPr>
        <a:xfrm>
          <a:off x="0" y="0"/>
          <a:ext cx="0" cy="0"/>
          <a:chOff x="0" y="0"/>
          <a:chExt cx="0" cy="0"/>
        </a:xfrm>
      </p:grpSpPr>
      <p:sp>
        <p:nvSpPr>
          <p:cNvPr id="27" name="Freeform: Shape 26">
            <a:extLst>
              <a:ext uri="{FF2B5EF4-FFF2-40B4-BE49-F238E27FC236}">
                <a16:creationId xmlns:a16="http://schemas.microsoft.com/office/drawing/2014/main" id="{2504DC92-A59A-4461-AF86-926382D3ADDA}"/>
              </a:ext>
            </a:extLst>
          </p:cNvPr>
          <p:cNvSpPr/>
          <p:nvPr userDrawn="1"/>
        </p:nvSpPr>
        <p:spPr>
          <a:xfrm>
            <a:off x="-10029" y="4173436"/>
            <a:ext cx="13099799" cy="3161414"/>
          </a:xfrm>
          <a:custGeom>
            <a:avLst/>
            <a:gdLst>
              <a:gd name="connsiteX0" fmla="*/ 8458354 w 13099798"/>
              <a:gd name="connsiteY0" fmla="*/ 0 h 3161414"/>
              <a:gd name="connsiteX1" fmla="*/ 13031177 w 13099798"/>
              <a:gd name="connsiteY1" fmla="*/ 633663 h 3161414"/>
              <a:gd name="connsiteX2" fmla="*/ 13099798 w 13099798"/>
              <a:gd name="connsiteY2" fmla="*/ 654076 h 3161414"/>
              <a:gd name="connsiteX3" fmla="*/ 13099798 w 13099798"/>
              <a:gd name="connsiteY3" fmla="*/ 3161414 h 3161414"/>
              <a:gd name="connsiteX4" fmla="*/ 0 w 13099798"/>
              <a:gd name="connsiteY4" fmla="*/ 3161414 h 3161414"/>
              <a:gd name="connsiteX5" fmla="*/ 0 w 13099798"/>
              <a:gd name="connsiteY5" fmla="*/ 2298177 h 3161414"/>
              <a:gd name="connsiteX6" fmla="*/ 144006 w 13099798"/>
              <a:gd name="connsiteY6" fmla="*/ 2213040 h 3161414"/>
              <a:gd name="connsiteX7" fmla="*/ 8458354 w 13099798"/>
              <a:gd name="connsiteY7" fmla="*/ 0 h 3161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99798" h="3161414">
                <a:moveTo>
                  <a:pt x="8458354" y="0"/>
                </a:moveTo>
                <a:cubicBezTo>
                  <a:pt x="10043928" y="0"/>
                  <a:pt x="11577904" y="220922"/>
                  <a:pt x="13031177" y="633663"/>
                </a:cubicBezTo>
                <a:lnTo>
                  <a:pt x="13099798" y="654076"/>
                </a:lnTo>
                <a:lnTo>
                  <a:pt x="13099798" y="3161414"/>
                </a:lnTo>
                <a:lnTo>
                  <a:pt x="0" y="3161414"/>
                </a:lnTo>
                <a:lnTo>
                  <a:pt x="0" y="2298177"/>
                </a:lnTo>
                <a:lnTo>
                  <a:pt x="144006" y="2213040"/>
                </a:lnTo>
                <a:cubicBezTo>
                  <a:pt x="2592402" y="805178"/>
                  <a:pt x="5431349" y="0"/>
                  <a:pt x="8458354" y="0"/>
                </a:cubicBezTo>
                <a:close/>
              </a:path>
            </a:pathLst>
          </a:custGeom>
          <a:solidFill>
            <a:srgbClr val="E3E4E5">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sz="1200"/>
          </a:p>
        </p:txBody>
      </p:sp>
      <p:sp>
        <p:nvSpPr>
          <p:cNvPr id="2" name="Title 1">
            <a:extLst>
              <a:ext uri="{FF2B5EF4-FFF2-40B4-BE49-F238E27FC236}">
                <a16:creationId xmlns:a16="http://schemas.microsoft.com/office/drawing/2014/main" id="{9566C0B6-EE8B-4AD1-8FDD-D9FFB420016F}"/>
              </a:ext>
            </a:extLst>
          </p:cNvPr>
          <p:cNvSpPr>
            <a:spLocks noGrp="1"/>
          </p:cNvSpPr>
          <p:nvPr>
            <p:ph type="title" hasCustomPrompt="1"/>
          </p:nvPr>
        </p:nvSpPr>
        <p:spPr>
          <a:xfrm>
            <a:off x="1116349" y="1049920"/>
            <a:ext cx="10285412" cy="503990"/>
          </a:xfrm>
        </p:spPr>
        <p:txBody>
          <a:bodyPr>
            <a:noAutofit/>
          </a:bodyPr>
          <a:lstStyle>
            <a:lvl1pPr>
              <a:defRPr sz="2700"/>
            </a:lvl1pPr>
          </a:lstStyle>
          <a:p>
            <a:r>
              <a:rPr lang="en-US"/>
              <a:t>Agenda</a:t>
            </a:r>
            <a:endParaRPr lang="en-GB"/>
          </a:p>
        </p:txBody>
      </p:sp>
      <p:sp>
        <p:nvSpPr>
          <p:cNvPr id="3" name="Slide Number Placeholder 2">
            <a:extLst>
              <a:ext uri="{FF2B5EF4-FFF2-40B4-BE49-F238E27FC236}">
                <a16:creationId xmlns:a16="http://schemas.microsoft.com/office/drawing/2014/main" id="{C90F9F34-D36F-4066-A6B8-DDA3124457B9}"/>
              </a:ext>
            </a:extLst>
          </p:cNvPr>
          <p:cNvSpPr>
            <a:spLocks noGrp="1"/>
          </p:cNvSpPr>
          <p:nvPr>
            <p:ph type="sldNum" sz="quarter" idx="10"/>
          </p:nvPr>
        </p:nvSpPr>
        <p:spPr>
          <a:xfrm>
            <a:off x="11401760" y="6356352"/>
            <a:ext cx="621632" cy="365125"/>
          </a:xfrm>
          <a:prstGeom prst="rect">
            <a:avLst/>
          </a:prstGeom>
        </p:spPr>
        <p:txBody>
          <a:bodyPr/>
          <a:lstStyle/>
          <a:p>
            <a:fld id="{F9C72FE7-3E28-4995-B4B7-F4CABFB817F3}" type="slidenum">
              <a:rPr lang="en-GB" smtClean="0"/>
              <a:pPr/>
              <a:t>‹#›</a:t>
            </a:fld>
            <a:endParaRPr lang="en-GB"/>
          </a:p>
        </p:txBody>
      </p:sp>
      <p:sp>
        <p:nvSpPr>
          <p:cNvPr id="17" name="Text Placeholder 16">
            <a:extLst>
              <a:ext uri="{FF2B5EF4-FFF2-40B4-BE49-F238E27FC236}">
                <a16:creationId xmlns:a16="http://schemas.microsoft.com/office/drawing/2014/main" id="{04424D62-15FE-4EC0-9862-5A1F24908F55}"/>
              </a:ext>
            </a:extLst>
          </p:cNvPr>
          <p:cNvSpPr>
            <a:spLocks noGrp="1"/>
          </p:cNvSpPr>
          <p:nvPr>
            <p:ph type="body" sz="quarter" idx="11" hasCustomPrompt="1"/>
          </p:nvPr>
        </p:nvSpPr>
        <p:spPr>
          <a:xfrm>
            <a:off x="1115757" y="2032008"/>
            <a:ext cx="10286004" cy="3622668"/>
          </a:xfrm>
        </p:spPr>
        <p:txBody>
          <a:bodyPr/>
          <a:lstStyle>
            <a:lvl1pPr marL="342900" indent="-342900">
              <a:buFont typeface="+mj-lt"/>
              <a:buAutoNum type="arabicPeriod"/>
              <a:defRPr/>
            </a:lvl1pPr>
            <a:lvl2pPr marL="342900" indent="0">
              <a:buNone/>
              <a:defRPr/>
            </a:lvl2pPr>
          </a:lstStyle>
          <a:p>
            <a:pPr lvl="0"/>
            <a:r>
              <a:rPr lang="en-US"/>
              <a:t>Text Level one</a:t>
            </a:r>
          </a:p>
          <a:p>
            <a:pPr lvl="1"/>
            <a:r>
              <a:rPr lang="en-US"/>
              <a:t>Second level</a:t>
            </a:r>
          </a:p>
        </p:txBody>
      </p:sp>
      <p:cxnSp>
        <p:nvCxnSpPr>
          <p:cNvPr id="18" name="Straight Connector 17">
            <a:extLst>
              <a:ext uri="{FF2B5EF4-FFF2-40B4-BE49-F238E27FC236}">
                <a16:creationId xmlns:a16="http://schemas.microsoft.com/office/drawing/2014/main" id="{AE013908-6F84-40A7-9426-CD0F0704E9A7}"/>
              </a:ext>
            </a:extLst>
          </p:cNvPr>
          <p:cNvCxnSpPr>
            <a:cxnSpLocks/>
          </p:cNvCxnSpPr>
          <p:nvPr userDrawn="1"/>
        </p:nvCxnSpPr>
        <p:spPr>
          <a:xfrm>
            <a:off x="1115756" y="1791112"/>
            <a:ext cx="1401763" cy="0"/>
          </a:xfrm>
          <a:prstGeom prst="line">
            <a:avLst/>
          </a:prstGeom>
          <a:ln w="12700">
            <a:solidFill>
              <a:srgbClr val="97999B"/>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B94910B9-606D-4030-B37F-59D9A9B598D5}"/>
              </a:ext>
            </a:extLst>
          </p:cNvPr>
          <p:cNvSpPr/>
          <p:nvPr userDrawn="1"/>
        </p:nvSpPr>
        <p:spPr>
          <a:xfrm>
            <a:off x="0" y="0"/>
            <a:ext cx="360000" cy="6858000"/>
          </a:xfrm>
          <a:prstGeom prst="rect">
            <a:avLst/>
          </a:prstGeom>
          <a:solidFill>
            <a:srgbClr val="CB33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grpSp>
        <p:nvGrpSpPr>
          <p:cNvPr id="8" name="Group 7">
            <a:extLst>
              <a:ext uri="{FF2B5EF4-FFF2-40B4-BE49-F238E27FC236}">
                <a16:creationId xmlns:a16="http://schemas.microsoft.com/office/drawing/2014/main" id="{1DF15B17-DE9F-4ED4-9980-282132D744F8}"/>
              </a:ext>
            </a:extLst>
          </p:cNvPr>
          <p:cNvGrpSpPr/>
          <p:nvPr userDrawn="1"/>
        </p:nvGrpSpPr>
        <p:grpSpPr>
          <a:xfrm rot="16714686" flipH="1" flipV="1">
            <a:off x="9385487" y="1982722"/>
            <a:ext cx="4032544" cy="3881495"/>
            <a:chOff x="4214728" y="1066800"/>
            <a:chExt cx="5234810" cy="5038724"/>
          </a:xfrm>
        </p:grpSpPr>
        <p:sp>
          <p:nvSpPr>
            <p:cNvPr id="9" name="Oval 8">
              <a:extLst>
                <a:ext uri="{FF2B5EF4-FFF2-40B4-BE49-F238E27FC236}">
                  <a16:creationId xmlns:a16="http://schemas.microsoft.com/office/drawing/2014/main" id="{8620755C-3353-4C0F-9F24-1D835EA5B757}"/>
                </a:ext>
              </a:extLst>
            </p:cNvPr>
            <p:cNvSpPr/>
            <p:nvPr userDrawn="1"/>
          </p:nvSpPr>
          <p:spPr>
            <a:xfrm>
              <a:off x="4276726" y="1066800"/>
              <a:ext cx="5038726" cy="5038724"/>
            </a:xfrm>
            <a:prstGeom prst="ellipse">
              <a:avLst/>
            </a:prstGeom>
            <a:noFill/>
            <a:ln w="22225">
              <a:solidFill>
                <a:srgbClr val="97999B"/>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0" name="Oval 9">
              <a:extLst>
                <a:ext uri="{FF2B5EF4-FFF2-40B4-BE49-F238E27FC236}">
                  <a16:creationId xmlns:a16="http://schemas.microsoft.com/office/drawing/2014/main" id="{E9B2CE5F-D5A7-4180-AD0F-318EA4CC3F55}"/>
                </a:ext>
              </a:extLst>
            </p:cNvPr>
            <p:cNvSpPr/>
            <p:nvPr userDrawn="1"/>
          </p:nvSpPr>
          <p:spPr>
            <a:xfrm>
              <a:off x="5323015" y="5505299"/>
              <a:ext cx="523741" cy="523741"/>
            </a:xfrm>
            <a:prstGeom prst="ellipse">
              <a:avLst/>
            </a:prstGeom>
            <a:solidFill>
              <a:schemeClr val="bg1"/>
            </a:solidFill>
            <a:ln w="73025">
              <a:solidFill>
                <a:srgbClr val="CB33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1" name="Oval 10">
              <a:extLst>
                <a:ext uri="{FF2B5EF4-FFF2-40B4-BE49-F238E27FC236}">
                  <a16:creationId xmlns:a16="http://schemas.microsoft.com/office/drawing/2014/main" id="{EECA2FFB-D106-4E8C-8320-A5EC7AA26303}"/>
                </a:ext>
              </a:extLst>
            </p:cNvPr>
            <p:cNvSpPr/>
            <p:nvPr userDrawn="1"/>
          </p:nvSpPr>
          <p:spPr>
            <a:xfrm>
              <a:off x="4214728" y="4454951"/>
              <a:ext cx="740526" cy="740525"/>
            </a:xfrm>
            <a:prstGeom prst="ellipse">
              <a:avLst/>
            </a:prstGeom>
            <a:solidFill>
              <a:schemeClr val="bg1"/>
            </a:solidFill>
            <a:ln w="92075">
              <a:solidFill>
                <a:srgbClr val="334E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2" name="Oval 11">
              <a:extLst>
                <a:ext uri="{FF2B5EF4-FFF2-40B4-BE49-F238E27FC236}">
                  <a16:creationId xmlns:a16="http://schemas.microsoft.com/office/drawing/2014/main" id="{A2B837E5-E5B5-48CC-B620-F78EAD1509A8}"/>
                </a:ext>
              </a:extLst>
            </p:cNvPr>
            <p:cNvSpPr/>
            <p:nvPr userDrawn="1"/>
          </p:nvSpPr>
          <p:spPr>
            <a:xfrm>
              <a:off x="8981202" y="3892575"/>
              <a:ext cx="468336" cy="468338"/>
            </a:xfrm>
            <a:prstGeom prst="ellipse">
              <a:avLst/>
            </a:prstGeom>
            <a:solidFill>
              <a:schemeClr val="bg1"/>
            </a:solidFill>
            <a:ln w="53975">
              <a:solidFill>
                <a:srgbClr val="74787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grpSp>
    </p:spTree>
    <p:extLst>
      <p:ext uri="{BB962C8B-B14F-4D97-AF65-F5344CB8AC3E}">
        <p14:creationId xmlns:p14="http://schemas.microsoft.com/office/powerpoint/2010/main" val="2932706880"/>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userDrawn="1">
  <p:cSld name="Blank slid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5B0421C-A7E3-4AEE-ABD1-6A01A0B6F342}"/>
              </a:ext>
            </a:extLst>
          </p:cNvPr>
          <p:cNvSpPr>
            <a:spLocks noGrp="1"/>
          </p:cNvSpPr>
          <p:nvPr>
            <p:ph type="sldNum" sz="quarter" idx="10"/>
          </p:nvPr>
        </p:nvSpPr>
        <p:spPr/>
        <p:txBody>
          <a:bodyPr/>
          <a:lstStyle/>
          <a:p>
            <a:fld id="{F9C72FE7-3E28-4995-B4B7-F4CABFB817F3}" type="slidenum">
              <a:rPr lang="en-GB" smtClean="0"/>
              <a:pPr/>
              <a:t>‹#›</a:t>
            </a:fld>
            <a:endParaRPr lang="en-GB"/>
          </a:p>
        </p:txBody>
      </p:sp>
    </p:spTree>
    <p:extLst>
      <p:ext uri="{BB962C8B-B14F-4D97-AF65-F5344CB8AC3E}">
        <p14:creationId xmlns:p14="http://schemas.microsoft.com/office/powerpoint/2010/main" val="26347090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0.xml"/><Relationship Id="rId18" Type="http://schemas.openxmlformats.org/officeDocument/2006/relationships/slideLayout" Target="../slideLayouts/slideLayout25.xml"/><Relationship Id="rId26" Type="http://schemas.openxmlformats.org/officeDocument/2006/relationships/slideLayout" Target="../slideLayouts/slideLayout33.xml"/><Relationship Id="rId39" Type="http://schemas.openxmlformats.org/officeDocument/2006/relationships/slideLayout" Target="../slideLayouts/slideLayout46.xml"/><Relationship Id="rId21" Type="http://schemas.openxmlformats.org/officeDocument/2006/relationships/slideLayout" Target="../slideLayouts/slideLayout28.xml"/><Relationship Id="rId34" Type="http://schemas.openxmlformats.org/officeDocument/2006/relationships/slideLayout" Target="../slideLayouts/slideLayout41.xml"/><Relationship Id="rId42" Type="http://schemas.openxmlformats.org/officeDocument/2006/relationships/image" Target="../media/image1.png"/><Relationship Id="rId7" Type="http://schemas.openxmlformats.org/officeDocument/2006/relationships/slideLayout" Target="../slideLayouts/slideLayout14.xml"/><Relationship Id="rId2" Type="http://schemas.openxmlformats.org/officeDocument/2006/relationships/slideLayout" Target="../slideLayouts/slideLayout9.xml"/><Relationship Id="rId16" Type="http://schemas.openxmlformats.org/officeDocument/2006/relationships/slideLayout" Target="../slideLayouts/slideLayout23.xml"/><Relationship Id="rId20" Type="http://schemas.openxmlformats.org/officeDocument/2006/relationships/slideLayout" Target="../slideLayouts/slideLayout27.xml"/><Relationship Id="rId29" Type="http://schemas.openxmlformats.org/officeDocument/2006/relationships/slideLayout" Target="../slideLayouts/slideLayout36.xml"/><Relationship Id="rId41" Type="http://schemas.openxmlformats.org/officeDocument/2006/relationships/theme" Target="../theme/theme2.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24" Type="http://schemas.openxmlformats.org/officeDocument/2006/relationships/slideLayout" Target="../slideLayouts/slideLayout31.xml"/><Relationship Id="rId32" Type="http://schemas.openxmlformats.org/officeDocument/2006/relationships/slideLayout" Target="../slideLayouts/slideLayout39.xml"/><Relationship Id="rId37" Type="http://schemas.openxmlformats.org/officeDocument/2006/relationships/slideLayout" Target="../slideLayouts/slideLayout44.xml"/><Relationship Id="rId40" Type="http://schemas.openxmlformats.org/officeDocument/2006/relationships/slideLayout" Target="../slideLayouts/slideLayout47.xml"/><Relationship Id="rId5" Type="http://schemas.openxmlformats.org/officeDocument/2006/relationships/slideLayout" Target="../slideLayouts/slideLayout12.xml"/><Relationship Id="rId15" Type="http://schemas.openxmlformats.org/officeDocument/2006/relationships/slideLayout" Target="../slideLayouts/slideLayout22.xml"/><Relationship Id="rId23" Type="http://schemas.openxmlformats.org/officeDocument/2006/relationships/slideLayout" Target="../slideLayouts/slideLayout30.xml"/><Relationship Id="rId28" Type="http://schemas.openxmlformats.org/officeDocument/2006/relationships/slideLayout" Target="../slideLayouts/slideLayout35.xml"/><Relationship Id="rId36" Type="http://schemas.openxmlformats.org/officeDocument/2006/relationships/slideLayout" Target="../slideLayouts/slideLayout43.xml"/><Relationship Id="rId10" Type="http://schemas.openxmlformats.org/officeDocument/2006/relationships/slideLayout" Target="../slideLayouts/slideLayout17.xml"/><Relationship Id="rId19" Type="http://schemas.openxmlformats.org/officeDocument/2006/relationships/slideLayout" Target="../slideLayouts/slideLayout26.xml"/><Relationship Id="rId31" Type="http://schemas.openxmlformats.org/officeDocument/2006/relationships/slideLayout" Target="../slideLayouts/slideLayout38.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 Id="rId22" Type="http://schemas.openxmlformats.org/officeDocument/2006/relationships/slideLayout" Target="../slideLayouts/slideLayout29.xml"/><Relationship Id="rId27" Type="http://schemas.openxmlformats.org/officeDocument/2006/relationships/slideLayout" Target="../slideLayouts/slideLayout34.xml"/><Relationship Id="rId30" Type="http://schemas.openxmlformats.org/officeDocument/2006/relationships/slideLayout" Target="../slideLayouts/slideLayout37.xml"/><Relationship Id="rId35" Type="http://schemas.openxmlformats.org/officeDocument/2006/relationships/slideLayout" Target="../slideLayouts/slideLayout42.xml"/><Relationship Id="rId8" Type="http://schemas.openxmlformats.org/officeDocument/2006/relationships/slideLayout" Target="../slideLayouts/slideLayout15.xml"/><Relationship Id="rId3" Type="http://schemas.openxmlformats.org/officeDocument/2006/relationships/slideLayout" Target="../slideLayouts/slideLayout10.xml"/><Relationship Id="rId12" Type="http://schemas.openxmlformats.org/officeDocument/2006/relationships/slideLayout" Target="../slideLayouts/slideLayout19.xml"/><Relationship Id="rId17" Type="http://schemas.openxmlformats.org/officeDocument/2006/relationships/slideLayout" Target="../slideLayouts/slideLayout24.xml"/><Relationship Id="rId25" Type="http://schemas.openxmlformats.org/officeDocument/2006/relationships/slideLayout" Target="../slideLayouts/slideLayout32.xml"/><Relationship Id="rId33" Type="http://schemas.openxmlformats.org/officeDocument/2006/relationships/slideLayout" Target="../slideLayouts/slideLayout40.xml"/><Relationship Id="rId38" Type="http://schemas.openxmlformats.org/officeDocument/2006/relationships/slideLayout" Target="../slideLayouts/slideLayout45.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50.xml"/><Relationship Id="rId2" Type="http://schemas.openxmlformats.org/officeDocument/2006/relationships/slideLayout" Target="../slideLayouts/slideLayout49.xml"/><Relationship Id="rId1" Type="http://schemas.openxmlformats.org/officeDocument/2006/relationships/slideLayout" Target="../slideLayouts/slideLayout48.xml"/><Relationship Id="rId6" Type="http://schemas.openxmlformats.org/officeDocument/2006/relationships/image" Target="../media/image1.png"/><Relationship Id="rId5" Type="http://schemas.openxmlformats.org/officeDocument/2006/relationships/theme" Target="../theme/theme3.xml"/><Relationship Id="rId4" Type="http://schemas.openxmlformats.org/officeDocument/2006/relationships/slideLayout" Target="../slideLayouts/slideLayout51.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64.xml"/><Relationship Id="rId18" Type="http://schemas.openxmlformats.org/officeDocument/2006/relationships/slideLayout" Target="../slideLayouts/slideLayout69.xml"/><Relationship Id="rId26" Type="http://schemas.openxmlformats.org/officeDocument/2006/relationships/slideLayout" Target="../slideLayouts/slideLayout77.xml"/><Relationship Id="rId39" Type="http://schemas.openxmlformats.org/officeDocument/2006/relationships/slideLayout" Target="../slideLayouts/slideLayout90.xml"/><Relationship Id="rId21" Type="http://schemas.openxmlformats.org/officeDocument/2006/relationships/slideLayout" Target="../slideLayouts/slideLayout72.xml"/><Relationship Id="rId34" Type="http://schemas.openxmlformats.org/officeDocument/2006/relationships/slideLayout" Target="../slideLayouts/slideLayout85.xml"/><Relationship Id="rId42" Type="http://schemas.openxmlformats.org/officeDocument/2006/relationships/image" Target="../media/image10.png"/><Relationship Id="rId7" Type="http://schemas.openxmlformats.org/officeDocument/2006/relationships/slideLayout" Target="../slideLayouts/slideLayout58.xml"/><Relationship Id="rId2" Type="http://schemas.openxmlformats.org/officeDocument/2006/relationships/slideLayout" Target="../slideLayouts/slideLayout53.xml"/><Relationship Id="rId16" Type="http://schemas.openxmlformats.org/officeDocument/2006/relationships/slideLayout" Target="../slideLayouts/slideLayout67.xml"/><Relationship Id="rId20" Type="http://schemas.openxmlformats.org/officeDocument/2006/relationships/slideLayout" Target="../slideLayouts/slideLayout71.xml"/><Relationship Id="rId29" Type="http://schemas.openxmlformats.org/officeDocument/2006/relationships/slideLayout" Target="../slideLayouts/slideLayout80.xml"/><Relationship Id="rId41" Type="http://schemas.openxmlformats.org/officeDocument/2006/relationships/theme" Target="../theme/theme4.xml"/><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24" Type="http://schemas.openxmlformats.org/officeDocument/2006/relationships/slideLayout" Target="../slideLayouts/slideLayout75.xml"/><Relationship Id="rId32" Type="http://schemas.openxmlformats.org/officeDocument/2006/relationships/slideLayout" Target="../slideLayouts/slideLayout83.xml"/><Relationship Id="rId37" Type="http://schemas.openxmlformats.org/officeDocument/2006/relationships/slideLayout" Target="../slideLayouts/slideLayout88.xml"/><Relationship Id="rId40" Type="http://schemas.openxmlformats.org/officeDocument/2006/relationships/slideLayout" Target="../slideLayouts/slideLayout91.xml"/><Relationship Id="rId5" Type="http://schemas.openxmlformats.org/officeDocument/2006/relationships/slideLayout" Target="../slideLayouts/slideLayout56.xml"/><Relationship Id="rId15" Type="http://schemas.openxmlformats.org/officeDocument/2006/relationships/slideLayout" Target="../slideLayouts/slideLayout66.xml"/><Relationship Id="rId23" Type="http://schemas.openxmlformats.org/officeDocument/2006/relationships/slideLayout" Target="../slideLayouts/slideLayout74.xml"/><Relationship Id="rId28" Type="http://schemas.openxmlformats.org/officeDocument/2006/relationships/slideLayout" Target="../slideLayouts/slideLayout79.xml"/><Relationship Id="rId36" Type="http://schemas.openxmlformats.org/officeDocument/2006/relationships/slideLayout" Target="../slideLayouts/slideLayout87.xml"/><Relationship Id="rId10" Type="http://schemas.openxmlformats.org/officeDocument/2006/relationships/slideLayout" Target="../slideLayouts/slideLayout61.xml"/><Relationship Id="rId19" Type="http://schemas.openxmlformats.org/officeDocument/2006/relationships/slideLayout" Target="../slideLayouts/slideLayout70.xml"/><Relationship Id="rId31" Type="http://schemas.openxmlformats.org/officeDocument/2006/relationships/slideLayout" Target="../slideLayouts/slideLayout82.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slideLayout" Target="../slideLayouts/slideLayout65.xml"/><Relationship Id="rId22" Type="http://schemas.openxmlformats.org/officeDocument/2006/relationships/slideLayout" Target="../slideLayouts/slideLayout73.xml"/><Relationship Id="rId27" Type="http://schemas.openxmlformats.org/officeDocument/2006/relationships/slideLayout" Target="../slideLayouts/slideLayout78.xml"/><Relationship Id="rId30" Type="http://schemas.openxmlformats.org/officeDocument/2006/relationships/slideLayout" Target="../slideLayouts/slideLayout81.xml"/><Relationship Id="rId35" Type="http://schemas.openxmlformats.org/officeDocument/2006/relationships/slideLayout" Target="../slideLayouts/slideLayout86.xml"/><Relationship Id="rId8" Type="http://schemas.openxmlformats.org/officeDocument/2006/relationships/slideLayout" Target="../slideLayouts/slideLayout59.xml"/><Relationship Id="rId3" Type="http://schemas.openxmlformats.org/officeDocument/2006/relationships/slideLayout" Target="../slideLayouts/slideLayout54.xml"/><Relationship Id="rId12" Type="http://schemas.openxmlformats.org/officeDocument/2006/relationships/slideLayout" Target="../slideLayouts/slideLayout63.xml"/><Relationship Id="rId17" Type="http://schemas.openxmlformats.org/officeDocument/2006/relationships/slideLayout" Target="../slideLayouts/slideLayout68.xml"/><Relationship Id="rId25" Type="http://schemas.openxmlformats.org/officeDocument/2006/relationships/slideLayout" Target="../slideLayouts/slideLayout76.xml"/><Relationship Id="rId33" Type="http://schemas.openxmlformats.org/officeDocument/2006/relationships/slideLayout" Target="../slideLayouts/slideLayout84.xml"/><Relationship Id="rId38" Type="http://schemas.openxmlformats.org/officeDocument/2006/relationships/slideLayout" Target="../slideLayouts/slideLayout89.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104.xml"/><Relationship Id="rId18" Type="http://schemas.openxmlformats.org/officeDocument/2006/relationships/slideLayout" Target="../slideLayouts/slideLayout109.xml"/><Relationship Id="rId26" Type="http://schemas.openxmlformats.org/officeDocument/2006/relationships/slideLayout" Target="../slideLayouts/slideLayout117.xml"/><Relationship Id="rId39" Type="http://schemas.openxmlformats.org/officeDocument/2006/relationships/slideLayout" Target="../slideLayouts/slideLayout130.xml"/><Relationship Id="rId21" Type="http://schemas.openxmlformats.org/officeDocument/2006/relationships/slideLayout" Target="../slideLayouts/slideLayout112.xml"/><Relationship Id="rId34" Type="http://schemas.openxmlformats.org/officeDocument/2006/relationships/slideLayout" Target="../slideLayouts/slideLayout125.xml"/><Relationship Id="rId42" Type="http://schemas.openxmlformats.org/officeDocument/2006/relationships/slideLayout" Target="../slideLayouts/slideLayout133.xml"/><Relationship Id="rId47" Type="http://schemas.openxmlformats.org/officeDocument/2006/relationships/slideLayout" Target="../slideLayouts/slideLayout138.xml"/><Relationship Id="rId50" Type="http://schemas.openxmlformats.org/officeDocument/2006/relationships/slideLayout" Target="../slideLayouts/slideLayout141.xml"/><Relationship Id="rId7" Type="http://schemas.openxmlformats.org/officeDocument/2006/relationships/slideLayout" Target="../slideLayouts/slideLayout98.xml"/><Relationship Id="rId2" Type="http://schemas.openxmlformats.org/officeDocument/2006/relationships/slideLayout" Target="../slideLayouts/slideLayout93.xml"/><Relationship Id="rId16" Type="http://schemas.openxmlformats.org/officeDocument/2006/relationships/slideLayout" Target="../slideLayouts/slideLayout107.xml"/><Relationship Id="rId29" Type="http://schemas.openxmlformats.org/officeDocument/2006/relationships/slideLayout" Target="../slideLayouts/slideLayout120.xml"/><Relationship Id="rId11" Type="http://schemas.openxmlformats.org/officeDocument/2006/relationships/slideLayout" Target="../slideLayouts/slideLayout102.xml"/><Relationship Id="rId24" Type="http://schemas.openxmlformats.org/officeDocument/2006/relationships/slideLayout" Target="../slideLayouts/slideLayout115.xml"/><Relationship Id="rId32" Type="http://schemas.openxmlformats.org/officeDocument/2006/relationships/slideLayout" Target="../slideLayouts/slideLayout123.xml"/><Relationship Id="rId37" Type="http://schemas.openxmlformats.org/officeDocument/2006/relationships/slideLayout" Target="../slideLayouts/slideLayout128.xml"/><Relationship Id="rId40" Type="http://schemas.openxmlformats.org/officeDocument/2006/relationships/slideLayout" Target="../slideLayouts/slideLayout131.xml"/><Relationship Id="rId45" Type="http://schemas.openxmlformats.org/officeDocument/2006/relationships/slideLayout" Target="../slideLayouts/slideLayout136.xml"/><Relationship Id="rId5" Type="http://schemas.openxmlformats.org/officeDocument/2006/relationships/slideLayout" Target="../slideLayouts/slideLayout96.xml"/><Relationship Id="rId15" Type="http://schemas.openxmlformats.org/officeDocument/2006/relationships/slideLayout" Target="../slideLayouts/slideLayout106.xml"/><Relationship Id="rId23" Type="http://schemas.openxmlformats.org/officeDocument/2006/relationships/slideLayout" Target="../slideLayouts/slideLayout114.xml"/><Relationship Id="rId28" Type="http://schemas.openxmlformats.org/officeDocument/2006/relationships/slideLayout" Target="../slideLayouts/slideLayout119.xml"/><Relationship Id="rId36" Type="http://schemas.openxmlformats.org/officeDocument/2006/relationships/slideLayout" Target="../slideLayouts/slideLayout127.xml"/><Relationship Id="rId49" Type="http://schemas.openxmlformats.org/officeDocument/2006/relationships/slideLayout" Target="../slideLayouts/slideLayout140.xml"/><Relationship Id="rId10" Type="http://schemas.openxmlformats.org/officeDocument/2006/relationships/slideLayout" Target="../slideLayouts/slideLayout101.xml"/><Relationship Id="rId19" Type="http://schemas.openxmlformats.org/officeDocument/2006/relationships/slideLayout" Target="../slideLayouts/slideLayout110.xml"/><Relationship Id="rId31" Type="http://schemas.openxmlformats.org/officeDocument/2006/relationships/slideLayout" Target="../slideLayouts/slideLayout122.xml"/><Relationship Id="rId44" Type="http://schemas.openxmlformats.org/officeDocument/2006/relationships/slideLayout" Target="../slideLayouts/slideLayout135.xml"/><Relationship Id="rId52" Type="http://schemas.openxmlformats.org/officeDocument/2006/relationships/image" Target="../media/image10.png"/><Relationship Id="rId4" Type="http://schemas.openxmlformats.org/officeDocument/2006/relationships/slideLayout" Target="../slideLayouts/slideLayout95.xml"/><Relationship Id="rId9" Type="http://schemas.openxmlformats.org/officeDocument/2006/relationships/slideLayout" Target="../slideLayouts/slideLayout100.xml"/><Relationship Id="rId14" Type="http://schemas.openxmlformats.org/officeDocument/2006/relationships/slideLayout" Target="../slideLayouts/slideLayout105.xml"/><Relationship Id="rId22" Type="http://schemas.openxmlformats.org/officeDocument/2006/relationships/slideLayout" Target="../slideLayouts/slideLayout113.xml"/><Relationship Id="rId27" Type="http://schemas.openxmlformats.org/officeDocument/2006/relationships/slideLayout" Target="../slideLayouts/slideLayout118.xml"/><Relationship Id="rId30" Type="http://schemas.openxmlformats.org/officeDocument/2006/relationships/slideLayout" Target="../slideLayouts/slideLayout121.xml"/><Relationship Id="rId35" Type="http://schemas.openxmlformats.org/officeDocument/2006/relationships/slideLayout" Target="../slideLayouts/slideLayout126.xml"/><Relationship Id="rId43" Type="http://schemas.openxmlformats.org/officeDocument/2006/relationships/slideLayout" Target="../slideLayouts/slideLayout134.xml"/><Relationship Id="rId48" Type="http://schemas.openxmlformats.org/officeDocument/2006/relationships/slideLayout" Target="../slideLayouts/slideLayout139.xml"/><Relationship Id="rId8" Type="http://schemas.openxmlformats.org/officeDocument/2006/relationships/slideLayout" Target="../slideLayouts/slideLayout99.xml"/><Relationship Id="rId51" Type="http://schemas.openxmlformats.org/officeDocument/2006/relationships/theme" Target="../theme/theme5.xml"/><Relationship Id="rId3" Type="http://schemas.openxmlformats.org/officeDocument/2006/relationships/slideLayout" Target="../slideLayouts/slideLayout94.xml"/><Relationship Id="rId12" Type="http://schemas.openxmlformats.org/officeDocument/2006/relationships/slideLayout" Target="../slideLayouts/slideLayout103.xml"/><Relationship Id="rId17" Type="http://schemas.openxmlformats.org/officeDocument/2006/relationships/slideLayout" Target="../slideLayouts/slideLayout108.xml"/><Relationship Id="rId25" Type="http://schemas.openxmlformats.org/officeDocument/2006/relationships/slideLayout" Target="../slideLayouts/slideLayout116.xml"/><Relationship Id="rId33" Type="http://schemas.openxmlformats.org/officeDocument/2006/relationships/slideLayout" Target="../slideLayouts/slideLayout124.xml"/><Relationship Id="rId38" Type="http://schemas.openxmlformats.org/officeDocument/2006/relationships/slideLayout" Target="../slideLayouts/slideLayout129.xml"/><Relationship Id="rId46" Type="http://schemas.openxmlformats.org/officeDocument/2006/relationships/slideLayout" Target="../slideLayouts/slideLayout137.xml"/><Relationship Id="rId20" Type="http://schemas.openxmlformats.org/officeDocument/2006/relationships/slideLayout" Target="../slideLayouts/slideLayout111.xml"/><Relationship Id="rId41" Type="http://schemas.openxmlformats.org/officeDocument/2006/relationships/slideLayout" Target="../slideLayouts/slideLayout132.xml"/><Relationship Id="rId1" Type="http://schemas.openxmlformats.org/officeDocument/2006/relationships/slideLayout" Target="../slideLayouts/slideLayout92.xml"/><Relationship Id="rId6" Type="http://schemas.openxmlformats.org/officeDocument/2006/relationships/slideLayout" Target="../slideLayouts/slideLayout9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A9993F8-F5E1-4DE4-84E5-43806363945F}"/>
              </a:ext>
            </a:extLst>
          </p:cNvPr>
          <p:cNvSpPr>
            <a:spLocks noGrp="1"/>
          </p:cNvSpPr>
          <p:nvPr>
            <p:ph type="sldNum" sz="quarter" idx="4"/>
          </p:nvPr>
        </p:nvSpPr>
        <p:spPr>
          <a:xfrm>
            <a:off x="11401760" y="6356350"/>
            <a:ext cx="621632" cy="365125"/>
          </a:xfrm>
          <a:prstGeom prst="rect">
            <a:avLst/>
          </a:prstGeom>
        </p:spPr>
        <p:txBody>
          <a:bodyPr vert="horz" lIns="91440" tIns="45720" rIns="91440" bIns="45720" rtlCol="0" anchor="ctr"/>
          <a:lstStyle>
            <a:lvl1pPr algn="r">
              <a:defRPr sz="1100" b="1">
                <a:solidFill>
                  <a:schemeClr val="tx1">
                    <a:tint val="75000"/>
                  </a:schemeClr>
                </a:solidFill>
              </a:defRPr>
            </a:lvl1pPr>
          </a:lstStyle>
          <a:p>
            <a:fld id="{F9C72FE7-3E28-4995-B4B7-F4CABFB817F3}" type="slidenum">
              <a:rPr lang="en-GB" smtClean="0"/>
              <a:pPr/>
              <a:t>‹#›</a:t>
            </a:fld>
            <a:endParaRPr lang="en-GB"/>
          </a:p>
        </p:txBody>
      </p:sp>
      <p:sp>
        <p:nvSpPr>
          <p:cNvPr id="7" name="ZoneTexte 11">
            <a:extLst>
              <a:ext uri="{FF2B5EF4-FFF2-40B4-BE49-F238E27FC236}">
                <a16:creationId xmlns:a16="http://schemas.microsoft.com/office/drawing/2014/main" id="{37B701C4-2389-498B-B38A-949E00E02350}"/>
              </a:ext>
            </a:extLst>
          </p:cNvPr>
          <p:cNvSpPr txBox="1"/>
          <p:nvPr userDrawn="1"/>
        </p:nvSpPr>
        <p:spPr bwMode="gray">
          <a:xfrm>
            <a:off x="667266" y="6356350"/>
            <a:ext cx="8019290" cy="420712"/>
          </a:xfrm>
          <a:prstGeom prst="rect">
            <a:avLst/>
          </a:prstGeom>
          <a:noFill/>
        </p:spPr>
        <p:txBody>
          <a:bodyPr wrap="square" lIns="0" tIns="0" rIns="0" bIns="0" rtlCol="0" anchor="ctr" anchorCtr="0">
            <a:noAutofit/>
          </a:bodyPr>
          <a:lstStyle/>
          <a:p>
            <a:pPr algn="just"/>
            <a:r>
              <a:rPr lang="en-GB" sz="500" b="1" noProof="0">
                <a:solidFill>
                  <a:schemeClr val="accent3"/>
                </a:solidFill>
              </a:rPr>
              <a:t>© Nomad Digital Limited 2021. All rights reserved. </a:t>
            </a:r>
            <a:r>
              <a:rPr lang="en-GB" sz="500" noProof="0">
                <a:solidFill>
                  <a:schemeClr val="accent3"/>
                </a:solidFill>
              </a:rPr>
              <a:t>Information contained in this document is indicative only. No representation or warranty is given or should be relied on that it is complete or correct or will apply to any particular project. This will depend on the technical and commercial circumstances.</a:t>
            </a:r>
            <a:br>
              <a:rPr lang="en-GB" sz="500" noProof="0">
                <a:solidFill>
                  <a:schemeClr val="accent3"/>
                </a:solidFill>
              </a:rPr>
            </a:br>
            <a:r>
              <a:rPr lang="en-GB" sz="500" noProof="0">
                <a:solidFill>
                  <a:schemeClr val="accent3"/>
                </a:solidFill>
              </a:rPr>
              <a:t> It is provided without liability and is subject to change without notice. Reproduction, use or disclosure to third parties, without express written authorisation, is strictly prohibited.</a:t>
            </a:r>
          </a:p>
        </p:txBody>
      </p:sp>
      <p:pic>
        <p:nvPicPr>
          <p:cNvPr id="10" name="Picture 9" descr="Shape&#10;&#10;Description automatically generated with low confidence">
            <a:extLst>
              <a:ext uri="{FF2B5EF4-FFF2-40B4-BE49-F238E27FC236}">
                <a16:creationId xmlns:a16="http://schemas.microsoft.com/office/drawing/2014/main" id="{DB564811-1846-4B02-8146-116EEF6BA1D1}"/>
              </a:ext>
            </a:extLst>
          </p:cNvPr>
          <p:cNvPicPr>
            <a:picLocks noChangeAspect="1"/>
          </p:cNvPicPr>
          <p:nvPr userDrawn="1"/>
        </p:nvPicPr>
        <p:blipFill>
          <a:blip r:embed="rId9" cstate="hqprint">
            <a:alphaModFix amt="20000"/>
            <a:extLst>
              <a:ext uri="{28A0092B-C50C-407E-A947-70E740481C1C}">
                <a14:useLocalDpi xmlns:a14="http://schemas.microsoft.com/office/drawing/2010/main" val="0"/>
              </a:ext>
            </a:extLst>
          </a:blip>
          <a:stretch>
            <a:fillRect/>
          </a:stretch>
        </p:blipFill>
        <p:spPr>
          <a:xfrm>
            <a:off x="11217565" y="225977"/>
            <a:ext cx="719669" cy="720000"/>
          </a:xfrm>
          <a:prstGeom prst="rect">
            <a:avLst/>
          </a:prstGeom>
        </p:spPr>
      </p:pic>
      <p:sp>
        <p:nvSpPr>
          <p:cNvPr id="3" name="TextBox 2">
            <a:extLst>
              <a:ext uri="{FF2B5EF4-FFF2-40B4-BE49-F238E27FC236}">
                <a16:creationId xmlns:a16="http://schemas.microsoft.com/office/drawing/2014/main" id="{8783F07A-A45B-668A-1377-A2D6E9E4FEF3}"/>
              </a:ext>
            </a:extLst>
          </p:cNvPr>
          <p:cNvSpPr txBox="1"/>
          <p:nvPr userDrawn="1">
            <p:extLst>
              <p:ext uri="{1162E1C5-73C7-4A58-AE30-91384D911F3F}">
                <p184:classification xmlns:p184="http://schemas.microsoft.com/office/powerpoint/2018/4/main" val="hdr"/>
              </p:ext>
            </p:extLst>
          </p:nvPr>
        </p:nvSpPr>
        <p:spPr>
          <a:xfrm>
            <a:off x="11255375" y="63500"/>
            <a:ext cx="912813" cy="213360"/>
          </a:xfrm>
          <a:prstGeom prst="rect">
            <a:avLst/>
          </a:prstGeom>
        </p:spPr>
        <p:txBody>
          <a:bodyPr horzOverflow="overflow" lIns="0" tIns="0" rIns="0" bIns="0">
            <a:spAutoFit/>
          </a:bodyPr>
          <a:lstStyle/>
          <a:p>
            <a:pPr algn="l"/>
            <a:r>
              <a:rPr lang="fr-FR" sz="1400">
                <a:solidFill>
                  <a:srgbClr val="71BF44"/>
                </a:solidFill>
                <a:latin typeface="Calibri" panose="020F0502020204030204" pitchFamily="34" charset="0"/>
                <a:ea typeface="Calibri" panose="020F0502020204030204" pitchFamily="34" charset="0"/>
                <a:cs typeface="Calibri" panose="020F0502020204030204" pitchFamily="34" charset="0"/>
              </a:rPr>
              <a:t>RESTRICTED</a:t>
            </a:r>
          </a:p>
        </p:txBody>
      </p:sp>
    </p:spTree>
    <p:extLst>
      <p:ext uri="{BB962C8B-B14F-4D97-AF65-F5344CB8AC3E}">
        <p14:creationId xmlns:p14="http://schemas.microsoft.com/office/powerpoint/2010/main" val="3652441293"/>
      </p:ext>
    </p:extLst>
  </p:cSld>
  <p:clrMap bg1="lt1" tx1="dk1" bg2="lt2" tx2="dk2" accent1="accent1" accent2="accent2" accent3="accent3" accent4="accent4" accent5="accent5" accent6="accent6" hlink="hlink" folHlink="folHlink"/>
  <p:sldLayoutIdLst>
    <p:sldLayoutId id="2147483653" r:id="rId1"/>
    <p:sldLayoutId id="2147483740" r:id="rId2"/>
    <p:sldLayoutId id="2147483767" r:id="rId3"/>
    <p:sldLayoutId id="2147483774" r:id="rId4"/>
    <p:sldLayoutId id="2147483775" r:id="rId5"/>
    <p:sldLayoutId id="2147483776" r:id="rId6"/>
    <p:sldLayoutId id="2147483819" r:id="rId7"/>
  </p:sldLayoutIdLst>
  <p:hf hdr="0" dt="0"/>
  <p:txStyles>
    <p:titleStyle>
      <a:lvl1pPr algn="l" defTabSz="914400" rtl="0" eaLnBrk="1" latinLnBrk="0" hangingPunct="1">
        <a:lnSpc>
          <a:spcPct val="90000"/>
        </a:lnSpc>
        <a:spcBef>
          <a:spcPct val="0"/>
        </a:spcBef>
        <a:buNone/>
        <a:defRPr sz="2800" b="1" kern="1200">
          <a:solidFill>
            <a:srgbClr val="CB333B"/>
          </a:solidFill>
          <a:latin typeface="+mn-lt"/>
          <a:ea typeface="+mj-ea"/>
          <a:cs typeface="+mj-cs"/>
        </a:defRPr>
      </a:lvl1pPr>
    </p:titleStyle>
    <p:bodyStyle>
      <a:lvl1pPr marL="228600" indent="-228600" algn="l" defTabSz="914400" rtl="0" eaLnBrk="1" latinLnBrk="0" hangingPunct="1">
        <a:lnSpc>
          <a:spcPct val="90000"/>
        </a:lnSpc>
        <a:spcBef>
          <a:spcPts val="1000"/>
        </a:spcBef>
        <a:buClr>
          <a:srgbClr val="CB333B"/>
        </a:buClr>
        <a:buFont typeface="Arial" panose="020B0604020202020204" pitchFamily="34" charset="0"/>
        <a:buChar char="•"/>
        <a:defRPr sz="2200" kern="1200">
          <a:solidFill>
            <a:srgbClr val="74787B"/>
          </a:solidFill>
          <a:latin typeface="+mn-lt"/>
          <a:ea typeface="+mn-ea"/>
          <a:cs typeface="+mn-cs"/>
        </a:defRPr>
      </a:lvl1pPr>
      <a:lvl2pPr marL="685800" indent="-228600" algn="l" defTabSz="914400" rtl="0" eaLnBrk="1" latinLnBrk="0" hangingPunct="1">
        <a:lnSpc>
          <a:spcPct val="90000"/>
        </a:lnSpc>
        <a:spcBef>
          <a:spcPts val="500"/>
        </a:spcBef>
        <a:buClr>
          <a:srgbClr val="74787B"/>
        </a:buClr>
        <a:buFont typeface="Calibri" panose="020F0502020204030204" pitchFamily="34" charset="0"/>
        <a:buChar char="⁻"/>
        <a:defRPr sz="2000" kern="1200">
          <a:solidFill>
            <a:srgbClr val="74787B"/>
          </a:solidFill>
          <a:latin typeface="+mn-lt"/>
          <a:ea typeface="+mn-ea"/>
          <a:cs typeface="+mn-cs"/>
        </a:defRPr>
      </a:lvl2pPr>
      <a:lvl3pPr marL="1143000" indent="-228600" algn="l" defTabSz="914400" rtl="0" eaLnBrk="1" latinLnBrk="0" hangingPunct="1">
        <a:lnSpc>
          <a:spcPct val="90000"/>
        </a:lnSpc>
        <a:spcBef>
          <a:spcPts val="500"/>
        </a:spcBef>
        <a:buClr>
          <a:srgbClr val="334EA2"/>
        </a:buClr>
        <a:buFont typeface="Arial" panose="020B0604020202020204" pitchFamily="34" charset="0"/>
        <a:buChar char="•"/>
        <a:defRPr sz="1800" kern="1200">
          <a:solidFill>
            <a:srgbClr val="74787B"/>
          </a:solidFill>
          <a:latin typeface="+mn-lt"/>
          <a:ea typeface="+mn-ea"/>
          <a:cs typeface="+mn-cs"/>
        </a:defRPr>
      </a:lvl3pPr>
      <a:lvl4pPr marL="1600200" indent="-228600" algn="l" defTabSz="914400" rtl="0" eaLnBrk="1" latinLnBrk="0" hangingPunct="1">
        <a:lnSpc>
          <a:spcPct val="90000"/>
        </a:lnSpc>
        <a:spcBef>
          <a:spcPts val="500"/>
        </a:spcBef>
        <a:buClr>
          <a:srgbClr val="74787B"/>
        </a:buClr>
        <a:buFont typeface="Calibri" panose="020F0502020204030204" pitchFamily="34" charset="0"/>
        <a:buChar char="⁻"/>
        <a:defRPr sz="1400" kern="1200">
          <a:solidFill>
            <a:srgbClr val="74787B"/>
          </a:solidFill>
          <a:latin typeface="+mn-lt"/>
          <a:ea typeface="+mn-ea"/>
          <a:cs typeface="+mn-cs"/>
        </a:defRPr>
      </a:lvl4pPr>
      <a:lvl5pPr marL="2057400" indent="-228600" algn="l" defTabSz="914400" rtl="0" eaLnBrk="1" latinLnBrk="0" hangingPunct="1">
        <a:lnSpc>
          <a:spcPct val="90000"/>
        </a:lnSpc>
        <a:spcBef>
          <a:spcPts val="500"/>
        </a:spcBef>
        <a:buClr>
          <a:srgbClr val="74787B"/>
        </a:buClr>
        <a:buFont typeface="Arial" panose="020B0604020202020204" pitchFamily="34" charset="0"/>
        <a:buChar char="•"/>
        <a:defRPr sz="1400" kern="1200">
          <a:solidFill>
            <a:srgbClr val="74787B"/>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8" name="Espace réservé du texte 2">
            <a:extLst>
              <a:ext uri="{FF2B5EF4-FFF2-40B4-BE49-F238E27FC236}">
                <a16:creationId xmlns:a16="http://schemas.microsoft.com/office/drawing/2014/main" id="{4CF3AC19-E2F1-4F6C-9C0E-5D10AEDAA136}"/>
              </a:ext>
            </a:extLst>
          </p:cNvPr>
          <p:cNvSpPr>
            <a:spLocks noGrp="1"/>
          </p:cNvSpPr>
          <p:nvPr>
            <p:ph type="body" idx="1"/>
          </p:nvPr>
        </p:nvSpPr>
        <p:spPr bwMode="gray">
          <a:xfrm>
            <a:off x="667266" y="1825625"/>
            <a:ext cx="10730334" cy="4377175"/>
          </a:xfrm>
          <a:prstGeom prst="rect">
            <a:avLst/>
          </a:prstGeom>
        </p:spPr>
        <p:txBody>
          <a:bodyPr vert="horz" lIns="0" tIns="0" rIns="0" bIns="0" rtlCol="0" anchor="t" anchorCtr="0">
            <a:normAutofit/>
          </a:bodyPr>
          <a:lstStyle/>
          <a:p>
            <a:pPr lvl="0"/>
            <a:r>
              <a:rPr lang="en-GB" noProof="0"/>
              <a:t>Text level 1</a:t>
            </a:r>
          </a:p>
          <a:p>
            <a:pPr lvl="1"/>
            <a:r>
              <a:rPr lang="en-GB" noProof="0"/>
              <a:t>Text level 2</a:t>
            </a:r>
          </a:p>
          <a:p>
            <a:pPr lvl="2"/>
            <a:r>
              <a:rPr lang="en-GB" noProof="0"/>
              <a:t>Text level 3</a:t>
            </a:r>
          </a:p>
          <a:p>
            <a:pPr lvl="3"/>
            <a:r>
              <a:rPr lang="en-GB" noProof="0"/>
              <a:t>Text level 4</a:t>
            </a:r>
          </a:p>
          <a:p>
            <a:pPr lvl="4"/>
            <a:r>
              <a:rPr lang="en-GB" noProof="0"/>
              <a:t>Text level 5</a:t>
            </a:r>
          </a:p>
        </p:txBody>
      </p:sp>
      <p:sp>
        <p:nvSpPr>
          <p:cNvPr id="6" name="Slide Number Placeholder 5">
            <a:extLst>
              <a:ext uri="{FF2B5EF4-FFF2-40B4-BE49-F238E27FC236}">
                <a16:creationId xmlns:a16="http://schemas.microsoft.com/office/drawing/2014/main" id="{2A9993F8-F5E1-4DE4-84E5-43806363945F}"/>
              </a:ext>
            </a:extLst>
          </p:cNvPr>
          <p:cNvSpPr>
            <a:spLocks noGrp="1"/>
          </p:cNvSpPr>
          <p:nvPr>
            <p:ph type="sldNum" sz="quarter" idx="4"/>
          </p:nvPr>
        </p:nvSpPr>
        <p:spPr>
          <a:xfrm>
            <a:off x="11401760" y="6356350"/>
            <a:ext cx="621632" cy="365125"/>
          </a:xfrm>
          <a:prstGeom prst="rect">
            <a:avLst/>
          </a:prstGeom>
        </p:spPr>
        <p:txBody>
          <a:bodyPr vert="horz" lIns="91440" tIns="45720" rIns="91440" bIns="45720" rtlCol="0" anchor="ctr"/>
          <a:lstStyle>
            <a:lvl1pPr algn="r">
              <a:defRPr sz="1100" b="1">
                <a:solidFill>
                  <a:schemeClr val="tx1">
                    <a:tint val="75000"/>
                  </a:schemeClr>
                </a:solidFill>
              </a:defRPr>
            </a:lvl1pPr>
          </a:lstStyle>
          <a:p>
            <a:fld id="{F9C72FE7-3E28-4995-B4B7-F4CABFB817F3}" type="slidenum">
              <a:rPr lang="en-GB" smtClean="0"/>
              <a:pPr/>
              <a:t>‹#›</a:t>
            </a:fld>
            <a:endParaRPr lang="en-GB"/>
          </a:p>
        </p:txBody>
      </p:sp>
      <p:sp>
        <p:nvSpPr>
          <p:cNvPr id="7" name="ZoneTexte 11">
            <a:extLst>
              <a:ext uri="{FF2B5EF4-FFF2-40B4-BE49-F238E27FC236}">
                <a16:creationId xmlns:a16="http://schemas.microsoft.com/office/drawing/2014/main" id="{37B701C4-2389-498B-B38A-949E00E02350}"/>
              </a:ext>
            </a:extLst>
          </p:cNvPr>
          <p:cNvSpPr txBox="1"/>
          <p:nvPr userDrawn="1"/>
        </p:nvSpPr>
        <p:spPr bwMode="gray">
          <a:xfrm>
            <a:off x="667266" y="6356350"/>
            <a:ext cx="8019290" cy="420712"/>
          </a:xfrm>
          <a:prstGeom prst="rect">
            <a:avLst/>
          </a:prstGeom>
          <a:noFill/>
        </p:spPr>
        <p:txBody>
          <a:bodyPr wrap="square" lIns="0" tIns="0" rIns="0" bIns="0" rtlCol="0" anchor="ctr" anchorCtr="0">
            <a:noAutofit/>
          </a:bodyPr>
          <a:lstStyle/>
          <a:p>
            <a:pPr algn="just"/>
            <a:r>
              <a:rPr lang="en-GB" sz="500" b="1" noProof="0">
                <a:solidFill>
                  <a:schemeClr val="accent3"/>
                </a:solidFill>
              </a:rPr>
              <a:t>© Nomad Digital Limited 2021. All rights reserved. </a:t>
            </a:r>
            <a:r>
              <a:rPr lang="en-GB" sz="500" noProof="0">
                <a:solidFill>
                  <a:schemeClr val="accent3"/>
                </a:solidFill>
              </a:rPr>
              <a:t>Information contained in this document is indicative only. No representation or warranty is given or should be relied on that it is complete or correct or will apply to any particular project. This will depend on the technical and commercial circumstances. It is provided without liability and is subject to change without notice. Reproduction, use or disclosure to third parties, without express written authorisation, is strictly prohibited.</a:t>
            </a:r>
          </a:p>
        </p:txBody>
      </p:sp>
      <p:sp>
        <p:nvSpPr>
          <p:cNvPr id="17" name="Espace réservé du titre 1">
            <a:extLst>
              <a:ext uri="{FF2B5EF4-FFF2-40B4-BE49-F238E27FC236}">
                <a16:creationId xmlns:a16="http://schemas.microsoft.com/office/drawing/2014/main" id="{F5481BDC-9611-4DCA-AED3-9C19B6531C4C}"/>
              </a:ext>
            </a:extLst>
          </p:cNvPr>
          <p:cNvSpPr>
            <a:spLocks noGrp="1"/>
          </p:cNvSpPr>
          <p:nvPr>
            <p:ph type="title"/>
          </p:nvPr>
        </p:nvSpPr>
        <p:spPr bwMode="gray">
          <a:xfrm>
            <a:off x="667266" y="331396"/>
            <a:ext cx="10210284" cy="323804"/>
          </a:xfrm>
          <a:prstGeom prst="rect">
            <a:avLst/>
          </a:prstGeom>
        </p:spPr>
        <p:txBody>
          <a:bodyPr vert="horz" lIns="0" tIns="0" rIns="0" bIns="0" rtlCol="0" anchor="t" anchorCtr="0">
            <a:normAutofit/>
          </a:bodyPr>
          <a:lstStyle/>
          <a:p>
            <a:r>
              <a:rPr lang="en-GB" noProof="0"/>
              <a:t>Title</a:t>
            </a:r>
          </a:p>
        </p:txBody>
      </p:sp>
      <p:pic>
        <p:nvPicPr>
          <p:cNvPr id="10" name="Picture 9" descr="Shape&#10;&#10;Description automatically generated with low confidence">
            <a:extLst>
              <a:ext uri="{FF2B5EF4-FFF2-40B4-BE49-F238E27FC236}">
                <a16:creationId xmlns:a16="http://schemas.microsoft.com/office/drawing/2014/main" id="{DB564811-1846-4B02-8146-116EEF6BA1D1}"/>
              </a:ext>
            </a:extLst>
          </p:cNvPr>
          <p:cNvPicPr>
            <a:picLocks noChangeAspect="1"/>
          </p:cNvPicPr>
          <p:nvPr userDrawn="1"/>
        </p:nvPicPr>
        <p:blipFill>
          <a:blip r:embed="rId42" cstate="hqprint">
            <a:alphaModFix amt="20000"/>
            <a:extLst>
              <a:ext uri="{28A0092B-C50C-407E-A947-70E740481C1C}">
                <a14:useLocalDpi xmlns:a14="http://schemas.microsoft.com/office/drawing/2010/main" val="0"/>
              </a:ext>
            </a:extLst>
          </a:blip>
          <a:stretch>
            <a:fillRect/>
          </a:stretch>
        </p:blipFill>
        <p:spPr>
          <a:xfrm>
            <a:off x="11217565" y="225977"/>
            <a:ext cx="719669" cy="720000"/>
          </a:xfrm>
          <a:prstGeom prst="rect">
            <a:avLst/>
          </a:prstGeom>
        </p:spPr>
      </p:pic>
      <p:sp>
        <p:nvSpPr>
          <p:cNvPr id="8" name="Rectangle 7">
            <a:extLst>
              <a:ext uri="{FF2B5EF4-FFF2-40B4-BE49-F238E27FC236}">
                <a16:creationId xmlns:a16="http://schemas.microsoft.com/office/drawing/2014/main" id="{3FA385C7-DE28-4D63-89B6-ADDAE26B1660}"/>
              </a:ext>
            </a:extLst>
          </p:cNvPr>
          <p:cNvSpPr/>
          <p:nvPr userDrawn="1"/>
        </p:nvSpPr>
        <p:spPr>
          <a:xfrm>
            <a:off x="0" y="0"/>
            <a:ext cx="360000" cy="6858000"/>
          </a:xfrm>
          <a:prstGeom prst="rect">
            <a:avLst/>
          </a:prstGeom>
          <a:solidFill>
            <a:srgbClr val="CB33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16A8A540-276A-1C3E-B100-3DB3F53D27A7}"/>
              </a:ext>
            </a:extLst>
          </p:cNvPr>
          <p:cNvSpPr txBox="1"/>
          <p:nvPr userDrawn="1">
            <p:extLst>
              <p:ext uri="{1162E1C5-73C7-4A58-AE30-91384D911F3F}">
                <p184:classification xmlns:p184="http://schemas.microsoft.com/office/powerpoint/2018/4/main" val="hdr"/>
              </p:ext>
            </p:extLst>
          </p:nvPr>
        </p:nvSpPr>
        <p:spPr>
          <a:xfrm>
            <a:off x="11255375" y="63500"/>
            <a:ext cx="912813" cy="213360"/>
          </a:xfrm>
          <a:prstGeom prst="rect">
            <a:avLst/>
          </a:prstGeom>
        </p:spPr>
        <p:txBody>
          <a:bodyPr horzOverflow="overflow" lIns="0" tIns="0" rIns="0" bIns="0">
            <a:spAutoFit/>
          </a:bodyPr>
          <a:lstStyle/>
          <a:p>
            <a:pPr algn="l"/>
            <a:r>
              <a:rPr lang="fr-FR" sz="1400">
                <a:solidFill>
                  <a:srgbClr val="71BF44"/>
                </a:solidFill>
                <a:latin typeface="Calibri" panose="020F0502020204030204" pitchFamily="34" charset="0"/>
                <a:ea typeface="Calibri" panose="020F0502020204030204" pitchFamily="34" charset="0"/>
                <a:cs typeface="Calibri" panose="020F0502020204030204" pitchFamily="34" charset="0"/>
              </a:rPr>
              <a:t>RESTRICTED</a:t>
            </a:r>
          </a:p>
        </p:txBody>
      </p:sp>
    </p:spTree>
    <p:extLst>
      <p:ext uri="{BB962C8B-B14F-4D97-AF65-F5344CB8AC3E}">
        <p14:creationId xmlns:p14="http://schemas.microsoft.com/office/powerpoint/2010/main" val="4133121860"/>
      </p:ext>
    </p:extLst>
  </p:cSld>
  <p:clrMap bg1="lt1" tx1="dk1" bg2="lt2" tx2="dk2" accent1="accent1" accent2="accent2" accent3="accent3" accent4="accent4" accent5="accent5" accent6="accent6" hlink="hlink" folHlink="folHlink"/>
  <p:sldLayoutIdLst>
    <p:sldLayoutId id="2147483656" r:id="rId1"/>
    <p:sldLayoutId id="2147483651" r:id="rId2"/>
    <p:sldLayoutId id="2147483674" r:id="rId3"/>
    <p:sldLayoutId id="2147483675" r:id="rId4"/>
    <p:sldLayoutId id="2147483671" r:id="rId5"/>
    <p:sldLayoutId id="2147483679" r:id="rId6"/>
    <p:sldLayoutId id="2147483727" r:id="rId7"/>
    <p:sldLayoutId id="2147483729" r:id="rId8"/>
    <p:sldLayoutId id="2147483728" r:id="rId9"/>
    <p:sldLayoutId id="2147483743" r:id="rId10"/>
    <p:sldLayoutId id="2147483672" r:id="rId11"/>
    <p:sldLayoutId id="2147483680" r:id="rId12"/>
    <p:sldLayoutId id="2147483673" r:id="rId13"/>
    <p:sldLayoutId id="2147483681" r:id="rId14"/>
    <p:sldLayoutId id="2147483730" r:id="rId15"/>
    <p:sldLayoutId id="2147483731" r:id="rId16"/>
    <p:sldLayoutId id="2147483765" r:id="rId17"/>
    <p:sldLayoutId id="2147483766" r:id="rId18"/>
    <p:sldLayoutId id="2147483769" r:id="rId19"/>
    <p:sldLayoutId id="2147483748" r:id="rId20"/>
    <p:sldLayoutId id="2147483749" r:id="rId21"/>
    <p:sldLayoutId id="2147483750" r:id="rId22"/>
    <p:sldLayoutId id="2147483751" r:id="rId23"/>
    <p:sldLayoutId id="2147483752" r:id="rId24"/>
    <p:sldLayoutId id="2147483753" r:id="rId25"/>
    <p:sldLayoutId id="2147483770" r:id="rId26"/>
    <p:sldLayoutId id="2147483771" r:id="rId27"/>
    <p:sldLayoutId id="2147483754" r:id="rId28"/>
    <p:sldLayoutId id="2147483755" r:id="rId29"/>
    <p:sldLayoutId id="2147483756" r:id="rId30"/>
    <p:sldLayoutId id="2147483757" r:id="rId31"/>
    <p:sldLayoutId id="2147483758" r:id="rId32"/>
    <p:sldLayoutId id="2147483759" r:id="rId33"/>
    <p:sldLayoutId id="2147483768" r:id="rId34"/>
    <p:sldLayoutId id="2147483745" r:id="rId35"/>
    <p:sldLayoutId id="2147483760" r:id="rId36"/>
    <p:sldLayoutId id="2147483763" r:id="rId37"/>
    <p:sldLayoutId id="2147483764" r:id="rId38"/>
    <p:sldLayoutId id="2147483733" r:id="rId39"/>
    <p:sldLayoutId id="2147483669" r:id="rId40"/>
  </p:sldLayoutIdLst>
  <p:hf hdr="0" dt="0"/>
  <p:txStyles>
    <p:titleStyle>
      <a:lvl1pPr algn="l" defTabSz="914400" rtl="0" eaLnBrk="1" latinLnBrk="0" hangingPunct="1">
        <a:lnSpc>
          <a:spcPct val="90000"/>
        </a:lnSpc>
        <a:spcBef>
          <a:spcPct val="0"/>
        </a:spcBef>
        <a:buNone/>
        <a:defRPr sz="2800" b="1" kern="1200">
          <a:solidFill>
            <a:srgbClr val="CB333B"/>
          </a:solidFill>
          <a:latin typeface="+mn-lt"/>
          <a:ea typeface="+mj-ea"/>
          <a:cs typeface="+mj-cs"/>
        </a:defRPr>
      </a:lvl1pPr>
    </p:titleStyle>
    <p:bodyStyle>
      <a:lvl1pPr marL="228600" indent="-228600" algn="l" defTabSz="914400" rtl="0" eaLnBrk="1" latinLnBrk="0" hangingPunct="1">
        <a:lnSpc>
          <a:spcPct val="90000"/>
        </a:lnSpc>
        <a:spcBef>
          <a:spcPts val="1000"/>
        </a:spcBef>
        <a:buClr>
          <a:srgbClr val="CB333B"/>
        </a:buClr>
        <a:buFont typeface="Arial" panose="020B0604020202020204" pitchFamily="34" charset="0"/>
        <a:buChar char="•"/>
        <a:defRPr sz="1800" kern="1200">
          <a:solidFill>
            <a:srgbClr val="74787B"/>
          </a:solidFill>
          <a:latin typeface="+mn-lt"/>
          <a:ea typeface="+mn-ea"/>
          <a:cs typeface="+mn-cs"/>
        </a:defRPr>
      </a:lvl1pPr>
      <a:lvl2pPr marL="685800" indent="-228600" algn="l" defTabSz="914400" rtl="0" eaLnBrk="1" latinLnBrk="0" hangingPunct="1">
        <a:lnSpc>
          <a:spcPct val="90000"/>
        </a:lnSpc>
        <a:spcBef>
          <a:spcPts val="500"/>
        </a:spcBef>
        <a:buClr>
          <a:srgbClr val="74787B"/>
        </a:buClr>
        <a:buFont typeface="Calibri" panose="020F0502020204030204" pitchFamily="34" charset="0"/>
        <a:buChar char="⁻"/>
        <a:defRPr sz="1600" kern="1200">
          <a:solidFill>
            <a:srgbClr val="74787B"/>
          </a:solidFill>
          <a:latin typeface="+mn-lt"/>
          <a:ea typeface="+mn-ea"/>
          <a:cs typeface="+mn-cs"/>
        </a:defRPr>
      </a:lvl2pPr>
      <a:lvl3pPr marL="1143000" indent="-228600" algn="l" defTabSz="914400" rtl="0" eaLnBrk="1" latinLnBrk="0" hangingPunct="1">
        <a:lnSpc>
          <a:spcPct val="90000"/>
        </a:lnSpc>
        <a:spcBef>
          <a:spcPts val="500"/>
        </a:spcBef>
        <a:buClr>
          <a:srgbClr val="334EA2"/>
        </a:buClr>
        <a:buFont typeface="Arial" panose="020B0604020202020204" pitchFamily="34" charset="0"/>
        <a:buChar char="•"/>
        <a:defRPr sz="1600" kern="1200">
          <a:solidFill>
            <a:srgbClr val="74787B"/>
          </a:solidFill>
          <a:latin typeface="+mn-lt"/>
          <a:ea typeface="+mn-ea"/>
          <a:cs typeface="+mn-cs"/>
        </a:defRPr>
      </a:lvl3pPr>
      <a:lvl4pPr marL="1600200" indent="-228600" algn="l" defTabSz="914400" rtl="0" eaLnBrk="1" latinLnBrk="0" hangingPunct="1">
        <a:lnSpc>
          <a:spcPct val="90000"/>
        </a:lnSpc>
        <a:spcBef>
          <a:spcPts val="500"/>
        </a:spcBef>
        <a:buClr>
          <a:srgbClr val="74787B"/>
        </a:buClr>
        <a:buFont typeface="Calibri" panose="020F0502020204030204" pitchFamily="34" charset="0"/>
        <a:buChar char="⁻"/>
        <a:defRPr sz="1400" kern="1200">
          <a:solidFill>
            <a:srgbClr val="74787B"/>
          </a:solidFill>
          <a:latin typeface="+mn-lt"/>
          <a:ea typeface="+mn-ea"/>
          <a:cs typeface="+mn-cs"/>
        </a:defRPr>
      </a:lvl4pPr>
      <a:lvl5pPr marL="2057400" indent="-228600" algn="l" defTabSz="914400" rtl="0" eaLnBrk="1" latinLnBrk="0" hangingPunct="1">
        <a:lnSpc>
          <a:spcPct val="90000"/>
        </a:lnSpc>
        <a:spcBef>
          <a:spcPts val="500"/>
        </a:spcBef>
        <a:buClr>
          <a:srgbClr val="74787B"/>
        </a:buClr>
        <a:buFont typeface="Arial" panose="020B0604020202020204" pitchFamily="34" charset="0"/>
        <a:buChar char="•"/>
        <a:defRPr sz="1400" kern="1200">
          <a:solidFill>
            <a:srgbClr val="74787B"/>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8" name="Espace réservé du texte 2">
            <a:extLst>
              <a:ext uri="{FF2B5EF4-FFF2-40B4-BE49-F238E27FC236}">
                <a16:creationId xmlns:a16="http://schemas.microsoft.com/office/drawing/2014/main" id="{4CF3AC19-E2F1-4F6C-9C0E-5D10AEDAA136}"/>
              </a:ext>
            </a:extLst>
          </p:cNvPr>
          <p:cNvSpPr>
            <a:spLocks noGrp="1"/>
          </p:cNvSpPr>
          <p:nvPr>
            <p:ph type="body" idx="1"/>
          </p:nvPr>
        </p:nvSpPr>
        <p:spPr bwMode="gray">
          <a:xfrm>
            <a:off x="667266" y="1825625"/>
            <a:ext cx="10730334" cy="4377175"/>
          </a:xfrm>
          <a:prstGeom prst="rect">
            <a:avLst/>
          </a:prstGeom>
        </p:spPr>
        <p:txBody>
          <a:bodyPr vert="horz" lIns="0" tIns="0" rIns="0" bIns="0" rtlCol="0" anchor="t" anchorCtr="0">
            <a:normAutofit/>
          </a:bodyPr>
          <a:lstStyle/>
          <a:p>
            <a:pPr lvl="0"/>
            <a:r>
              <a:rPr lang="en-GB" noProof="0"/>
              <a:t>Text level 1</a:t>
            </a:r>
          </a:p>
          <a:p>
            <a:pPr lvl="1"/>
            <a:r>
              <a:rPr lang="en-GB" noProof="0"/>
              <a:t>Text level 2</a:t>
            </a:r>
          </a:p>
          <a:p>
            <a:pPr lvl="2"/>
            <a:r>
              <a:rPr lang="en-GB" noProof="0"/>
              <a:t>Text level 3</a:t>
            </a:r>
          </a:p>
          <a:p>
            <a:pPr lvl="3"/>
            <a:r>
              <a:rPr lang="en-GB" noProof="0"/>
              <a:t>Text level 4</a:t>
            </a:r>
          </a:p>
          <a:p>
            <a:pPr lvl="4"/>
            <a:r>
              <a:rPr lang="en-GB" noProof="0"/>
              <a:t>Text level 5</a:t>
            </a:r>
          </a:p>
        </p:txBody>
      </p:sp>
      <p:sp>
        <p:nvSpPr>
          <p:cNvPr id="6" name="Slide Number Placeholder 5">
            <a:extLst>
              <a:ext uri="{FF2B5EF4-FFF2-40B4-BE49-F238E27FC236}">
                <a16:creationId xmlns:a16="http://schemas.microsoft.com/office/drawing/2014/main" id="{2A9993F8-F5E1-4DE4-84E5-43806363945F}"/>
              </a:ext>
            </a:extLst>
          </p:cNvPr>
          <p:cNvSpPr>
            <a:spLocks noGrp="1"/>
          </p:cNvSpPr>
          <p:nvPr>
            <p:ph type="sldNum" sz="quarter" idx="4"/>
          </p:nvPr>
        </p:nvSpPr>
        <p:spPr>
          <a:xfrm>
            <a:off x="11401760" y="6356350"/>
            <a:ext cx="621632" cy="365125"/>
          </a:xfrm>
          <a:prstGeom prst="rect">
            <a:avLst/>
          </a:prstGeom>
        </p:spPr>
        <p:txBody>
          <a:bodyPr vert="horz" lIns="91440" tIns="45720" rIns="91440" bIns="45720" rtlCol="0" anchor="ctr"/>
          <a:lstStyle>
            <a:lvl1pPr algn="r">
              <a:defRPr sz="1100" b="1">
                <a:solidFill>
                  <a:schemeClr val="tx1">
                    <a:tint val="75000"/>
                  </a:schemeClr>
                </a:solidFill>
              </a:defRPr>
            </a:lvl1pPr>
          </a:lstStyle>
          <a:p>
            <a:fld id="{F9C72FE7-3E28-4995-B4B7-F4CABFB817F3}" type="slidenum">
              <a:rPr lang="en-GB" smtClean="0"/>
              <a:pPr/>
              <a:t>‹#›</a:t>
            </a:fld>
            <a:endParaRPr lang="en-GB"/>
          </a:p>
        </p:txBody>
      </p:sp>
      <p:sp>
        <p:nvSpPr>
          <p:cNvPr id="17" name="Espace réservé du titre 1">
            <a:extLst>
              <a:ext uri="{FF2B5EF4-FFF2-40B4-BE49-F238E27FC236}">
                <a16:creationId xmlns:a16="http://schemas.microsoft.com/office/drawing/2014/main" id="{F5481BDC-9611-4DCA-AED3-9C19B6531C4C}"/>
              </a:ext>
            </a:extLst>
          </p:cNvPr>
          <p:cNvSpPr>
            <a:spLocks noGrp="1"/>
          </p:cNvSpPr>
          <p:nvPr>
            <p:ph type="title"/>
          </p:nvPr>
        </p:nvSpPr>
        <p:spPr bwMode="gray">
          <a:xfrm>
            <a:off x="667266" y="331396"/>
            <a:ext cx="10210284" cy="323804"/>
          </a:xfrm>
          <a:prstGeom prst="rect">
            <a:avLst/>
          </a:prstGeom>
        </p:spPr>
        <p:txBody>
          <a:bodyPr vert="horz" lIns="0" tIns="0" rIns="0" bIns="0" rtlCol="0" anchor="t" anchorCtr="0">
            <a:normAutofit/>
          </a:bodyPr>
          <a:lstStyle/>
          <a:p>
            <a:r>
              <a:rPr lang="en-GB" noProof="0"/>
              <a:t>Title</a:t>
            </a:r>
          </a:p>
        </p:txBody>
      </p:sp>
      <p:pic>
        <p:nvPicPr>
          <p:cNvPr id="10" name="Picture 9" descr="Shape&#10;&#10;Description automatically generated with low confidence">
            <a:extLst>
              <a:ext uri="{FF2B5EF4-FFF2-40B4-BE49-F238E27FC236}">
                <a16:creationId xmlns:a16="http://schemas.microsoft.com/office/drawing/2014/main" id="{DB564811-1846-4B02-8146-116EEF6BA1D1}"/>
              </a:ext>
            </a:extLst>
          </p:cNvPr>
          <p:cNvPicPr>
            <a:picLocks noChangeAspect="1"/>
          </p:cNvPicPr>
          <p:nvPr userDrawn="1"/>
        </p:nvPicPr>
        <p:blipFill>
          <a:blip r:embed="rId6" cstate="hqprint">
            <a:alphaModFix amt="20000"/>
            <a:extLst>
              <a:ext uri="{28A0092B-C50C-407E-A947-70E740481C1C}">
                <a14:useLocalDpi xmlns:a14="http://schemas.microsoft.com/office/drawing/2010/main" val="0"/>
              </a:ext>
            </a:extLst>
          </a:blip>
          <a:stretch>
            <a:fillRect/>
          </a:stretch>
        </p:blipFill>
        <p:spPr>
          <a:xfrm>
            <a:off x="11217565" y="225977"/>
            <a:ext cx="719669" cy="720000"/>
          </a:xfrm>
          <a:prstGeom prst="rect">
            <a:avLst/>
          </a:prstGeom>
        </p:spPr>
      </p:pic>
      <p:sp>
        <p:nvSpPr>
          <p:cNvPr id="8" name="ZoneTexte 11">
            <a:extLst>
              <a:ext uri="{FF2B5EF4-FFF2-40B4-BE49-F238E27FC236}">
                <a16:creationId xmlns:a16="http://schemas.microsoft.com/office/drawing/2014/main" id="{DCAA6F64-7F87-4071-AC8E-EB8CD185F532}"/>
              </a:ext>
            </a:extLst>
          </p:cNvPr>
          <p:cNvSpPr txBox="1"/>
          <p:nvPr userDrawn="1"/>
        </p:nvSpPr>
        <p:spPr bwMode="gray">
          <a:xfrm>
            <a:off x="667266" y="6356350"/>
            <a:ext cx="8019290" cy="420712"/>
          </a:xfrm>
          <a:prstGeom prst="rect">
            <a:avLst/>
          </a:prstGeom>
          <a:noFill/>
        </p:spPr>
        <p:txBody>
          <a:bodyPr wrap="square" lIns="0" tIns="0" rIns="0" bIns="0" rtlCol="0" anchor="ctr" anchorCtr="0">
            <a:noAutofit/>
          </a:bodyPr>
          <a:lstStyle/>
          <a:p>
            <a:pPr algn="just"/>
            <a:r>
              <a:rPr lang="en-GB" sz="500" b="1" noProof="0">
                <a:solidFill>
                  <a:schemeClr val="accent3"/>
                </a:solidFill>
              </a:rPr>
              <a:t>© Nomad Digital Limited 2021. All rights reserved. </a:t>
            </a:r>
            <a:r>
              <a:rPr lang="en-GB" sz="500" noProof="0">
                <a:solidFill>
                  <a:schemeClr val="accent3"/>
                </a:solidFill>
              </a:rPr>
              <a:t>Information contained in this document is indicative only. No representation or warranty is given or should be relied on that it is complete or correct or will apply to any particular project. This will depend on the technical and commercial circumstances.</a:t>
            </a:r>
            <a:br>
              <a:rPr lang="en-GB" sz="500" noProof="0">
                <a:solidFill>
                  <a:schemeClr val="accent3"/>
                </a:solidFill>
              </a:rPr>
            </a:br>
            <a:r>
              <a:rPr lang="en-GB" sz="500" noProof="0">
                <a:solidFill>
                  <a:schemeClr val="accent3"/>
                </a:solidFill>
              </a:rPr>
              <a:t> It is provided without liability and is subject to change without notice. Reproduction, use or disclosure to third parties, without express written authorisation, is strictly prohibited.</a:t>
            </a:r>
          </a:p>
        </p:txBody>
      </p:sp>
      <p:sp>
        <p:nvSpPr>
          <p:cNvPr id="3" name="TextBox 2">
            <a:extLst>
              <a:ext uri="{FF2B5EF4-FFF2-40B4-BE49-F238E27FC236}">
                <a16:creationId xmlns:a16="http://schemas.microsoft.com/office/drawing/2014/main" id="{958A4895-C274-8018-4169-1FB00307C555}"/>
              </a:ext>
            </a:extLst>
          </p:cNvPr>
          <p:cNvSpPr txBox="1"/>
          <p:nvPr userDrawn="1">
            <p:extLst>
              <p:ext uri="{1162E1C5-73C7-4A58-AE30-91384D911F3F}">
                <p184:classification xmlns:p184="http://schemas.microsoft.com/office/powerpoint/2018/4/main" val="hdr"/>
              </p:ext>
            </p:extLst>
          </p:nvPr>
        </p:nvSpPr>
        <p:spPr>
          <a:xfrm>
            <a:off x="11255375" y="63500"/>
            <a:ext cx="912813" cy="213360"/>
          </a:xfrm>
          <a:prstGeom prst="rect">
            <a:avLst/>
          </a:prstGeom>
        </p:spPr>
        <p:txBody>
          <a:bodyPr horzOverflow="overflow" lIns="0" tIns="0" rIns="0" bIns="0">
            <a:spAutoFit/>
          </a:bodyPr>
          <a:lstStyle/>
          <a:p>
            <a:pPr algn="l"/>
            <a:r>
              <a:rPr lang="fr-FR" sz="1400">
                <a:solidFill>
                  <a:srgbClr val="71BF44"/>
                </a:solidFill>
                <a:latin typeface="Calibri" panose="020F0502020204030204" pitchFamily="34" charset="0"/>
                <a:ea typeface="Calibri" panose="020F0502020204030204" pitchFamily="34" charset="0"/>
                <a:cs typeface="Calibri" panose="020F0502020204030204" pitchFamily="34" charset="0"/>
              </a:rPr>
              <a:t>RESTRICTED</a:t>
            </a:r>
          </a:p>
        </p:txBody>
      </p:sp>
    </p:spTree>
    <p:extLst>
      <p:ext uri="{BB962C8B-B14F-4D97-AF65-F5344CB8AC3E}">
        <p14:creationId xmlns:p14="http://schemas.microsoft.com/office/powerpoint/2010/main" val="3388925337"/>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Lst>
  <p:hf hdr="0" dt="0"/>
  <p:txStyles>
    <p:titleStyle>
      <a:lvl1pPr algn="l" defTabSz="914400" rtl="0" eaLnBrk="1" latinLnBrk="0" hangingPunct="1">
        <a:lnSpc>
          <a:spcPct val="90000"/>
        </a:lnSpc>
        <a:spcBef>
          <a:spcPct val="0"/>
        </a:spcBef>
        <a:buNone/>
        <a:defRPr sz="2800" b="1" kern="1200">
          <a:solidFill>
            <a:srgbClr val="CB333B"/>
          </a:solidFill>
          <a:latin typeface="+mn-lt"/>
          <a:ea typeface="+mj-ea"/>
          <a:cs typeface="+mj-cs"/>
        </a:defRPr>
      </a:lvl1pPr>
    </p:titleStyle>
    <p:bodyStyle>
      <a:lvl1pPr marL="228600" indent="-228600" algn="l" defTabSz="914400" rtl="0" eaLnBrk="1" latinLnBrk="0" hangingPunct="1">
        <a:lnSpc>
          <a:spcPct val="90000"/>
        </a:lnSpc>
        <a:spcBef>
          <a:spcPts val="1000"/>
        </a:spcBef>
        <a:buClr>
          <a:srgbClr val="CB333B"/>
        </a:buClr>
        <a:buFont typeface="Arial" panose="020B0604020202020204" pitchFamily="34" charset="0"/>
        <a:buChar char="•"/>
        <a:defRPr sz="2200" kern="1200">
          <a:solidFill>
            <a:srgbClr val="74787B"/>
          </a:solidFill>
          <a:latin typeface="+mn-lt"/>
          <a:ea typeface="+mn-ea"/>
          <a:cs typeface="+mn-cs"/>
        </a:defRPr>
      </a:lvl1pPr>
      <a:lvl2pPr marL="685800" indent="-228600" algn="l" defTabSz="914400" rtl="0" eaLnBrk="1" latinLnBrk="0" hangingPunct="1">
        <a:lnSpc>
          <a:spcPct val="90000"/>
        </a:lnSpc>
        <a:spcBef>
          <a:spcPts val="500"/>
        </a:spcBef>
        <a:buClr>
          <a:srgbClr val="74787B"/>
        </a:buClr>
        <a:buFont typeface="Calibri" panose="020F0502020204030204" pitchFamily="34" charset="0"/>
        <a:buChar char="⁻"/>
        <a:defRPr sz="2000" kern="1200">
          <a:solidFill>
            <a:srgbClr val="74787B"/>
          </a:solidFill>
          <a:latin typeface="+mn-lt"/>
          <a:ea typeface="+mn-ea"/>
          <a:cs typeface="+mn-cs"/>
        </a:defRPr>
      </a:lvl2pPr>
      <a:lvl3pPr marL="1143000" indent="-228600" algn="l" defTabSz="914400" rtl="0" eaLnBrk="1" latinLnBrk="0" hangingPunct="1">
        <a:lnSpc>
          <a:spcPct val="90000"/>
        </a:lnSpc>
        <a:spcBef>
          <a:spcPts val="500"/>
        </a:spcBef>
        <a:buClr>
          <a:srgbClr val="334EA2"/>
        </a:buClr>
        <a:buFont typeface="Arial" panose="020B0604020202020204" pitchFamily="34" charset="0"/>
        <a:buChar char="•"/>
        <a:defRPr sz="1800" kern="1200">
          <a:solidFill>
            <a:srgbClr val="74787B"/>
          </a:solidFill>
          <a:latin typeface="+mn-lt"/>
          <a:ea typeface="+mn-ea"/>
          <a:cs typeface="+mn-cs"/>
        </a:defRPr>
      </a:lvl3pPr>
      <a:lvl4pPr marL="1600200" indent="-228600" algn="l" defTabSz="914400" rtl="0" eaLnBrk="1" latinLnBrk="0" hangingPunct="1">
        <a:lnSpc>
          <a:spcPct val="90000"/>
        </a:lnSpc>
        <a:spcBef>
          <a:spcPts val="500"/>
        </a:spcBef>
        <a:buClr>
          <a:srgbClr val="74787B"/>
        </a:buClr>
        <a:buFont typeface="Calibri" panose="020F0502020204030204" pitchFamily="34" charset="0"/>
        <a:buChar char="⁻"/>
        <a:defRPr sz="1400" kern="1200">
          <a:solidFill>
            <a:srgbClr val="74787B"/>
          </a:solidFill>
          <a:latin typeface="+mn-lt"/>
          <a:ea typeface="+mn-ea"/>
          <a:cs typeface="+mn-cs"/>
        </a:defRPr>
      </a:lvl4pPr>
      <a:lvl5pPr marL="2057400" indent="-228600" algn="l" defTabSz="914400" rtl="0" eaLnBrk="1" latinLnBrk="0" hangingPunct="1">
        <a:lnSpc>
          <a:spcPct val="90000"/>
        </a:lnSpc>
        <a:spcBef>
          <a:spcPts val="500"/>
        </a:spcBef>
        <a:buClr>
          <a:srgbClr val="74787B"/>
        </a:buClr>
        <a:buFont typeface="Arial" panose="020B0604020202020204" pitchFamily="34" charset="0"/>
        <a:buChar char="•"/>
        <a:defRPr sz="1400" kern="1200">
          <a:solidFill>
            <a:srgbClr val="74787B"/>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8" name="Espace réservé du texte 2">
            <a:extLst>
              <a:ext uri="{FF2B5EF4-FFF2-40B4-BE49-F238E27FC236}">
                <a16:creationId xmlns:a16="http://schemas.microsoft.com/office/drawing/2014/main" id="{4CF3AC19-E2F1-4F6C-9C0E-5D10AEDAA136}"/>
              </a:ext>
            </a:extLst>
          </p:cNvPr>
          <p:cNvSpPr>
            <a:spLocks noGrp="1"/>
          </p:cNvSpPr>
          <p:nvPr>
            <p:ph type="body" idx="1"/>
          </p:nvPr>
        </p:nvSpPr>
        <p:spPr bwMode="gray">
          <a:xfrm>
            <a:off x="667266" y="1825625"/>
            <a:ext cx="10730334" cy="4377175"/>
          </a:xfrm>
          <a:prstGeom prst="rect">
            <a:avLst/>
          </a:prstGeom>
        </p:spPr>
        <p:txBody>
          <a:bodyPr vert="horz" lIns="0" tIns="0" rIns="0" bIns="0" rtlCol="0" anchor="t" anchorCtr="0">
            <a:normAutofit/>
          </a:bodyPr>
          <a:lstStyle/>
          <a:p>
            <a:pPr lvl="0"/>
            <a:r>
              <a:rPr lang="en-GB" noProof="0"/>
              <a:t>Text level 1</a:t>
            </a:r>
          </a:p>
          <a:p>
            <a:pPr lvl="1"/>
            <a:r>
              <a:rPr lang="en-GB" noProof="0"/>
              <a:t>Text level 2</a:t>
            </a:r>
          </a:p>
          <a:p>
            <a:pPr lvl="2"/>
            <a:r>
              <a:rPr lang="en-GB" noProof="0"/>
              <a:t>Text level 3</a:t>
            </a:r>
          </a:p>
          <a:p>
            <a:pPr lvl="3"/>
            <a:r>
              <a:rPr lang="en-GB" noProof="0"/>
              <a:t>Text level 4</a:t>
            </a:r>
          </a:p>
          <a:p>
            <a:pPr lvl="4"/>
            <a:r>
              <a:rPr lang="en-GB" noProof="0"/>
              <a:t>Text level 5</a:t>
            </a:r>
          </a:p>
        </p:txBody>
      </p:sp>
      <p:sp>
        <p:nvSpPr>
          <p:cNvPr id="6" name="Slide Number Placeholder 5">
            <a:extLst>
              <a:ext uri="{FF2B5EF4-FFF2-40B4-BE49-F238E27FC236}">
                <a16:creationId xmlns:a16="http://schemas.microsoft.com/office/drawing/2014/main" id="{2A9993F8-F5E1-4DE4-84E5-43806363945F}"/>
              </a:ext>
            </a:extLst>
          </p:cNvPr>
          <p:cNvSpPr>
            <a:spLocks noGrp="1"/>
          </p:cNvSpPr>
          <p:nvPr>
            <p:ph type="sldNum" sz="quarter" idx="4"/>
          </p:nvPr>
        </p:nvSpPr>
        <p:spPr>
          <a:xfrm>
            <a:off x="11401760" y="6356350"/>
            <a:ext cx="621632" cy="365125"/>
          </a:xfrm>
          <a:prstGeom prst="rect">
            <a:avLst/>
          </a:prstGeom>
        </p:spPr>
        <p:txBody>
          <a:bodyPr vert="horz" lIns="91440" tIns="45720" rIns="91440" bIns="45720" rtlCol="0" anchor="ctr"/>
          <a:lstStyle>
            <a:lvl1pPr algn="r">
              <a:defRPr sz="1100" b="1">
                <a:solidFill>
                  <a:schemeClr val="tx1">
                    <a:tint val="75000"/>
                  </a:schemeClr>
                </a:solidFill>
              </a:defRPr>
            </a:lvl1pPr>
          </a:lstStyle>
          <a:p>
            <a:fld id="{F9C72FE7-3E28-4995-B4B7-F4CABFB817F3}" type="slidenum">
              <a:rPr lang="en-GB" smtClean="0"/>
              <a:pPr/>
              <a:t>‹#›</a:t>
            </a:fld>
            <a:endParaRPr lang="en-GB"/>
          </a:p>
        </p:txBody>
      </p:sp>
      <p:sp>
        <p:nvSpPr>
          <p:cNvPr id="7" name="ZoneTexte 11">
            <a:extLst>
              <a:ext uri="{FF2B5EF4-FFF2-40B4-BE49-F238E27FC236}">
                <a16:creationId xmlns:a16="http://schemas.microsoft.com/office/drawing/2014/main" id="{37B701C4-2389-498B-B38A-949E00E02350}"/>
              </a:ext>
            </a:extLst>
          </p:cNvPr>
          <p:cNvSpPr txBox="1"/>
          <p:nvPr userDrawn="1"/>
        </p:nvSpPr>
        <p:spPr bwMode="gray">
          <a:xfrm>
            <a:off x="667266" y="6356350"/>
            <a:ext cx="8019290" cy="420712"/>
          </a:xfrm>
          <a:prstGeom prst="rect">
            <a:avLst/>
          </a:prstGeom>
          <a:noFill/>
        </p:spPr>
        <p:txBody>
          <a:bodyPr wrap="square" lIns="0" tIns="0" rIns="0" bIns="0" rtlCol="0" anchor="ctr" anchorCtr="0">
            <a:noAutofit/>
          </a:bodyPr>
          <a:lstStyle/>
          <a:p>
            <a:pPr algn="just"/>
            <a:r>
              <a:rPr lang="en-GB" sz="500" b="1" noProof="0">
                <a:solidFill>
                  <a:schemeClr val="accent3"/>
                </a:solidFill>
              </a:rPr>
              <a:t>© Nomad Digital Limited 2024. All rights reserved. </a:t>
            </a:r>
            <a:r>
              <a:rPr lang="en-GB" sz="500" noProof="0">
                <a:solidFill>
                  <a:schemeClr val="accent3"/>
                </a:solidFill>
              </a:rPr>
              <a:t>Information contained in this document is indicative only. No representation or warranty is given or should be relied on that it is complete or correct or will apply to any particular project. This will depend on the technical and commercial circumstances. It is provided without liability and is subject to change without notice. Reproduction, use or disclosure to third parties, without express written authorisation, is strictly prohibited.</a:t>
            </a:r>
          </a:p>
        </p:txBody>
      </p:sp>
      <p:sp>
        <p:nvSpPr>
          <p:cNvPr id="17" name="Espace réservé du titre 1">
            <a:extLst>
              <a:ext uri="{FF2B5EF4-FFF2-40B4-BE49-F238E27FC236}">
                <a16:creationId xmlns:a16="http://schemas.microsoft.com/office/drawing/2014/main" id="{F5481BDC-9611-4DCA-AED3-9C19B6531C4C}"/>
              </a:ext>
            </a:extLst>
          </p:cNvPr>
          <p:cNvSpPr>
            <a:spLocks noGrp="1"/>
          </p:cNvSpPr>
          <p:nvPr>
            <p:ph type="title"/>
          </p:nvPr>
        </p:nvSpPr>
        <p:spPr bwMode="gray">
          <a:xfrm>
            <a:off x="667266" y="331396"/>
            <a:ext cx="10210284" cy="323804"/>
          </a:xfrm>
          <a:prstGeom prst="rect">
            <a:avLst/>
          </a:prstGeom>
        </p:spPr>
        <p:txBody>
          <a:bodyPr vert="horz" lIns="0" tIns="0" rIns="0" bIns="0" rtlCol="0" anchor="t" anchorCtr="0">
            <a:normAutofit/>
          </a:bodyPr>
          <a:lstStyle/>
          <a:p>
            <a:r>
              <a:rPr lang="en-GB" noProof="0"/>
              <a:t>Title</a:t>
            </a:r>
          </a:p>
        </p:txBody>
      </p:sp>
      <p:pic>
        <p:nvPicPr>
          <p:cNvPr id="10" name="Picture 9" descr="Shape&#10;&#10;Description automatically generated with low confidence">
            <a:extLst>
              <a:ext uri="{FF2B5EF4-FFF2-40B4-BE49-F238E27FC236}">
                <a16:creationId xmlns:a16="http://schemas.microsoft.com/office/drawing/2014/main" id="{DB564811-1846-4B02-8146-116EEF6BA1D1}"/>
              </a:ext>
            </a:extLst>
          </p:cNvPr>
          <p:cNvPicPr>
            <a:picLocks noChangeAspect="1"/>
          </p:cNvPicPr>
          <p:nvPr userDrawn="1"/>
        </p:nvPicPr>
        <p:blipFill>
          <a:blip r:embed="rId42">
            <a:alphaModFix amt="20000"/>
            <a:extLst>
              <a:ext uri="{28A0092B-C50C-407E-A947-70E740481C1C}">
                <a14:useLocalDpi xmlns:a14="http://schemas.microsoft.com/office/drawing/2010/main" val="0"/>
              </a:ext>
            </a:extLst>
          </a:blip>
          <a:stretch>
            <a:fillRect/>
          </a:stretch>
        </p:blipFill>
        <p:spPr>
          <a:xfrm>
            <a:off x="11217565" y="225977"/>
            <a:ext cx="719669" cy="720000"/>
          </a:xfrm>
          <a:prstGeom prst="rect">
            <a:avLst/>
          </a:prstGeom>
        </p:spPr>
      </p:pic>
      <p:sp>
        <p:nvSpPr>
          <p:cNvPr id="8" name="Rectangle 7">
            <a:extLst>
              <a:ext uri="{FF2B5EF4-FFF2-40B4-BE49-F238E27FC236}">
                <a16:creationId xmlns:a16="http://schemas.microsoft.com/office/drawing/2014/main" id="{3FA385C7-DE28-4D63-89B6-ADDAE26B1660}"/>
              </a:ext>
            </a:extLst>
          </p:cNvPr>
          <p:cNvSpPr/>
          <p:nvPr userDrawn="1"/>
        </p:nvSpPr>
        <p:spPr>
          <a:xfrm>
            <a:off x="0" y="0"/>
            <a:ext cx="360000" cy="6858000"/>
          </a:xfrm>
          <a:prstGeom prst="rect">
            <a:avLst/>
          </a:prstGeom>
          <a:solidFill>
            <a:srgbClr val="CB33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953989262"/>
      </p:ext>
    </p:extLst>
  </p:cSld>
  <p:clrMap bg1="lt1" tx1="dk1" bg2="lt2" tx2="dk2" accent1="accent1" accent2="accent2" accent3="accent3" accent4="accent4" accent5="accent5" accent6="accent6" hlink="hlink" folHlink="folHlink"/>
  <p:sldLayoutIdLst>
    <p:sldLayoutId id="2147483779"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 id="2147483790" r:id="rId12"/>
    <p:sldLayoutId id="2147483791" r:id="rId13"/>
    <p:sldLayoutId id="2147483792" r:id="rId14"/>
    <p:sldLayoutId id="2147483793" r:id="rId15"/>
    <p:sldLayoutId id="2147483794" r:id="rId16"/>
    <p:sldLayoutId id="2147483795" r:id="rId17"/>
    <p:sldLayoutId id="2147483796" r:id="rId18"/>
    <p:sldLayoutId id="2147483797" r:id="rId19"/>
    <p:sldLayoutId id="2147483798" r:id="rId20"/>
    <p:sldLayoutId id="2147483799" r:id="rId21"/>
    <p:sldLayoutId id="2147483800" r:id="rId22"/>
    <p:sldLayoutId id="2147483801" r:id="rId23"/>
    <p:sldLayoutId id="2147483802" r:id="rId24"/>
    <p:sldLayoutId id="2147483803" r:id="rId25"/>
    <p:sldLayoutId id="2147483804" r:id="rId26"/>
    <p:sldLayoutId id="2147483805" r:id="rId27"/>
    <p:sldLayoutId id="2147483806" r:id="rId28"/>
    <p:sldLayoutId id="2147483807" r:id="rId29"/>
    <p:sldLayoutId id="2147483808" r:id="rId30"/>
    <p:sldLayoutId id="2147483809" r:id="rId31"/>
    <p:sldLayoutId id="2147483810" r:id="rId32"/>
    <p:sldLayoutId id="2147483811" r:id="rId33"/>
    <p:sldLayoutId id="2147483812" r:id="rId34"/>
    <p:sldLayoutId id="2147483813" r:id="rId35"/>
    <p:sldLayoutId id="2147483814" r:id="rId36"/>
    <p:sldLayoutId id="2147483815" r:id="rId37"/>
    <p:sldLayoutId id="2147483816" r:id="rId38"/>
    <p:sldLayoutId id="2147483817" r:id="rId39"/>
    <p:sldLayoutId id="2147483818" r:id="rId40"/>
  </p:sldLayoutIdLst>
  <p:hf hdr="0" dt="0"/>
  <p:txStyles>
    <p:titleStyle>
      <a:lvl1pPr algn="l" defTabSz="914400" rtl="0" eaLnBrk="1" latinLnBrk="0" hangingPunct="1">
        <a:lnSpc>
          <a:spcPct val="90000"/>
        </a:lnSpc>
        <a:spcBef>
          <a:spcPct val="0"/>
        </a:spcBef>
        <a:buNone/>
        <a:defRPr sz="2800" b="1" kern="1200">
          <a:solidFill>
            <a:srgbClr val="CB333B"/>
          </a:solidFill>
          <a:latin typeface="+mn-lt"/>
          <a:ea typeface="+mj-ea"/>
          <a:cs typeface="+mj-cs"/>
        </a:defRPr>
      </a:lvl1pPr>
    </p:titleStyle>
    <p:bodyStyle>
      <a:lvl1pPr marL="228600" indent="-228600" algn="l" defTabSz="914400" rtl="0" eaLnBrk="1" latinLnBrk="0" hangingPunct="1">
        <a:lnSpc>
          <a:spcPct val="90000"/>
        </a:lnSpc>
        <a:spcBef>
          <a:spcPts val="1000"/>
        </a:spcBef>
        <a:buClr>
          <a:srgbClr val="CB333B"/>
        </a:buClr>
        <a:buFont typeface="Arial" panose="020B0604020202020204" pitchFamily="34" charset="0"/>
        <a:buChar char="•"/>
        <a:defRPr sz="1800" kern="1200">
          <a:solidFill>
            <a:srgbClr val="74787B"/>
          </a:solidFill>
          <a:latin typeface="+mn-lt"/>
          <a:ea typeface="+mn-ea"/>
          <a:cs typeface="+mn-cs"/>
        </a:defRPr>
      </a:lvl1pPr>
      <a:lvl2pPr marL="685800" indent="-228600" algn="l" defTabSz="914400" rtl="0" eaLnBrk="1" latinLnBrk="0" hangingPunct="1">
        <a:lnSpc>
          <a:spcPct val="90000"/>
        </a:lnSpc>
        <a:spcBef>
          <a:spcPts val="500"/>
        </a:spcBef>
        <a:buClr>
          <a:srgbClr val="74787B"/>
        </a:buClr>
        <a:buFont typeface="Calibri" panose="020F0502020204030204" pitchFamily="34" charset="0"/>
        <a:buChar char="⁻"/>
        <a:defRPr sz="1600" kern="1200">
          <a:solidFill>
            <a:srgbClr val="74787B"/>
          </a:solidFill>
          <a:latin typeface="+mn-lt"/>
          <a:ea typeface="+mn-ea"/>
          <a:cs typeface="+mn-cs"/>
        </a:defRPr>
      </a:lvl2pPr>
      <a:lvl3pPr marL="1143000" indent="-228600" algn="l" defTabSz="914400" rtl="0" eaLnBrk="1" latinLnBrk="0" hangingPunct="1">
        <a:lnSpc>
          <a:spcPct val="90000"/>
        </a:lnSpc>
        <a:spcBef>
          <a:spcPts val="500"/>
        </a:spcBef>
        <a:buClr>
          <a:srgbClr val="334EA2"/>
        </a:buClr>
        <a:buFont typeface="Arial" panose="020B0604020202020204" pitchFamily="34" charset="0"/>
        <a:buChar char="•"/>
        <a:defRPr sz="1600" kern="1200">
          <a:solidFill>
            <a:srgbClr val="74787B"/>
          </a:solidFill>
          <a:latin typeface="+mn-lt"/>
          <a:ea typeface="+mn-ea"/>
          <a:cs typeface="+mn-cs"/>
        </a:defRPr>
      </a:lvl3pPr>
      <a:lvl4pPr marL="1600200" indent="-228600" algn="l" defTabSz="914400" rtl="0" eaLnBrk="1" latinLnBrk="0" hangingPunct="1">
        <a:lnSpc>
          <a:spcPct val="90000"/>
        </a:lnSpc>
        <a:spcBef>
          <a:spcPts val="500"/>
        </a:spcBef>
        <a:buClr>
          <a:srgbClr val="74787B"/>
        </a:buClr>
        <a:buFont typeface="Calibri" panose="020F0502020204030204" pitchFamily="34" charset="0"/>
        <a:buChar char="⁻"/>
        <a:defRPr sz="1400" kern="1200">
          <a:solidFill>
            <a:srgbClr val="74787B"/>
          </a:solidFill>
          <a:latin typeface="+mn-lt"/>
          <a:ea typeface="+mn-ea"/>
          <a:cs typeface="+mn-cs"/>
        </a:defRPr>
      </a:lvl4pPr>
      <a:lvl5pPr marL="2057400" indent="-228600" algn="l" defTabSz="914400" rtl="0" eaLnBrk="1" latinLnBrk="0" hangingPunct="1">
        <a:lnSpc>
          <a:spcPct val="90000"/>
        </a:lnSpc>
        <a:spcBef>
          <a:spcPts val="500"/>
        </a:spcBef>
        <a:buClr>
          <a:srgbClr val="74787B"/>
        </a:buClr>
        <a:buFont typeface="Arial" panose="020B0604020202020204" pitchFamily="34" charset="0"/>
        <a:buChar char="•"/>
        <a:defRPr sz="1400" kern="1200">
          <a:solidFill>
            <a:srgbClr val="74787B"/>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8" name="Espace réservé du texte 2">
            <a:extLst>
              <a:ext uri="{FF2B5EF4-FFF2-40B4-BE49-F238E27FC236}">
                <a16:creationId xmlns:a16="http://schemas.microsoft.com/office/drawing/2014/main" id="{4CF3AC19-E2F1-4F6C-9C0E-5D10AEDAA136}"/>
              </a:ext>
            </a:extLst>
          </p:cNvPr>
          <p:cNvSpPr>
            <a:spLocks noGrp="1"/>
          </p:cNvSpPr>
          <p:nvPr>
            <p:ph type="body" idx="1"/>
          </p:nvPr>
        </p:nvSpPr>
        <p:spPr bwMode="gray">
          <a:xfrm>
            <a:off x="667266" y="1825625"/>
            <a:ext cx="10730334" cy="4377175"/>
          </a:xfrm>
          <a:prstGeom prst="rect">
            <a:avLst/>
          </a:prstGeom>
        </p:spPr>
        <p:txBody>
          <a:bodyPr vert="horz" lIns="0" tIns="0" rIns="0" bIns="0" rtlCol="0" anchor="t" anchorCtr="0">
            <a:normAutofit/>
          </a:bodyPr>
          <a:lstStyle/>
          <a:p>
            <a:pPr lvl="0"/>
            <a:r>
              <a:rPr lang="en-GB" noProof="0"/>
              <a:t>Text level 1</a:t>
            </a:r>
          </a:p>
          <a:p>
            <a:pPr lvl="1"/>
            <a:r>
              <a:rPr lang="en-GB" noProof="0"/>
              <a:t>Text level 2</a:t>
            </a:r>
          </a:p>
          <a:p>
            <a:pPr lvl="2"/>
            <a:r>
              <a:rPr lang="en-GB" noProof="0"/>
              <a:t>Text level 3</a:t>
            </a:r>
          </a:p>
          <a:p>
            <a:pPr lvl="3"/>
            <a:r>
              <a:rPr lang="en-GB" noProof="0"/>
              <a:t>Text level 4</a:t>
            </a:r>
          </a:p>
          <a:p>
            <a:pPr lvl="4"/>
            <a:r>
              <a:rPr lang="en-GB" noProof="0"/>
              <a:t>Text level 5</a:t>
            </a:r>
          </a:p>
        </p:txBody>
      </p:sp>
      <p:sp>
        <p:nvSpPr>
          <p:cNvPr id="6" name="Slide Number Placeholder 5">
            <a:extLst>
              <a:ext uri="{FF2B5EF4-FFF2-40B4-BE49-F238E27FC236}">
                <a16:creationId xmlns:a16="http://schemas.microsoft.com/office/drawing/2014/main" id="{2A9993F8-F5E1-4DE4-84E5-43806363945F}"/>
              </a:ext>
            </a:extLst>
          </p:cNvPr>
          <p:cNvSpPr>
            <a:spLocks noGrp="1"/>
          </p:cNvSpPr>
          <p:nvPr>
            <p:ph type="sldNum" sz="quarter" idx="4"/>
          </p:nvPr>
        </p:nvSpPr>
        <p:spPr>
          <a:xfrm>
            <a:off x="11401760" y="6356350"/>
            <a:ext cx="621632" cy="365125"/>
          </a:xfrm>
          <a:prstGeom prst="rect">
            <a:avLst/>
          </a:prstGeom>
        </p:spPr>
        <p:txBody>
          <a:bodyPr vert="horz" lIns="91440" tIns="45720" rIns="91440" bIns="45720" rtlCol="0" anchor="ctr"/>
          <a:lstStyle>
            <a:lvl1pPr algn="r">
              <a:defRPr sz="1100" b="1">
                <a:solidFill>
                  <a:schemeClr val="tx1">
                    <a:tint val="75000"/>
                  </a:schemeClr>
                </a:solidFill>
              </a:defRPr>
            </a:lvl1pPr>
          </a:lstStyle>
          <a:p>
            <a:fld id="{F9C72FE7-3E28-4995-B4B7-F4CABFB817F3}" type="slidenum">
              <a:rPr lang="en-GB" smtClean="0"/>
              <a:pPr/>
              <a:t>‹#›</a:t>
            </a:fld>
            <a:endParaRPr lang="en-GB"/>
          </a:p>
        </p:txBody>
      </p:sp>
      <p:sp>
        <p:nvSpPr>
          <p:cNvPr id="7" name="ZoneTexte 11">
            <a:extLst>
              <a:ext uri="{FF2B5EF4-FFF2-40B4-BE49-F238E27FC236}">
                <a16:creationId xmlns:a16="http://schemas.microsoft.com/office/drawing/2014/main" id="{37B701C4-2389-498B-B38A-949E00E02350}"/>
              </a:ext>
            </a:extLst>
          </p:cNvPr>
          <p:cNvSpPr txBox="1"/>
          <p:nvPr userDrawn="1"/>
        </p:nvSpPr>
        <p:spPr bwMode="gray">
          <a:xfrm>
            <a:off x="667266" y="6356350"/>
            <a:ext cx="8019290" cy="420712"/>
          </a:xfrm>
          <a:prstGeom prst="rect">
            <a:avLst/>
          </a:prstGeom>
          <a:noFill/>
        </p:spPr>
        <p:txBody>
          <a:bodyPr wrap="square" lIns="0" tIns="0" rIns="0" bIns="0" rtlCol="0" anchor="ctr" anchorCtr="0">
            <a:noAutofit/>
          </a:bodyPr>
          <a:lstStyle/>
          <a:p>
            <a:pPr algn="just"/>
            <a:r>
              <a:rPr lang="en-GB" sz="500" b="1" noProof="0">
                <a:solidFill>
                  <a:schemeClr val="accent3"/>
                </a:solidFill>
              </a:rPr>
              <a:t>© Nomad Digital Limited 2024. All rights reserved. </a:t>
            </a:r>
            <a:r>
              <a:rPr lang="en-GB" sz="500" noProof="0">
                <a:solidFill>
                  <a:schemeClr val="accent3"/>
                </a:solidFill>
              </a:rPr>
              <a:t>Information contained in this document is indicative only. No representation or warranty is given or should be relied on that it is complete or correct or will apply to any particular project. This will depend on the technical and commercial circumstances. It is provided without liability and is subject to change without notice. Reproduction, use or disclosure to third parties, without express written authorisation, is strictly prohibited.</a:t>
            </a:r>
          </a:p>
        </p:txBody>
      </p:sp>
      <p:sp>
        <p:nvSpPr>
          <p:cNvPr id="17" name="Espace réservé du titre 1">
            <a:extLst>
              <a:ext uri="{FF2B5EF4-FFF2-40B4-BE49-F238E27FC236}">
                <a16:creationId xmlns:a16="http://schemas.microsoft.com/office/drawing/2014/main" id="{F5481BDC-9611-4DCA-AED3-9C19B6531C4C}"/>
              </a:ext>
            </a:extLst>
          </p:cNvPr>
          <p:cNvSpPr>
            <a:spLocks noGrp="1"/>
          </p:cNvSpPr>
          <p:nvPr>
            <p:ph type="title"/>
          </p:nvPr>
        </p:nvSpPr>
        <p:spPr bwMode="gray">
          <a:xfrm>
            <a:off x="667266" y="331396"/>
            <a:ext cx="10210284" cy="323804"/>
          </a:xfrm>
          <a:prstGeom prst="rect">
            <a:avLst/>
          </a:prstGeom>
        </p:spPr>
        <p:txBody>
          <a:bodyPr vert="horz" lIns="0" tIns="0" rIns="0" bIns="0" rtlCol="0" anchor="t" anchorCtr="0">
            <a:normAutofit/>
          </a:bodyPr>
          <a:lstStyle/>
          <a:p>
            <a:r>
              <a:rPr lang="en-GB" noProof="0"/>
              <a:t>Title</a:t>
            </a:r>
          </a:p>
        </p:txBody>
      </p:sp>
      <p:pic>
        <p:nvPicPr>
          <p:cNvPr id="10" name="Picture 9" descr="Shape&#10;&#10;Description automatically generated with low confidence">
            <a:extLst>
              <a:ext uri="{FF2B5EF4-FFF2-40B4-BE49-F238E27FC236}">
                <a16:creationId xmlns:a16="http://schemas.microsoft.com/office/drawing/2014/main" id="{DB564811-1846-4B02-8146-116EEF6BA1D1}"/>
              </a:ext>
            </a:extLst>
          </p:cNvPr>
          <p:cNvPicPr>
            <a:picLocks noChangeAspect="1"/>
          </p:cNvPicPr>
          <p:nvPr userDrawn="1"/>
        </p:nvPicPr>
        <p:blipFill>
          <a:blip r:embed="rId52">
            <a:alphaModFix amt="20000"/>
            <a:extLst>
              <a:ext uri="{28A0092B-C50C-407E-A947-70E740481C1C}">
                <a14:useLocalDpi xmlns:a14="http://schemas.microsoft.com/office/drawing/2010/main" val="0"/>
              </a:ext>
            </a:extLst>
          </a:blip>
          <a:stretch>
            <a:fillRect/>
          </a:stretch>
        </p:blipFill>
        <p:spPr>
          <a:xfrm>
            <a:off x="11217565" y="225977"/>
            <a:ext cx="719669" cy="720000"/>
          </a:xfrm>
          <a:prstGeom prst="rect">
            <a:avLst/>
          </a:prstGeom>
        </p:spPr>
      </p:pic>
      <p:sp>
        <p:nvSpPr>
          <p:cNvPr id="8" name="Rectangle 7">
            <a:extLst>
              <a:ext uri="{FF2B5EF4-FFF2-40B4-BE49-F238E27FC236}">
                <a16:creationId xmlns:a16="http://schemas.microsoft.com/office/drawing/2014/main" id="{3FA385C7-DE28-4D63-89B6-ADDAE26B1660}"/>
              </a:ext>
            </a:extLst>
          </p:cNvPr>
          <p:cNvSpPr/>
          <p:nvPr userDrawn="1"/>
        </p:nvSpPr>
        <p:spPr>
          <a:xfrm>
            <a:off x="0" y="0"/>
            <a:ext cx="360000" cy="6858000"/>
          </a:xfrm>
          <a:prstGeom prst="rect">
            <a:avLst/>
          </a:prstGeom>
          <a:solidFill>
            <a:srgbClr val="CB33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EBE940A3-1D5D-D1F6-B1D8-4CDB7B9C2086}"/>
              </a:ext>
            </a:extLst>
          </p:cNvPr>
          <p:cNvSpPr txBox="1"/>
          <p:nvPr userDrawn="1">
            <p:extLst>
              <p:ext uri="{1162E1C5-73C7-4A58-AE30-91384D911F3F}">
                <p184:classification xmlns:p184="http://schemas.microsoft.com/office/powerpoint/2018/4/main" val="hdr"/>
              </p:ext>
            </p:extLst>
          </p:nvPr>
        </p:nvSpPr>
        <p:spPr>
          <a:xfrm>
            <a:off x="11255375" y="63500"/>
            <a:ext cx="912813" cy="213360"/>
          </a:xfrm>
          <a:prstGeom prst="rect">
            <a:avLst/>
          </a:prstGeom>
        </p:spPr>
        <p:txBody>
          <a:bodyPr horzOverflow="overflow" lIns="0" tIns="0" rIns="0" bIns="0">
            <a:spAutoFit/>
          </a:bodyPr>
          <a:lstStyle/>
          <a:p>
            <a:pPr algn="l"/>
            <a:r>
              <a:rPr lang="en-GB" sz="1400">
                <a:solidFill>
                  <a:srgbClr val="71BF44">
                    <a:alpha val="50000"/>
                  </a:srgbClr>
                </a:solidFill>
                <a:latin typeface="Calibri" panose="020F0502020204030204" pitchFamily="34" charset="0"/>
                <a:ea typeface="Calibri" panose="020F0502020204030204" pitchFamily="34" charset="0"/>
                <a:cs typeface="Calibri" panose="020F0502020204030204" pitchFamily="34" charset="0"/>
              </a:rPr>
              <a:t>RESTRICTED</a:t>
            </a:r>
          </a:p>
        </p:txBody>
      </p:sp>
    </p:spTree>
    <p:extLst>
      <p:ext uri="{BB962C8B-B14F-4D97-AF65-F5344CB8AC3E}">
        <p14:creationId xmlns:p14="http://schemas.microsoft.com/office/powerpoint/2010/main" val="1551857852"/>
      </p:ext>
    </p:extLst>
  </p:cSld>
  <p:clrMap bg1="lt1" tx1="dk1" bg2="lt2" tx2="dk2" accent1="accent1" accent2="accent2" accent3="accent3" accent4="accent4" accent5="accent5" accent6="accent6" hlink="hlink" folHlink="folHlink"/>
  <p:sldLayoutIdLst>
    <p:sldLayoutId id="2147483821" r:id="rId1"/>
    <p:sldLayoutId id="2147483822" r:id="rId2"/>
    <p:sldLayoutId id="2147483823" r:id="rId3"/>
    <p:sldLayoutId id="2147483824" r:id="rId4"/>
    <p:sldLayoutId id="2147483825" r:id="rId5"/>
    <p:sldLayoutId id="2147483826" r:id="rId6"/>
    <p:sldLayoutId id="2147483827" r:id="rId7"/>
    <p:sldLayoutId id="2147483828" r:id="rId8"/>
    <p:sldLayoutId id="2147483829" r:id="rId9"/>
    <p:sldLayoutId id="2147483830" r:id="rId10"/>
    <p:sldLayoutId id="2147483831" r:id="rId11"/>
    <p:sldLayoutId id="2147483832" r:id="rId12"/>
    <p:sldLayoutId id="2147483833" r:id="rId13"/>
    <p:sldLayoutId id="2147483834" r:id="rId14"/>
    <p:sldLayoutId id="2147483835" r:id="rId15"/>
    <p:sldLayoutId id="2147483836" r:id="rId16"/>
    <p:sldLayoutId id="2147483837" r:id="rId17"/>
    <p:sldLayoutId id="2147483838" r:id="rId18"/>
    <p:sldLayoutId id="2147483839" r:id="rId19"/>
    <p:sldLayoutId id="2147483840" r:id="rId20"/>
    <p:sldLayoutId id="2147483841" r:id="rId21"/>
    <p:sldLayoutId id="2147483842" r:id="rId22"/>
    <p:sldLayoutId id="2147483843" r:id="rId23"/>
    <p:sldLayoutId id="2147483844" r:id="rId24"/>
    <p:sldLayoutId id="2147483845" r:id="rId25"/>
    <p:sldLayoutId id="2147483846" r:id="rId26"/>
    <p:sldLayoutId id="2147483847" r:id="rId27"/>
    <p:sldLayoutId id="2147483848" r:id="rId28"/>
    <p:sldLayoutId id="2147483849" r:id="rId29"/>
    <p:sldLayoutId id="2147483850" r:id="rId30"/>
    <p:sldLayoutId id="2147483851" r:id="rId31"/>
    <p:sldLayoutId id="2147483852" r:id="rId32"/>
    <p:sldLayoutId id="2147483853" r:id="rId33"/>
    <p:sldLayoutId id="2147483854" r:id="rId34"/>
    <p:sldLayoutId id="2147483855" r:id="rId35"/>
    <p:sldLayoutId id="2147483856" r:id="rId36"/>
    <p:sldLayoutId id="2147483857" r:id="rId37"/>
    <p:sldLayoutId id="2147483858" r:id="rId38"/>
    <p:sldLayoutId id="2147483859" r:id="rId39"/>
    <p:sldLayoutId id="2147483860" r:id="rId40"/>
    <p:sldLayoutId id="2147483861" r:id="rId41"/>
    <p:sldLayoutId id="2147483862" r:id="rId42"/>
    <p:sldLayoutId id="2147483863" r:id="rId43"/>
    <p:sldLayoutId id="2147483864" r:id="rId44"/>
    <p:sldLayoutId id="2147483865" r:id="rId45"/>
    <p:sldLayoutId id="2147483866" r:id="rId46"/>
    <p:sldLayoutId id="2147483867" r:id="rId47"/>
    <p:sldLayoutId id="2147483868" r:id="rId48"/>
    <p:sldLayoutId id="2147483869" r:id="rId49"/>
    <p:sldLayoutId id="2147483870" r:id="rId50"/>
  </p:sldLayoutIdLst>
  <p:hf hdr="0" dt="0"/>
  <p:txStyles>
    <p:titleStyle>
      <a:lvl1pPr algn="l" defTabSz="914400" rtl="0" eaLnBrk="1" latinLnBrk="0" hangingPunct="1">
        <a:lnSpc>
          <a:spcPct val="90000"/>
        </a:lnSpc>
        <a:spcBef>
          <a:spcPct val="0"/>
        </a:spcBef>
        <a:buNone/>
        <a:defRPr sz="2800" b="1" kern="1200">
          <a:solidFill>
            <a:srgbClr val="CB333B"/>
          </a:solidFill>
          <a:latin typeface="+mn-lt"/>
          <a:ea typeface="+mj-ea"/>
          <a:cs typeface="+mj-cs"/>
        </a:defRPr>
      </a:lvl1pPr>
    </p:titleStyle>
    <p:bodyStyle>
      <a:lvl1pPr marL="228600" indent="-228600" algn="l" defTabSz="914400" rtl="0" eaLnBrk="1" latinLnBrk="0" hangingPunct="1">
        <a:lnSpc>
          <a:spcPct val="90000"/>
        </a:lnSpc>
        <a:spcBef>
          <a:spcPts val="1000"/>
        </a:spcBef>
        <a:buClr>
          <a:srgbClr val="CB333B"/>
        </a:buClr>
        <a:buFont typeface="Arial" panose="020B0604020202020204" pitchFamily="34" charset="0"/>
        <a:buChar char="•"/>
        <a:defRPr sz="1800" kern="1200">
          <a:solidFill>
            <a:srgbClr val="74787B"/>
          </a:solidFill>
          <a:latin typeface="+mn-lt"/>
          <a:ea typeface="+mn-ea"/>
          <a:cs typeface="+mn-cs"/>
        </a:defRPr>
      </a:lvl1pPr>
      <a:lvl2pPr marL="685800" indent="-228600" algn="l" defTabSz="914400" rtl="0" eaLnBrk="1" latinLnBrk="0" hangingPunct="1">
        <a:lnSpc>
          <a:spcPct val="90000"/>
        </a:lnSpc>
        <a:spcBef>
          <a:spcPts val="500"/>
        </a:spcBef>
        <a:buClr>
          <a:srgbClr val="74787B"/>
        </a:buClr>
        <a:buFont typeface="Calibri" panose="020F0502020204030204" pitchFamily="34" charset="0"/>
        <a:buChar char="⁻"/>
        <a:defRPr sz="1600" kern="1200">
          <a:solidFill>
            <a:srgbClr val="74787B"/>
          </a:solidFill>
          <a:latin typeface="+mn-lt"/>
          <a:ea typeface="+mn-ea"/>
          <a:cs typeface="+mn-cs"/>
        </a:defRPr>
      </a:lvl2pPr>
      <a:lvl3pPr marL="1143000" indent="-228600" algn="l" defTabSz="914400" rtl="0" eaLnBrk="1" latinLnBrk="0" hangingPunct="1">
        <a:lnSpc>
          <a:spcPct val="90000"/>
        </a:lnSpc>
        <a:spcBef>
          <a:spcPts val="500"/>
        </a:spcBef>
        <a:buClr>
          <a:srgbClr val="334EA2"/>
        </a:buClr>
        <a:buFont typeface="Arial" panose="020B0604020202020204" pitchFamily="34" charset="0"/>
        <a:buChar char="•"/>
        <a:defRPr sz="1600" kern="1200">
          <a:solidFill>
            <a:srgbClr val="74787B"/>
          </a:solidFill>
          <a:latin typeface="+mn-lt"/>
          <a:ea typeface="+mn-ea"/>
          <a:cs typeface="+mn-cs"/>
        </a:defRPr>
      </a:lvl3pPr>
      <a:lvl4pPr marL="1600200" indent="-228600" algn="l" defTabSz="914400" rtl="0" eaLnBrk="1" latinLnBrk="0" hangingPunct="1">
        <a:lnSpc>
          <a:spcPct val="90000"/>
        </a:lnSpc>
        <a:spcBef>
          <a:spcPts val="500"/>
        </a:spcBef>
        <a:buClr>
          <a:srgbClr val="74787B"/>
        </a:buClr>
        <a:buFont typeface="Calibri" panose="020F0502020204030204" pitchFamily="34" charset="0"/>
        <a:buChar char="⁻"/>
        <a:defRPr sz="1400" kern="1200">
          <a:solidFill>
            <a:srgbClr val="74787B"/>
          </a:solidFill>
          <a:latin typeface="+mn-lt"/>
          <a:ea typeface="+mn-ea"/>
          <a:cs typeface="+mn-cs"/>
        </a:defRPr>
      </a:lvl4pPr>
      <a:lvl5pPr marL="2057400" indent="-228600" algn="l" defTabSz="914400" rtl="0" eaLnBrk="1" latinLnBrk="0" hangingPunct="1">
        <a:lnSpc>
          <a:spcPct val="90000"/>
        </a:lnSpc>
        <a:spcBef>
          <a:spcPts val="500"/>
        </a:spcBef>
        <a:buClr>
          <a:srgbClr val="74787B"/>
        </a:buClr>
        <a:buFont typeface="Arial" panose="020B0604020202020204" pitchFamily="34" charset="0"/>
        <a:buChar char="•"/>
        <a:defRPr sz="1400" kern="1200">
          <a:solidFill>
            <a:srgbClr val="74787B"/>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E1A6A-8EED-4408-8A04-3B0AB93D48DE}"/>
              </a:ext>
            </a:extLst>
          </p:cNvPr>
          <p:cNvSpPr>
            <a:spLocks noGrp="1"/>
          </p:cNvSpPr>
          <p:nvPr>
            <p:ph type="ctrTitle"/>
          </p:nvPr>
        </p:nvSpPr>
        <p:spPr>
          <a:xfrm>
            <a:off x="877334" y="3430748"/>
            <a:ext cx="5627037" cy="1851466"/>
          </a:xfrm>
        </p:spPr>
        <p:txBody>
          <a:bodyPr lIns="91440" tIns="45720" rIns="91440" bIns="45720" anchor="b">
            <a:normAutofit/>
          </a:bodyPr>
          <a:lstStyle/>
          <a:p>
            <a:br>
              <a:rPr lang="en-GB" b="1" dirty="0"/>
            </a:br>
            <a:r>
              <a:rPr lang="en-GB" b="1" dirty="0"/>
              <a:t>Release note</a:t>
            </a:r>
            <a:br>
              <a:rPr lang="en-GB" b="1" dirty="0"/>
            </a:br>
            <a:r>
              <a:rPr lang="en-US" dirty="0"/>
              <a:t>BMS-ENGI-FOR-006</a:t>
            </a:r>
            <a:br>
              <a:rPr lang="en-GB" b="1" dirty="0"/>
            </a:br>
            <a:r>
              <a:rPr lang="en-GB" sz="1800" dirty="0">
                <a:solidFill>
                  <a:schemeClr val="tx1"/>
                </a:solidFill>
              </a:rPr>
              <a:t>June 2026</a:t>
            </a:r>
            <a:endParaRPr lang="en-GB" sz="1800" dirty="0"/>
          </a:p>
        </p:txBody>
      </p:sp>
      <p:pic>
        <p:nvPicPr>
          <p:cNvPr id="6" name="Picture Placeholder 5">
            <a:extLst>
              <a:ext uri="{FF2B5EF4-FFF2-40B4-BE49-F238E27FC236}">
                <a16:creationId xmlns:a16="http://schemas.microsoft.com/office/drawing/2014/main" id="{28F504F0-05BF-40CB-8B2F-9B2B43CD472C}"/>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25910" r="25910"/>
          <a:stretch/>
        </p:blipFill>
        <p:spPr>
          <a:xfrm>
            <a:off x="6780083" y="-109173"/>
            <a:ext cx="5411917" cy="7075404"/>
          </a:xfrm>
        </p:spPr>
      </p:pic>
    </p:spTree>
    <p:extLst>
      <p:ext uri="{BB962C8B-B14F-4D97-AF65-F5344CB8AC3E}">
        <p14:creationId xmlns:p14="http://schemas.microsoft.com/office/powerpoint/2010/main" val="20545316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86C5E39E-2405-DDCD-01A4-1B967C3AF34E}"/>
              </a:ext>
            </a:extLst>
          </p:cNvPr>
          <p:cNvSpPr>
            <a:spLocks noGrp="1"/>
          </p:cNvSpPr>
          <p:nvPr>
            <p:ph type="sldNum" sz="quarter" idx="10"/>
          </p:nvPr>
        </p:nvSpPr>
        <p:spPr/>
        <p:txBody>
          <a:bodyPr/>
          <a:lstStyle/>
          <a:p>
            <a:fld id="{F9C72FE7-3E28-4995-B4B7-F4CABFB817F3}" type="slidenum">
              <a:rPr lang="en-GB" noProof="0" smtClean="0"/>
              <a:pPr/>
              <a:t>2</a:t>
            </a:fld>
            <a:endParaRPr lang="en-GB" noProof="0" dirty="0"/>
          </a:p>
        </p:txBody>
      </p:sp>
      <p:sp>
        <p:nvSpPr>
          <p:cNvPr id="10" name="Espace réservé du contenu 9">
            <a:extLst>
              <a:ext uri="{FF2B5EF4-FFF2-40B4-BE49-F238E27FC236}">
                <a16:creationId xmlns:a16="http://schemas.microsoft.com/office/drawing/2014/main" id="{AB791FF4-FADC-20BD-DC07-37294B7C01C3}"/>
              </a:ext>
            </a:extLst>
          </p:cNvPr>
          <p:cNvSpPr>
            <a:spLocks noGrp="1"/>
          </p:cNvSpPr>
          <p:nvPr>
            <p:ph idx="1"/>
          </p:nvPr>
        </p:nvSpPr>
        <p:spPr/>
        <p:txBody>
          <a:bodyPr>
            <a:normAutofit lnSpcReduction="10000"/>
          </a:bodyPr>
          <a:lstStyle/>
          <a:p>
            <a:r>
              <a:rPr lang="en-GB" sz="2800" noProof="0" dirty="0"/>
              <a:t>Nomad’s need</a:t>
            </a:r>
          </a:p>
          <a:p>
            <a:pPr lvl="1"/>
            <a:r>
              <a:rPr lang="en-GB" sz="2400" noProof="0" dirty="0"/>
              <a:t>What do we have on board?</a:t>
            </a:r>
          </a:p>
          <a:p>
            <a:pPr lvl="1"/>
            <a:r>
              <a:rPr lang="en-GB" sz="2400" noProof="0" dirty="0"/>
              <a:t>Before: to know what to deploy</a:t>
            </a:r>
          </a:p>
          <a:p>
            <a:pPr lvl="1"/>
            <a:r>
              <a:rPr lang="en-GB" sz="2400" noProof="0" dirty="0"/>
              <a:t>After: in case of issue to analyse, to know:</a:t>
            </a:r>
          </a:p>
          <a:p>
            <a:pPr lvl="2"/>
            <a:r>
              <a:rPr lang="en-GB" sz="2400" noProof="0" dirty="0"/>
              <a:t>Is there a known issue on versions deployed</a:t>
            </a:r>
          </a:p>
          <a:p>
            <a:pPr lvl="2"/>
            <a:r>
              <a:rPr lang="en-GB" sz="2400" noProof="0" dirty="0"/>
              <a:t>Can we compare with other projects</a:t>
            </a:r>
          </a:p>
          <a:p>
            <a:pPr lvl="2"/>
            <a:r>
              <a:rPr lang="en-GB" sz="2400" dirty="0"/>
              <a:t>What are differences since last working version</a:t>
            </a:r>
            <a:endParaRPr lang="en-GB" sz="2400" noProof="0" dirty="0"/>
          </a:p>
          <a:p>
            <a:pPr lvl="1"/>
            <a:r>
              <a:rPr lang="en-GB" sz="2400" dirty="0"/>
              <a:t>So we need to save all data that can impact behaviour</a:t>
            </a:r>
            <a:endParaRPr lang="en-GB" sz="2400" noProof="0" dirty="0"/>
          </a:p>
          <a:p>
            <a:pPr lvl="1"/>
            <a:endParaRPr lang="en-GB" sz="2400" noProof="0" dirty="0"/>
          </a:p>
        </p:txBody>
      </p:sp>
      <p:sp>
        <p:nvSpPr>
          <p:cNvPr id="9" name="Titre 8">
            <a:extLst>
              <a:ext uri="{FF2B5EF4-FFF2-40B4-BE49-F238E27FC236}">
                <a16:creationId xmlns:a16="http://schemas.microsoft.com/office/drawing/2014/main" id="{A1B934E3-AA55-C44D-63DA-F5BAA93ECA3A}"/>
              </a:ext>
            </a:extLst>
          </p:cNvPr>
          <p:cNvSpPr>
            <a:spLocks noGrp="1"/>
          </p:cNvSpPr>
          <p:nvPr>
            <p:ph type="title"/>
          </p:nvPr>
        </p:nvSpPr>
        <p:spPr/>
        <p:txBody>
          <a:bodyPr/>
          <a:lstStyle/>
          <a:p>
            <a:r>
              <a:rPr lang="en-GB" noProof="0" dirty="0"/>
              <a:t>Why a release note</a:t>
            </a:r>
          </a:p>
        </p:txBody>
      </p:sp>
      <p:sp>
        <p:nvSpPr>
          <p:cNvPr id="3" name="Espace réservé du contenu 2">
            <a:extLst>
              <a:ext uri="{FF2B5EF4-FFF2-40B4-BE49-F238E27FC236}">
                <a16:creationId xmlns:a16="http://schemas.microsoft.com/office/drawing/2014/main" id="{5E64AFA7-427A-60DF-6895-BEDC397BBCF7}"/>
              </a:ext>
            </a:extLst>
          </p:cNvPr>
          <p:cNvSpPr>
            <a:spLocks noGrp="1"/>
          </p:cNvSpPr>
          <p:nvPr>
            <p:ph idx="11"/>
          </p:nvPr>
        </p:nvSpPr>
        <p:spPr/>
        <p:txBody>
          <a:bodyPr>
            <a:normAutofit/>
          </a:bodyPr>
          <a:lstStyle/>
          <a:p>
            <a:r>
              <a:rPr lang="en-GB" sz="2800" noProof="0" dirty="0"/>
              <a:t>Customer need</a:t>
            </a:r>
          </a:p>
          <a:p>
            <a:pPr lvl="1"/>
            <a:r>
              <a:rPr lang="en-GB" sz="2400" noProof="0" dirty="0"/>
              <a:t>Know what’s on board</a:t>
            </a:r>
          </a:p>
          <a:p>
            <a:pPr lvl="1"/>
            <a:r>
              <a:rPr lang="en-GB" sz="2400" noProof="0" dirty="0"/>
              <a:t>Ensure same behaviour on all fleet</a:t>
            </a:r>
          </a:p>
          <a:p>
            <a:endParaRPr lang="en-GB" sz="2800" noProof="0" dirty="0"/>
          </a:p>
        </p:txBody>
      </p:sp>
    </p:spTree>
    <p:extLst>
      <p:ext uri="{BB962C8B-B14F-4D97-AF65-F5344CB8AC3E}">
        <p14:creationId xmlns:p14="http://schemas.microsoft.com/office/powerpoint/2010/main" val="3109606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62CBD6C4-66FE-BFC8-8A57-88CAB6694042}"/>
              </a:ext>
            </a:extLst>
          </p:cNvPr>
          <p:cNvSpPr>
            <a:spLocks noGrp="1"/>
          </p:cNvSpPr>
          <p:nvPr>
            <p:ph type="sldNum" sz="quarter" idx="10"/>
          </p:nvPr>
        </p:nvSpPr>
        <p:spPr/>
        <p:txBody>
          <a:bodyPr/>
          <a:lstStyle/>
          <a:p>
            <a:fld id="{F9C72FE7-3E28-4995-B4B7-F4CABFB817F3}" type="slidenum">
              <a:rPr lang="en-GB" smtClean="0"/>
              <a:pPr/>
              <a:t>3</a:t>
            </a:fld>
            <a:endParaRPr lang="en-GB" dirty="0"/>
          </a:p>
        </p:txBody>
      </p:sp>
      <p:sp>
        <p:nvSpPr>
          <p:cNvPr id="3" name="Espace réservé du contenu 2">
            <a:extLst>
              <a:ext uri="{FF2B5EF4-FFF2-40B4-BE49-F238E27FC236}">
                <a16:creationId xmlns:a16="http://schemas.microsoft.com/office/drawing/2014/main" id="{5D006DFD-E321-D7E5-9157-252C91BE27F0}"/>
              </a:ext>
            </a:extLst>
          </p:cNvPr>
          <p:cNvSpPr>
            <a:spLocks noGrp="1"/>
          </p:cNvSpPr>
          <p:nvPr>
            <p:ph idx="1"/>
          </p:nvPr>
        </p:nvSpPr>
        <p:spPr/>
        <p:txBody>
          <a:bodyPr/>
          <a:lstStyle/>
          <a:p>
            <a:r>
              <a:rPr lang="en-GB" dirty="0"/>
              <a:t>Reference: specification, for technical content definition</a:t>
            </a:r>
          </a:p>
          <a:p>
            <a:r>
              <a:rPr lang="en-GB" dirty="0"/>
              <a:t>Hardware: </a:t>
            </a:r>
          </a:p>
          <a:p>
            <a:pPr lvl="1"/>
            <a:r>
              <a:rPr lang="en-GB" dirty="0"/>
              <a:t>For each material</a:t>
            </a:r>
          </a:p>
          <a:p>
            <a:pPr lvl="2"/>
            <a:r>
              <a:rPr lang="en-GB" dirty="0"/>
              <a:t>Title</a:t>
            </a:r>
          </a:p>
          <a:p>
            <a:pPr lvl="2"/>
            <a:r>
              <a:rPr lang="en-GB" dirty="0"/>
              <a:t>Reference (NMID, + customer reference if any)</a:t>
            </a:r>
          </a:p>
          <a:p>
            <a:pPr lvl="2"/>
            <a:r>
              <a:rPr lang="en-GB" dirty="0"/>
              <a:t>Hardware version</a:t>
            </a:r>
          </a:p>
          <a:p>
            <a:pPr lvl="2"/>
            <a:r>
              <a:rPr lang="en-GB" dirty="0"/>
              <a:t>Firmware version</a:t>
            </a:r>
          </a:p>
          <a:p>
            <a:pPr lvl="2"/>
            <a:r>
              <a:rPr lang="en-GB" dirty="0"/>
              <a:t>Configuration version</a:t>
            </a:r>
          </a:p>
          <a:p>
            <a:pPr lvl="1"/>
            <a:r>
              <a:rPr lang="en-GB" dirty="0"/>
              <a:t>For some (long) projects, we can have evolution</a:t>
            </a:r>
          </a:p>
          <a:p>
            <a:pPr lvl="2"/>
            <a:r>
              <a:rPr lang="en-GB" dirty="0"/>
              <a:t>If several HW version, enable way to know which version for which material, for example with serial number list, or application rank for new version</a:t>
            </a:r>
          </a:p>
          <a:p>
            <a:pPr lvl="1"/>
            <a:r>
              <a:rPr lang="en-GB" dirty="0"/>
              <a:t>If version follow up is not as simple as incrementation, don’t hesitate to explain (ex : )</a:t>
            </a:r>
          </a:p>
          <a:p>
            <a:endParaRPr lang="en-GB" dirty="0"/>
          </a:p>
        </p:txBody>
      </p:sp>
      <p:sp>
        <p:nvSpPr>
          <p:cNvPr id="4" name="Titre 3">
            <a:extLst>
              <a:ext uri="{FF2B5EF4-FFF2-40B4-BE49-F238E27FC236}">
                <a16:creationId xmlns:a16="http://schemas.microsoft.com/office/drawing/2014/main" id="{A982734F-F6E9-2443-44B5-1022952C3304}"/>
              </a:ext>
            </a:extLst>
          </p:cNvPr>
          <p:cNvSpPr>
            <a:spLocks noGrp="1"/>
          </p:cNvSpPr>
          <p:nvPr>
            <p:ph type="title"/>
          </p:nvPr>
        </p:nvSpPr>
        <p:spPr/>
        <p:txBody>
          <a:bodyPr/>
          <a:lstStyle/>
          <a:p>
            <a:r>
              <a:rPr lang="en-GB" dirty="0"/>
              <a:t>Content HW</a:t>
            </a:r>
          </a:p>
        </p:txBody>
      </p:sp>
      <p:pic>
        <p:nvPicPr>
          <p:cNvPr id="6" name="Picture 5" descr="A diagram of a fan carrier&#10;&#10;AI-generated content may be incorrect.">
            <a:extLst>
              <a:ext uri="{FF2B5EF4-FFF2-40B4-BE49-F238E27FC236}">
                <a16:creationId xmlns:a16="http://schemas.microsoft.com/office/drawing/2014/main" id="{E134F650-C651-BDD1-5789-D5237A050693}"/>
              </a:ext>
            </a:extLst>
          </p:cNvPr>
          <p:cNvPicPr>
            <a:picLocks noChangeAspect="1"/>
          </p:cNvPicPr>
          <p:nvPr/>
        </p:nvPicPr>
        <p:blipFill>
          <a:blip r:embed="rId2"/>
          <a:stretch>
            <a:fillRect/>
          </a:stretch>
        </p:blipFill>
        <p:spPr>
          <a:xfrm>
            <a:off x="5716270" y="1145016"/>
            <a:ext cx="6475730" cy="2670175"/>
          </a:xfrm>
          <a:prstGeom prst="rect">
            <a:avLst/>
          </a:prstGeom>
        </p:spPr>
      </p:pic>
      <p:cxnSp>
        <p:nvCxnSpPr>
          <p:cNvPr id="8" name="Connecteur droit avec flèche 7">
            <a:extLst>
              <a:ext uri="{FF2B5EF4-FFF2-40B4-BE49-F238E27FC236}">
                <a16:creationId xmlns:a16="http://schemas.microsoft.com/office/drawing/2014/main" id="{33065C6C-D09C-31A0-93E7-5ACD406426D8}"/>
              </a:ext>
            </a:extLst>
          </p:cNvPr>
          <p:cNvCxnSpPr/>
          <p:nvPr/>
        </p:nvCxnSpPr>
        <p:spPr>
          <a:xfrm flipV="1">
            <a:off x="3755571" y="3733800"/>
            <a:ext cx="4234543" cy="191588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9" name="Espace réservé du contenu 2">
            <a:extLst>
              <a:ext uri="{FF2B5EF4-FFF2-40B4-BE49-F238E27FC236}">
                <a16:creationId xmlns:a16="http://schemas.microsoft.com/office/drawing/2014/main" id="{65CB17CF-50CA-D369-5EAA-82E9D9846793}"/>
              </a:ext>
            </a:extLst>
          </p:cNvPr>
          <p:cNvSpPr>
            <a:spLocks noGrp="1"/>
          </p:cNvSpPr>
          <p:nvPr>
            <p:ph idx="11"/>
          </p:nvPr>
        </p:nvSpPr>
        <p:spPr>
          <a:xfrm>
            <a:off x="6276000" y="4150066"/>
            <a:ext cx="5248734" cy="2026897"/>
          </a:xfrm>
        </p:spPr>
        <p:txBody>
          <a:bodyPr>
            <a:normAutofit/>
          </a:bodyPr>
          <a:lstStyle/>
          <a:p>
            <a:r>
              <a:rPr lang="en-GB" dirty="0"/>
              <a:t>We should be able to check data</a:t>
            </a:r>
          </a:p>
          <a:p>
            <a:pPr lvl="1"/>
            <a:r>
              <a:rPr lang="en-GB" sz="1800" dirty="0"/>
              <a:t>HW version on label of material</a:t>
            </a:r>
          </a:p>
          <a:p>
            <a:pPr lvl="1"/>
            <a:r>
              <a:rPr lang="en-GB" sz="1800" dirty="0"/>
              <a:t>FW &amp; configuration on software (NMS, material GUI, engineering pages, …)</a:t>
            </a:r>
          </a:p>
          <a:p>
            <a:r>
              <a:rPr lang="en-GB" sz="2000" dirty="0"/>
              <a:t>Few passive equipment don’t have versions. Mention them, with NA.</a:t>
            </a:r>
          </a:p>
          <a:p>
            <a:endParaRPr lang="en-GB" noProof="0" dirty="0"/>
          </a:p>
          <a:p>
            <a:endParaRPr lang="en-GB" noProof="0" dirty="0"/>
          </a:p>
        </p:txBody>
      </p:sp>
    </p:spTree>
    <p:extLst>
      <p:ext uri="{BB962C8B-B14F-4D97-AF65-F5344CB8AC3E}">
        <p14:creationId xmlns:p14="http://schemas.microsoft.com/office/powerpoint/2010/main" val="38857873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BFEDBD71-A2CE-0FA3-BBA8-BFEF4A9F4C1C}"/>
              </a:ext>
            </a:extLst>
          </p:cNvPr>
          <p:cNvSpPr>
            <a:spLocks noGrp="1"/>
          </p:cNvSpPr>
          <p:nvPr>
            <p:ph type="sldNum" sz="quarter" idx="10"/>
          </p:nvPr>
        </p:nvSpPr>
        <p:spPr/>
        <p:txBody>
          <a:bodyPr/>
          <a:lstStyle/>
          <a:p>
            <a:fld id="{F9C72FE7-3E28-4995-B4B7-F4CABFB817F3}" type="slidenum">
              <a:rPr lang="en-GB" smtClean="0"/>
              <a:pPr/>
              <a:t>4</a:t>
            </a:fld>
            <a:endParaRPr lang="en-GB"/>
          </a:p>
        </p:txBody>
      </p:sp>
      <p:sp>
        <p:nvSpPr>
          <p:cNvPr id="3" name="Espace réservé du contenu 2">
            <a:extLst>
              <a:ext uri="{FF2B5EF4-FFF2-40B4-BE49-F238E27FC236}">
                <a16:creationId xmlns:a16="http://schemas.microsoft.com/office/drawing/2014/main" id="{565BBC28-BC37-7EAC-FBBA-71F9CBD5D353}"/>
              </a:ext>
            </a:extLst>
          </p:cNvPr>
          <p:cNvSpPr>
            <a:spLocks noGrp="1"/>
          </p:cNvSpPr>
          <p:nvPr>
            <p:ph idx="1"/>
          </p:nvPr>
        </p:nvSpPr>
        <p:spPr/>
        <p:txBody>
          <a:bodyPr>
            <a:normAutofit/>
          </a:bodyPr>
          <a:lstStyle/>
          <a:p>
            <a:r>
              <a:rPr lang="fr-FR" sz="2800" dirty="0"/>
              <a:t>Software version </a:t>
            </a:r>
          </a:p>
          <a:p>
            <a:pPr lvl="1"/>
            <a:r>
              <a:rPr lang="fr-FR" sz="2400" dirty="0"/>
              <a:t>Nomad </a:t>
            </a:r>
            <a:r>
              <a:rPr lang="fr-FR" sz="2400" dirty="0" err="1"/>
              <a:t>connect</a:t>
            </a:r>
            <a:endParaRPr lang="fr-FR" sz="2400" dirty="0"/>
          </a:p>
          <a:p>
            <a:pPr lvl="1"/>
            <a:r>
              <a:rPr lang="fr-FR" sz="2400" dirty="0"/>
              <a:t>Configuration </a:t>
            </a:r>
          </a:p>
          <a:p>
            <a:pPr lvl="1"/>
            <a:r>
              <a:rPr lang="fr-FR" sz="2400" dirty="0"/>
              <a:t>Portal (</a:t>
            </a:r>
            <a:r>
              <a:rPr lang="fr-FR" sz="2400" dirty="0" err="1"/>
              <a:t>framework</a:t>
            </a:r>
            <a:r>
              <a:rPr lang="fr-FR" sz="2400" dirty="0"/>
              <a:t> + content) if </a:t>
            </a:r>
            <a:r>
              <a:rPr lang="fr-FR" sz="2400" dirty="0" err="1"/>
              <a:t>delivered</a:t>
            </a:r>
            <a:r>
              <a:rPr lang="fr-FR" sz="2400" dirty="0"/>
              <a:t> by Nomad</a:t>
            </a:r>
          </a:p>
          <a:p>
            <a:r>
              <a:rPr lang="fr-FR" sz="2800" dirty="0"/>
              <a:t>Software </a:t>
            </a:r>
            <a:r>
              <a:rPr lang="fr-FR" sz="2800" dirty="0" err="1"/>
              <a:t>testing</a:t>
            </a:r>
            <a:r>
              <a:rPr lang="fr-FR" sz="2800" dirty="0"/>
              <a:t> </a:t>
            </a:r>
            <a:r>
              <a:rPr lang="fr-FR" sz="2800" dirty="0" err="1"/>
              <a:t>tool</a:t>
            </a:r>
            <a:endParaRPr lang="fr-FR" sz="2800" dirty="0"/>
          </a:p>
          <a:p>
            <a:pPr lvl="1"/>
            <a:r>
              <a:rPr lang="fr-FR" sz="2400" dirty="0"/>
              <a:t>NMS</a:t>
            </a:r>
          </a:p>
          <a:p>
            <a:pPr lvl="1"/>
            <a:r>
              <a:rPr lang="fr-FR" sz="2400" dirty="0" err="1"/>
              <a:t>WifiTestTool</a:t>
            </a:r>
            <a:endParaRPr lang="fr-FR" sz="2400" dirty="0"/>
          </a:p>
          <a:p>
            <a:pPr lvl="1"/>
            <a:r>
              <a:rPr lang="fr-FR" sz="2400" dirty="0" err="1"/>
              <a:t>Iperf</a:t>
            </a:r>
            <a:endParaRPr lang="fr-FR" sz="2400" dirty="0"/>
          </a:p>
          <a:p>
            <a:pPr lvl="1"/>
            <a:r>
              <a:rPr lang="fr-FR" sz="2400" dirty="0" err="1"/>
              <a:t>Ekahau</a:t>
            </a:r>
            <a:endParaRPr lang="fr-FR" sz="2400" dirty="0"/>
          </a:p>
          <a:p>
            <a:pPr lvl="1"/>
            <a:r>
              <a:rPr lang="fr-FR" sz="2400" dirty="0"/>
              <a:t>… </a:t>
            </a:r>
            <a:r>
              <a:rPr lang="fr-FR" sz="2400" dirty="0" err="1"/>
              <a:t>depending</a:t>
            </a:r>
            <a:r>
              <a:rPr lang="fr-FR" sz="2400" dirty="0"/>
              <a:t> on </a:t>
            </a:r>
            <a:r>
              <a:rPr lang="fr-FR" sz="2400" dirty="0" err="1"/>
              <a:t>what</a:t>
            </a:r>
            <a:r>
              <a:rPr lang="fr-FR" sz="2400" dirty="0"/>
              <a:t> </a:t>
            </a:r>
            <a:r>
              <a:rPr lang="fr-FR" sz="2400" dirty="0" err="1"/>
              <a:t>is</a:t>
            </a:r>
            <a:r>
              <a:rPr lang="fr-FR" sz="2400" dirty="0"/>
              <a:t> </a:t>
            </a:r>
            <a:r>
              <a:rPr lang="fr-FR" sz="2400" dirty="0" err="1"/>
              <a:t>defined</a:t>
            </a:r>
            <a:r>
              <a:rPr lang="fr-FR" sz="2400" dirty="0"/>
              <a:t> for the </a:t>
            </a:r>
            <a:r>
              <a:rPr lang="fr-FR" sz="2400" dirty="0" err="1"/>
              <a:t>project</a:t>
            </a:r>
            <a:endParaRPr lang="fr-FR" sz="2400" dirty="0"/>
          </a:p>
          <a:p>
            <a:pPr lvl="1"/>
            <a:r>
              <a:rPr lang="fr-FR" sz="2400" dirty="0"/>
              <a:t>Version </a:t>
            </a:r>
            <a:r>
              <a:rPr lang="fr-FR" sz="2400" dirty="0" err="1"/>
              <a:t>may</a:t>
            </a:r>
            <a:r>
              <a:rPr lang="fr-FR" sz="2400" dirty="0"/>
              <a:t> impact tests </a:t>
            </a:r>
            <a:r>
              <a:rPr lang="fr-FR" sz="2400" dirty="0" err="1"/>
              <a:t>results</a:t>
            </a:r>
            <a:r>
              <a:rPr lang="fr-FR" sz="2400" dirty="0"/>
              <a:t>, </a:t>
            </a:r>
            <a:r>
              <a:rPr lang="fr-FR" sz="2400" dirty="0" err="1"/>
              <a:t>so</a:t>
            </a:r>
            <a:r>
              <a:rPr lang="fr-FR" sz="2400" dirty="0"/>
              <a:t> important to know </a:t>
            </a:r>
            <a:r>
              <a:rPr lang="fr-FR" sz="2400" dirty="0" err="1"/>
              <a:t>what</a:t>
            </a:r>
            <a:r>
              <a:rPr lang="fr-FR" sz="2400" dirty="0"/>
              <a:t> </a:t>
            </a:r>
            <a:r>
              <a:rPr lang="fr-FR" sz="2400" dirty="0" err="1"/>
              <a:t>was</a:t>
            </a:r>
            <a:r>
              <a:rPr lang="fr-FR" sz="2400" dirty="0"/>
              <a:t> </a:t>
            </a:r>
            <a:r>
              <a:rPr lang="fr-FR" sz="2400" dirty="0" err="1"/>
              <a:t>used</a:t>
            </a:r>
            <a:r>
              <a:rPr lang="fr-FR" sz="2400" dirty="0"/>
              <a:t>!</a:t>
            </a:r>
          </a:p>
        </p:txBody>
      </p:sp>
      <p:sp>
        <p:nvSpPr>
          <p:cNvPr id="4" name="Titre 3">
            <a:extLst>
              <a:ext uri="{FF2B5EF4-FFF2-40B4-BE49-F238E27FC236}">
                <a16:creationId xmlns:a16="http://schemas.microsoft.com/office/drawing/2014/main" id="{B2F63BC1-F51F-6162-2E8F-55B84AD88482}"/>
              </a:ext>
            </a:extLst>
          </p:cNvPr>
          <p:cNvSpPr>
            <a:spLocks noGrp="1"/>
          </p:cNvSpPr>
          <p:nvPr>
            <p:ph type="title"/>
          </p:nvPr>
        </p:nvSpPr>
        <p:spPr/>
        <p:txBody>
          <a:bodyPr/>
          <a:lstStyle/>
          <a:p>
            <a:r>
              <a:rPr lang="fr-FR" dirty="0"/>
              <a:t>Content SW</a:t>
            </a:r>
          </a:p>
        </p:txBody>
      </p:sp>
    </p:spTree>
    <p:extLst>
      <p:ext uri="{BB962C8B-B14F-4D97-AF65-F5344CB8AC3E}">
        <p14:creationId xmlns:p14="http://schemas.microsoft.com/office/powerpoint/2010/main" val="27502024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6BAB203F-4046-3710-ADA3-234317B51157}"/>
              </a:ext>
            </a:extLst>
          </p:cNvPr>
          <p:cNvSpPr>
            <a:spLocks noGrp="1"/>
          </p:cNvSpPr>
          <p:nvPr>
            <p:ph type="sldNum" sz="quarter" idx="10"/>
          </p:nvPr>
        </p:nvSpPr>
        <p:spPr/>
        <p:txBody>
          <a:bodyPr/>
          <a:lstStyle/>
          <a:p>
            <a:fld id="{F9C72FE7-3E28-4995-B4B7-F4CABFB817F3}" type="slidenum">
              <a:rPr lang="en-GB" smtClean="0"/>
              <a:pPr/>
              <a:t>5</a:t>
            </a:fld>
            <a:endParaRPr lang="en-GB"/>
          </a:p>
        </p:txBody>
      </p:sp>
      <p:sp>
        <p:nvSpPr>
          <p:cNvPr id="3" name="Espace réservé du contenu 2">
            <a:extLst>
              <a:ext uri="{FF2B5EF4-FFF2-40B4-BE49-F238E27FC236}">
                <a16:creationId xmlns:a16="http://schemas.microsoft.com/office/drawing/2014/main" id="{83B45A19-6512-37EF-5E26-3CE760E8423B}"/>
              </a:ext>
            </a:extLst>
          </p:cNvPr>
          <p:cNvSpPr>
            <a:spLocks noGrp="1"/>
          </p:cNvSpPr>
          <p:nvPr>
            <p:ph idx="1"/>
          </p:nvPr>
        </p:nvSpPr>
        <p:spPr>
          <a:xfrm>
            <a:off x="667266" y="1453418"/>
            <a:ext cx="10734494" cy="4723546"/>
          </a:xfrm>
        </p:spPr>
        <p:txBody>
          <a:bodyPr>
            <a:normAutofit/>
          </a:bodyPr>
          <a:lstStyle/>
          <a:p>
            <a:r>
              <a:rPr lang="en-GB" sz="2800" noProof="0" dirty="0"/>
              <a:t>If release note is an update from a previous one</a:t>
            </a:r>
          </a:p>
          <a:p>
            <a:pPr lvl="1"/>
            <a:r>
              <a:rPr lang="en-GB" sz="2400" noProof="0" dirty="0"/>
              <a:t>Indicate new functions added (ticket, headline)</a:t>
            </a:r>
          </a:p>
          <a:p>
            <a:pPr lvl="1"/>
            <a:r>
              <a:rPr lang="en-GB" sz="2400" noProof="0" dirty="0"/>
              <a:t>Mention corrections, same format</a:t>
            </a:r>
          </a:p>
          <a:p>
            <a:r>
              <a:rPr lang="en-GB" sz="2800" noProof="0" dirty="0"/>
              <a:t>Precise restrictions if any. Example below</a:t>
            </a:r>
          </a:p>
          <a:p>
            <a:pPr lvl="1"/>
            <a:endParaRPr lang="en-GB" sz="2400" noProof="0" dirty="0"/>
          </a:p>
        </p:txBody>
      </p:sp>
      <p:sp>
        <p:nvSpPr>
          <p:cNvPr id="4" name="Titre 3">
            <a:extLst>
              <a:ext uri="{FF2B5EF4-FFF2-40B4-BE49-F238E27FC236}">
                <a16:creationId xmlns:a16="http://schemas.microsoft.com/office/drawing/2014/main" id="{95A7B39D-1283-6A5B-D2C1-0760BD8E5ADE}"/>
              </a:ext>
            </a:extLst>
          </p:cNvPr>
          <p:cNvSpPr>
            <a:spLocks noGrp="1"/>
          </p:cNvSpPr>
          <p:nvPr>
            <p:ph type="title"/>
          </p:nvPr>
        </p:nvSpPr>
        <p:spPr/>
        <p:txBody>
          <a:bodyPr/>
          <a:lstStyle/>
          <a:p>
            <a:r>
              <a:rPr lang="fr-FR" dirty="0"/>
              <a:t>Modifications</a:t>
            </a:r>
          </a:p>
        </p:txBody>
      </p:sp>
      <p:pic>
        <p:nvPicPr>
          <p:cNvPr id="7" name="Image 6">
            <a:extLst>
              <a:ext uri="{FF2B5EF4-FFF2-40B4-BE49-F238E27FC236}">
                <a16:creationId xmlns:a16="http://schemas.microsoft.com/office/drawing/2014/main" id="{661A309C-5408-9998-27D3-3966A7130602}"/>
              </a:ext>
            </a:extLst>
          </p:cNvPr>
          <p:cNvPicPr>
            <a:picLocks noChangeAspect="1"/>
          </p:cNvPicPr>
          <p:nvPr/>
        </p:nvPicPr>
        <p:blipFill>
          <a:blip r:embed="rId2"/>
          <a:stretch>
            <a:fillRect/>
          </a:stretch>
        </p:blipFill>
        <p:spPr>
          <a:xfrm>
            <a:off x="395779" y="3131196"/>
            <a:ext cx="11627613" cy="3045768"/>
          </a:xfrm>
          <a:prstGeom prst="rect">
            <a:avLst/>
          </a:prstGeom>
        </p:spPr>
      </p:pic>
    </p:spTree>
    <p:extLst>
      <p:ext uri="{BB962C8B-B14F-4D97-AF65-F5344CB8AC3E}">
        <p14:creationId xmlns:p14="http://schemas.microsoft.com/office/powerpoint/2010/main" val="3682141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0653414-6847-47E3-8465-4536D2741B59}"/>
              </a:ext>
            </a:extLst>
          </p:cNvPr>
          <p:cNvSpPr>
            <a:spLocks noGrp="1"/>
          </p:cNvSpPr>
          <p:nvPr>
            <p:ph type="sldNum" sz="quarter" idx="10"/>
          </p:nvPr>
        </p:nvSpPr>
        <p:spPr/>
        <p:txBody>
          <a:bodyPr/>
          <a:lstStyle/>
          <a:p>
            <a:fld id="{F9C72FE7-3E28-4995-B4B7-F4CABFB817F3}" type="slidenum">
              <a:rPr lang="en-GB" smtClean="0"/>
              <a:pPr/>
              <a:t>6</a:t>
            </a:fld>
            <a:endParaRPr lang="en-GB"/>
          </a:p>
        </p:txBody>
      </p:sp>
    </p:spTree>
    <p:extLst>
      <p:ext uri="{BB962C8B-B14F-4D97-AF65-F5344CB8AC3E}">
        <p14:creationId xmlns:p14="http://schemas.microsoft.com/office/powerpoint/2010/main" val="3862189140"/>
      </p:ext>
    </p:extLst>
  </p:cSld>
  <p:clrMapOvr>
    <a:masterClrMapping/>
  </p:clrMapOvr>
</p:sld>
</file>

<file path=ppt/theme/theme1.xml><?xml version="1.0" encoding="utf-8"?>
<a:theme xmlns:a="http://schemas.openxmlformats.org/drawingml/2006/main" name="Divider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 Slides">
  <a:themeElements>
    <a:clrScheme name="Nomad Colours 2">
      <a:dk1>
        <a:srgbClr val="75787B"/>
      </a:dk1>
      <a:lt1>
        <a:sysClr val="window" lastClr="FFFFFF"/>
      </a:lt1>
      <a:dk2>
        <a:srgbClr val="334EA2"/>
      </a:dk2>
      <a:lt2>
        <a:srgbClr val="DFE0E1"/>
      </a:lt2>
      <a:accent1>
        <a:srgbClr val="CB333B"/>
      </a:accent1>
      <a:accent2>
        <a:srgbClr val="334EA2"/>
      </a:accent2>
      <a:accent3>
        <a:srgbClr val="75787B"/>
      </a:accent3>
      <a:accent4>
        <a:srgbClr val="E7A1A4"/>
      </a:accent4>
      <a:accent5>
        <a:srgbClr val="8DA0DB"/>
      </a:accent5>
      <a:accent6>
        <a:srgbClr val="D4D5D6"/>
      </a:accent6>
      <a:hlink>
        <a:srgbClr val="FFFFFF"/>
      </a:hlink>
      <a:folHlink>
        <a:srgbClr val="334EA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eme Master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Content Slides">
  <a:themeElements>
    <a:clrScheme name="Nomad Colours 2">
      <a:dk1>
        <a:srgbClr val="75787B"/>
      </a:dk1>
      <a:lt1>
        <a:sysClr val="window" lastClr="FFFFFF"/>
      </a:lt1>
      <a:dk2>
        <a:srgbClr val="334EA2"/>
      </a:dk2>
      <a:lt2>
        <a:srgbClr val="DFE0E1"/>
      </a:lt2>
      <a:accent1>
        <a:srgbClr val="CB333B"/>
      </a:accent1>
      <a:accent2>
        <a:srgbClr val="334EA2"/>
      </a:accent2>
      <a:accent3>
        <a:srgbClr val="75787B"/>
      </a:accent3>
      <a:accent4>
        <a:srgbClr val="E7A1A4"/>
      </a:accent4>
      <a:accent5>
        <a:srgbClr val="8DA0DB"/>
      </a:accent5>
      <a:accent6>
        <a:srgbClr val="D4D5D6"/>
      </a:accent6>
      <a:hlink>
        <a:srgbClr val="FFFFFF"/>
      </a:hlink>
      <a:folHlink>
        <a:srgbClr val="334EA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Content Slides">
  <a:themeElements>
    <a:clrScheme name="Nomad Colours 2">
      <a:dk1>
        <a:srgbClr val="75787B"/>
      </a:dk1>
      <a:lt1>
        <a:sysClr val="window" lastClr="FFFFFF"/>
      </a:lt1>
      <a:dk2>
        <a:srgbClr val="334EA2"/>
      </a:dk2>
      <a:lt2>
        <a:srgbClr val="DFE0E1"/>
      </a:lt2>
      <a:accent1>
        <a:srgbClr val="CB333B"/>
      </a:accent1>
      <a:accent2>
        <a:srgbClr val="334EA2"/>
      </a:accent2>
      <a:accent3>
        <a:srgbClr val="75787B"/>
      </a:accent3>
      <a:accent4>
        <a:srgbClr val="E7A1A4"/>
      </a:accent4>
      <a:accent5>
        <a:srgbClr val="8DA0DB"/>
      </a:accent5>
      <a:accent6>
        <a:srgbClr val="D4D5D6"/>
      </a:accent6>
      <a:hlink>
        <a:srgbClr val="FFFFFF"/>
      </a:hlink>
      <a:folHlink>
        <a:srgbClr val="334EA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6C37D65A5FDF543814F251FFF44BB5D" ma:contentTypeVersion="" ma:contentTypeDescription="Create a new document." ma:contentTypeScope="" ma:versionID="3294b9a814f0d8f8a7710088613e9f17">
  <xsd:schema xmlns:xsd="http://www.w3.org/2001/XMLSchema" xmlns:xs="http://www.w3.org/2001/XMLSchema" xmlns:p="http://schemas.microsoft.com/office/2006/metadata/properties" xmlns:ns2="cf5d738f-c994-422d-a222-60a474faebfa" xmlns:ns3="94c78f62-2d8e-4b44-a6a6-1d05c154aadf" targetNamespace="http://schemas.microsoft.com/office/2006/metadata/properties" ma:root="true" ma:fieldsID="807095d3d88d4cce7aa0af753ec39a7c" ns2:_="" ns3:_="">
    <xsd:import namespace="cf5d738f-c994-422d-a222-60a474faebfa"/>
    <xsd:import namespace="94c78f62-2d8e-4b44-a6a6-1d05c154aadf"/>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Location" minOccurs="0"/>
                <xsd:element ref="ns2:MediaServiceOCR" minOccurs="0"/>
                <xsd:element ref="ns2:MediaLengthInSeconds" minOccurs="0"/>
                <xsd:element ref="ns3:SharedWithUsers" minOccurs="0"/>
                <xsd:element ref="ns3:SharedWithDetail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f5d738f-c994-422d-a222-60a474faebf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3b55851d-5052-424e-9e9d-77cc48067dbe" ma:termSetId="09814cd3-568e-fe90-9814-8d621ff8fb84" ma:anchorId="fba54fb3-c3e1-fe81-a776-ca4b69148c4d" ma:open="true" ma:isKeyword="false">
      <xsd:complexType>
        <xsd:sequence>
          <xsd:element ref="pc:Terms" minOccurs="0" maxOccurs="1"/>
        </xsd:sequence>
      </xsd:complex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Location" ma:index="16" nillable="true" ma:displayName="Location" ma:indexed="true" ma:internalName="MediaServiceLocatio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4c78f62-2d8e-4b44-a6a6-1d05c154aadf"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2ebc2824-391c-484f-b217-476947f1457d}" ma:internalName="TaxCatchAll" ma:showField="CatchAllData" ma:web="94c78f62-2d8e-4b44-a6a6-1d05c154aadf">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f5d738f-c994-422d-a222-60a474faebfa">
      <Terms xmlns="http://schemas.microsoft.com/office/infopath/2007/PartnerControls"/>
    </lcf76f155ced4ddcb4097134ff3c332f>
    <TaxCatchAll xmlns="94c78f62-2d8e-4b44-a6a6-1d05c154aadf" xsi:nil="true"/>
  </documentManagement>
</p:properties>
</file>

<file path=customXml/itemProps1.xml><?xml version="1.0" encoding="utf-8"?>
<ds:datastoreItem xmlns:ds="http://schemas.openxmlformats.org/officeDocument/2006/customXml" ds:itemID="{E29661A2-D6E5-4A9D-8420-ED25F5E1B71E}">
  <ds:schemaRefs>
    <ds:schemaRef ds:uri="http://schemas.microsoft.com/sharepoint/v3/contenttype/forms"/>
  </ds:schemaRefs>
</ds:datastoreItem>
</file>

<file path=customXml/itemProps2.xml><?xml version="1.0" encoding="utf-8"?>
<ds:datastoreItem xmlns:ds="http://schemas.openxmlformats.org/officeDocument/2006/customXml" ds:itemID="{1DE926D0-B5D2-4F5E-A6AE-924E49D1DBC1}">
  <ds:schemaRefs>
    <ds:schemaRef ds:uri="94c78f62-2d8e-4b44-a6a6-1d05c154aadf"/>
    <ds:schemaRef ds:uri="cf5d738f-c994-422d-a222-60a474faebf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1C4A50A-5663-4B28-A2B1-5C4B5EEFA6D9}">
  <ds:schemaRefs>
    <ds:schemaRef ds:uri="94c78f62-2d8e-4b44-a6a6-1d05c154aadf"/>
    <ds:schemaRef ds:uri="cf5d738f-c994-422d-a222-60a474faebf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202412c0-1e7d-4ccc-99a7-7c8f0a21f86d}" enabled="1" method="Standard" siteId="{0d993ad3-fa73-421a-b129-1fe5590103f3}" removed="0"/>
  <clbl:label id="{b9bcfa14-08fd-4a8c-9923-58d488e187bf}" enabled="1" method="Standard" siteId="{e0db078b-c381-439d-825c-5c949b0a0911}" removed="0"/>
</clbl:labelList>
</file>

<file path=docProps/app.xml><?xml version="1.0" encoding="utf-8"?>
<Properties xmlns="http://schemas.openxmlformats.org/officeDocument/2006/extended-properties" xmlns:vt="http://schemas.openxmlformats.org/officeDocument/2006/docPropsVTypes">
  <TotalTime>390</TotalTime>
  <Words>300</Words>
  <Application>Microsoft Office PowerPoint</Application>
  <PresentationFormat>Widescreen</PresentationFormat>
  <Paragraphs>52</Paragraphs>
  <Slides>6</Slides>
  <Notes>1</Notes>
  <HiddenSlides>0</HiddenSlides>
  <MMClips>0</MMClips>
  <ScaleCrop>false</ScaleCrop>
  <HeadingPairs>
    <vt:vector size="4" baseType="variant">
      <vt:variant>
        <vt:lpstr>Theme</vt:lpstr>
      </vt:variant>
      <vt:variant>
        <vt:i4>5</vt:i4>
      </vt:variant>
      <vt:variant>
        <vt:lpstr>Slide Titles</vt:lpstr>
      </vt:variant>
      <vt:variant>
        <vt:i4>6</vt:i4>
      </vt:variant>
    </vt:vector>
  </HeadingPairs>
  <TitlesOfParts>
    <vt:vector size="11" baseType="lpstr">
      <vt:lpstr>Dividers</vt:lpstr>
      <vt:lpstr>Content Slides</vt:lpstr>
      <vt:lpstr>Theme Masters</vt:lpstr>
      <vt:lpstr>1_Content Slides</vt:lpstr>
      <vt:lpstr>2_Content Slides</vt:lpstr>
      <vt:lpstr> Release note BMS-ENGI-FOR-006 June 2026</vt:lpstr>
      <vt:lpstr>Why a release note</vt:lpstr>
      <vt:lpstr>Content HW</vt:lpstr>
      <vt:lpstr>Content SW</vt:lpstr>
      <vt:lpstr>Modifications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Gemma Cronnie</dc:creator>
  <cp:lastModifiedBy>Clemence Catoire</cp:lastModifiedBy>
  <cp:revision>4</cp:revision>
  <cp:lastPrinted>2023-01-24T05:19:01Z</cp:lastPrinted>
  <dcterms:created xsi:type="dcterms:W3CDTF">2021-03-22T11:10:37Z</dcterms:created>
  <dcterms:modified xsi:type="dcterms:W3CDTF">2026-07-05T13:56:39Z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0x01010026C37D65A5FDF543814F251FFF44BB5D</vt:lpwstr>
  </property>
  <property fmtid="{D5CDD505-2E9C-101B-9397-08002B2CF9AE}" pid="3" name="MediaServiceImageTags">
    <vt:lpwstr/>
  </property>
  <property fmtid="{D5CDD505-2E9C-101B-9397-08002B2CF9AE}" pid="4" name="ClassificationContentMarkingHeaderLocations">
    <vt:lpwstr>Dividers:3\Content Slides:3\Theme Masters:3</vt:lpwstr>
  </property>
  <property fmtid="{D5CDD505-2E9C-101B-9397-08002B2CF9AE}" pid="5" name="ClassificationContentMarkingHeaderText">
    <vt:lpwstr>RESTRICTED</vt:lpwstr>
  </property>
</Properties>
</file>